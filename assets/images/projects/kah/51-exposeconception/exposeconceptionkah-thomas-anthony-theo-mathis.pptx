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7" roundtripDataSignature="AMtx7miWJ3IXjkOD3FL+wcwmxkAasq2n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9F8B95B-CB70-427C-9B66-D1993C5D4AC6}">
  <a:tblStyle styleId="{99F8B95B-CB70-427C-9B66-D1993C5D4AC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CD80642F-89EA-4B0D-9786-72F5E7BB9040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0597412D-51DA-4233-BE0C-E75F0E1F6BFA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customschemas.google.com/relationships/presentationmetadata" Target="metadata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7" name="Shape 5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8" name="Google Shape;504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9" name="Google Shape;504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7" name="Shape 5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8" name="Google Shape;50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9" name="Google Shape;50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5" name="Shape 5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6" name="Google Shape;50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7" name="Google Shape;50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4" name="Shape 5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5" name="Google Shape;50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6" name="Google Shape;50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6" name="Shape 5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7" name="Google Shape;5107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8" name="Google Shape;5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4" name="Shape 5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5" name="Google Shape;514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6" name="Google Shape;5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7" name="Shape 5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8" name="Google Shape;5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exig capteur</a:t>
            </a:r>
            <a:endParaRPr/>
          </a:p>
        </p:txBody>
      </p:sp>
      <p:sp>
        <p:nvSpPr>
          <p:cNvPr id="5169" name="Google Shape;5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8" name="Shape 5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9" name="Google Shape;5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0" name="Google Shape;5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6" name="Shape 5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7" name="Google Shape;5217;g355509dab14_1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8" name="Google Shape;5218;g355509dab14_1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8" name="Shape 5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9" name="Google Shape;5239;g35065cd2106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0" name="Google Shape;5240;g35065cd2106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8" name="Shape 5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9" name="Google Shape;525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0" name="Google Shape;52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0" name="Shape 5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1" name="Google Shape;5281;g355509dab1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2" name="Google Shape;5282;g355509dab14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0" name="Shape 5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1" name="Google Shape;530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2" name="Google Shape;53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8" name="Shape 5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9" name="Google Shape;5319;g3557996ce97_2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0" name="Google Shape;5320;g3557996ce97_2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0" name="Shape 5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1" name="Google Shape;5341;g35065cd2106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2" name="Google Shape;5342;g35065cd2106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8" name="Shape 5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9" name="Google Shape;5359;g355509dab14_1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0" name="Google Shape;5360;g355509dab14_1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6" name="Shape 5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7" name="Google Shape;5377;g355a88cb1b8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8" name="Google Shape;5378;g355a88cb1b8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5" name="Shape 5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" name="Google Shape;5396;g355a88cb1b8_3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7" name="Google Shape;5397;g355a88cb1b8_3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4" name="Shape 5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5" name="Google Shape;5415;g350ad5ebf0d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6" name="Google Shape;5416;g350ad5ebf0d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3" name="Shape 5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4" name="Google Shape;5434;g350ad5ebf0d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35" name="Google Shape;5435;g350ad5ebf0d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2" name="Shape 5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3" name="Google Shape;5453;g350ad5ebf0d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54" name="Google Shape;5454;g350ad5ebf0d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1" name="Shape 5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2" name="Google Shape;5472;g350ad5ebf0d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73" name="Google Shape;5473;g350ad5ebf0d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0" name="Shape 5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1" name="Google Shape;5491;g351efd04640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2" name="Google Shape;5492;g351efd04640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3" name="Shape 5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4" name="Google Shape;5514;g351efd04640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5" name="Google Shape;5515;g351efd04640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3" name="Shape 5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4" name="Google Shape;55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5" name="Google Shape;55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1" name="Shape 5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2" name="Google Shape;5552;g353a3966ea6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3" name="Google Shape;5553;g353a3966ea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8" name="Shape 5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9" name="Google Shape;5569;g351efd04640_0_1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0" name="Google Shape;5570;g351efd04640_0_1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8" name="Shape 5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9" name="Google Shape;5589;g351efd04640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0" name="Google Shape;5590;g351efd04640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1" name="Shape 5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2" name="Google Shape;5612;g351efd04640_0_19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3" name="Google Shape;5613;g351efd04640_0_1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5" name="Shape 5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6" name="Google Shape;5636;g351efd04640_0_1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7" name="Google Shape;5637;g351efd04640_0_1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6" name="Shape 5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7" name="Google Shape;5657;g351efd04640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8" name="Google Shape;5658;g351efd04640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9" name="Shape 5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0" name="Google Shape;5680;g351efd04640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1" name="Google Shape;5681;g351efd04640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2" name="Shape 5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3" name="Google Shape;5703;g351efd04640_0_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4" name="Google Shape;5704;g351efd04640_0_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1" name="Shape 5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2" name="Google Shape;5722;g351efd04640_0_2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3" name="Google Shape;5723;g351efd04640_0_2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0" name="Shape 5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1" name="Google Shape;5741;g351efd04640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2" name="Google Shape;5742;g351efd04640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6" name="Shape 5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7" name="Google Shape;5767;g354a4525e6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C1-21  : La démarche de conception détaillée de chaque solution technique matérielle est décrite dans l'ordre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C1-22 : L'exigence(s) du CDC liée(s) à chaque solution technique matérielle à développer est citée et est pris en compte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C1-23 : Pour le dimensionnement de chaque solution technique matérielle , la source (cours, TD, TP, datasheets, internet, ...) du montage et/ou caractéristiques fondamentales est mentionnée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C1-24 : Le dimensionnement de la solution technique matérielle est détaillé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C1-25 : Le choix de la définition finale et/ou du schéma de la solution technique matérielle est présenté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-FR"/>
              <a:t>C1-26 : Le respect de la définition finale de chaque solution technique matérielle vis-à-vis de l'exigence et sa tolérance est justifié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8" name="Google Shape;5768;g354a4525e6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2" name="Shape 5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3" name="Google Shape;5793;g351efd04640_0_3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4" name="Google Shape;5794;g351efd04640_0_3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2" name="Shape 5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3" name="Google Shape;5813;g351efd04640_0_3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4" name="Google Shape;5814;g351efd04640_0_3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1" name="Shape 5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2" name="Google Shape;5832;g351efd04640_0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3" name="Google Shape;5833;g351efd04640_0_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7" name="Shape 5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8" name="Google Shape;585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9" name="Google Shape;585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7" name="Shape 5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8" name="Google Shape;5878;g353a3966ea6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9" name="Google Shape;5879;g353a3966ea6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6" name="Shape 5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7" name="Google Shape;58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8" name="Google Shape;589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6" name="Shape 5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7" name="Google Shape;5917;g353a3966ea6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8" name="Google Shape;5918;g353a3966ea6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6" name="Shape 5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7" name="Google Shape;593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8" name="Google Shape;593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6" name="Shape 5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7" name="Google Shape;595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8" name="Google Shape;5958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5" name="Shape 5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6" name="Google Shape;597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7" name="Google Shape;59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4" name="Shape 5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5" name="Google Shape;599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6" name="Google Shape;599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6" name="Shape 6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7" name="Google Shape;6017;g3557996ce97_5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8" name="Google Shape;6018;g3557996ce97_5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4" name="Shape 6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5" name="Google Shape;60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6" name="Google Shape;603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6" name="Shape 6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7" name="Google Shape;605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8" name="Google Shape;605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7" name="Shape 6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8" name="Google Shape;6068;g355509dab14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9" name="Google Shape;6069;g355509dab14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7" name="Shape 6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8" name="Google Shape;6078;g355509dab14_1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9" name="Google Shape;6079;g355509dab14_1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8" name="Shape 6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9" name="Google Shape;6089;g355509dab14_1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0" name="Google Shape;6090;g355509dab14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9" name="Shape 6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0" name="Google Shape;6100;g355509dab14_1_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1" name="Google Shape;6101;g355509dab14_1_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7" name="Shape 6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8" name="Google Shape;611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9" name="Google Shape;611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6" name="Shape 6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7" name="Google Shape;6137;g3557996ce97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8" name="Google Shape;6138;g3557996ce97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9" name="Shape 6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0" name="Google Shape;61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1" name="Google Shape;61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1" name="Shape 6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2" name="Google Shape;618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3" name="Google Shape;618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9" name="Shape 6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0" name="Google Shape;620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1" name="Google Shape;620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0" name="Shape 6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1" name="Google Shape;6221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2" name="Google Shape;622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20" Type="http://schemas.openxmlformats.org/officeDocument/2006/relationships/image" Target="../media/image3.png"/><Relationship Id="rId11" Type="http://schemas.openxmlformats.org/officeDocument/2006/relationships/hyperlink" Target="https://www.linkedin.com/school/universite-de-bordeaux/" TargetMode="External"/><Relationship Id="rId10" Type="http://schemas.openxmlformats.org/officeDocument/2006/relationships/image" Target="../media/image7.png"/><Relationship Id="rId13" Type="http://schemas.openxmlformats.org/officeDocument/2006/relationships/hyperlink" Target="http://www.u-bordeaux.fr/" TargetMode="External"/><Relationship Id="rId1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twitter.com/univbordeaux" TargetMode="External"/><Relationship Id="rId3" Type="http://schemas.openxmlformats.org/officeDocument/2006/relationships/hyperlink" Target="https://twitter.com/univbordeaux" TargetMode="External"/><Relationship Id="rId4" Type="http://schemas.openxmlformats.org/officeDocument/2006/relationships/image" Target="../media/image35.png"/><Relationship Id="rId9" Type="http://schemas.openxmlformats.org/officeDocument/2006/relationships/hyperlink" Target="https://www.instagram.com/universitedebordeaux/" TargetMode="External"/><Relationship Id="rId15" Type="http://schemas.openxmlformats.org/officeDocument/2006/relationships/hyperlink" Target="http://www.u-bordeaux.fr/" TargetMode="External"/><Relationship Id="rId14" Type="http://schemas.openxmlformats.org/officeDocument/2006/relationships/image" Target="../media/image10.png"/><Relationship Id="rId17" Type="http://schemas.openxmlformats.org/officeDocument/2006/relationships/image" Target="../media/image6.png"/><Relationship Id="rId16" Type="http://schemas.openxmlformats.org/officeDocument/2006/relationships/hyperlink" Target="https://www.youtube.com/user/ubordeaux" TargetMode="External"/><Relationship Id="rId5" Type="http://schemas.openxmlformats.org/officeDocument/2006/relationships/hyperlink" Target="https://www.facebook.com/univbordeaux" TargetMode="External"/><Relationship Id="rId19" Type="http://schemas.openxmlformats.org/officeDocument/2006/relationships/hyperlink" Target="https://www.linkedin.com/school/universite-de-bordeaux/" TargetMode="External"/><Relationship Id="rId6" Type="http://schemas.openxmlformats.org/officeDocument/2006/relationships/image" Target="../media/image8.png"/><Relationship Id="rId18" Type="http://schemas.openxmlformats.org/officeDocument/2006/relationships/image" Target="../media/image9.png"/><Relationship Id="rId7" Type="http://schemas.openxmlformats.org/officeDocument/2006/relationships/hyperlink" Target="https://www.facebook.com/univbordeaux" TargetMode="External"/><Relationship Id="rId8" Type="http://schemas.openxmlformats.org/officeDocument/2006/relationships/hyperlink" Target="https://www.instagram.com/universitedebordeaux/" TargetMode="External"/></Relationships>
</file>

<file path=ppt/slideLayouts/_rels/slideLayout22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linkedin.com/school/universite-de-bordeaux/" TargetMode="External"/><Relationship Id="rId10" Type="http://schemas.openxmlformats.org/officeDocument/2006/relationships/image" Target="../media/image15.png"/><Relationship Id="rId13" Type="http://schemas.openxmlformats.org/officeDocument/2006/relationships/hyperlink" Target="http://www.u-bordeaux.fr/" TargetMode="External"/><Relationship Id="rId1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twitter.com/univbordeaux" TargetMode="External"/><Relationship Id="rId3" Type="http://schemas.openxmlformats.org/officeDocument/2006/relationships/hyperlink" Target="https://twitter.com/univbordeaux" TargetMode="External"/><Relationship Id="rId4" Type="http://schemas.openxmlformats.org/officeDocument/2006/relationships/image" Target="../media/image11.png"/><Relationship Id="rId9" Type="http://schemas.openxmlformats.org/officeDocument/2006/relationships/hyperlink" Target="https://www.instagram.com/universitedebordeaux/" TargetMode="External"/><Relationship Id="rId15" Type="http://schemas.openxmlformats.org/officeDocument/2006/relationships/hyperlink" Target="http://www.u-bordeaux.fr/" TargetMode="External"/><Relationship Id="rId14" Type="http://schemas.openxmlformats.org/officeDocument/2006/relationships/image" Target="../media/image13.png"/><Relationship Id="rId17" Type="http://schemas.openxmlformats.org/officeDocument/2006/relationships/image" Target="../media/image14.png"/><Relationship Id="rId16" Type="http://schemas.openxmlformats.org/officeDocument/2006/relationships/hyperlink" Target="https://www.youtube.com/user/ubordeaux" TargetMode="External"/><Relationship Id="rId5" Type="http://schemas.openxmlformats.org/officeDocument/2006/relationships/hyperlink" Target="https://www.facebook.com/univbordeaux" TargetMode="External"/><Relationship Id="rId19" Type="http://schemas.openxmlformats.org/officeDocument/2006/relationships/hyperlink" Target="https://www.linkedin.com/school/universite-de-bordeaux/" TargetMode="External"/><Relationship Id="rId6" Type="http://schemas.openxmlformats.org/officeDocument/2006/relationships/image" Target="../media/image22.png"/><Relationship Id="rId18" Type="http://schemas.openxmlformats.org/officeDocument/2006/relationships/image" Target="../media/image18.png"/><Relationship Id="rId7" Type="http://schemas.openxmlformats.org/officeDocument/2006/relationships/hyperlink" Target="https://www.facebook.com/univbordeaux" TargetMode="External"/><Relationship Id="rId8" Type="http://schemas.openxmlformats.org/officeDocument/2006/relationships/hyperlink" Target="https://www.instagram.com/universitedebordeaux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1 - Clair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/>
          <p:nvPr/>
        </p:nvSpPr>
        <p:spPr>
          <a:xfrm>
            <a:off x="0" y="0"/>
            <a:ext cx="2476252" cy="5143500"/>
          </a:xfrm>
          <a:custGeom>
            <a:rect b="b" l="l" r="r" t="t"/>
            <a:pathLst>
              <a:path extrusionOk="0" h="5143500" w="2476252">
                <a:moveTo>
                  <a:pt x="0" y="0"/>
                </a:moveTo>
                <a:lnTo>
                  <a:pt x="2038350" y="0"/>
                </a:lnTo>
                <a:lnTo>
                  <a:pt x="2476252" y="0"/>
                </a:lnTo>
                <a:lnTo>
                  <a:pt x="203835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0"/>
          <p:cNvSpPr/>
          <p:nvPr/>
        </p:nvSpPr>
        <p:spPr>
          <a:xfrm flipH="1">
            <a:off x="2029641" y="2387470"/>
            <a:ext cx="614164" cy="2756031"/>
          </a:xfrm>
          <a:custGeom>
            <a:rect b="b" l="l" r="r" t="t"/>
            <a:pathLst>
              <a:path extrusionOk="0" h="2756031" w="614164">
                <a:moveTo>
                  <a:pt x="379524" y="0"/>
                </a:moveTo>
                <a:lnTo>
                  <a:pt x="0" y="2756031"/>
                </a:lnTo>
                <a:lnTo>
                  <a:pt x="614164" y="2756031"/>
                </a:lnTo>
                <a:close/>
              </a:path>
            </a:pathLst>
          </a:custGeom>
          <a:solidFill>
            <a:srgbClr val="009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" name="Google Shape;16;p30"/>
          <p:cNvGrpSpPr/>
          <p:nvPr/>
        </p:nvGrpSpPr>
        <p:grpSpPr>
          <a:xfrm>
            <a:off x="-242071" y="-112947"/>
            <a:ext cx="2830528" cy="5454588"/>
            <a:chOff x="-242071" y="-112947"/>
            <a:chExt cx="2830528" cy="5454588"/>
          </a:xfrm>
        </p:grpSpPr>
        <p:sp>
          <p:nvSpPr>
            <p:cNvPr id="17" name="Google Shape;17;p30"/>
            <p:cNvSpPr/>
            <p:nvPr/>
          </p:nvSpPr>
          <p:spPr>
            <a:xfrm rot="8716295">
              <a:off x="1460344" y="348006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 rot="8716295">
              <a:off x="1595642" y="352432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30"/>
            <p:cNvSpPr/>
            <p:nvPr/>
          </p:nvSpPr>
          <p:spPr>
            <a:xfrm rot="8716295">
              <a:off x="1527760" y="339373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30"/>
            <p:cNvSpPr/>
            <p:nvPr/>
          </p:nvSpPr>
          <p:spPr>
            <a:xfrm rot="8716295">
              <a:off x="1290473" y="361408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0"/>
            <p:cNvSpPr/>
            <p:nvPr/>
          </p:nvSpPr>
          <p:spPr>
            <a:xfrm rot="8716295">
              <a:off x="1101427" y="329824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0"/>
            <p:cNvSpPr/>
            <p:nvPr/>
          </p:nvSpPr>
          <p:spPr>
            <a:xfrm rot="8716295">
              <a:off x="1083185" y="308819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30"/>
            <p:cNvSpPr/>
            <p:nvPr/>
          </p:nvSpPr>
          <p:spPr>
            <a:xfrm rot="8716295">
              <a:off x="1426961" y="367606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30"/>
            <p:cNvSpPr/>
            <p:nvPr/>
          </p:nvSpPr>
          <p:spPr>
            <a:xfrm rot="8716295">
              <a:off x="1897908" y="310145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30"/>
            <p:cNvSpPr/>
            <p:nvPr/>
          </p:nvSpPr>
          <p:spPr>
            <a:xfrm rot="8716295">
              <a:off x="2028620" y="3176625"/>
              <a:ext cx="305088" cy="336622"/>
            </a:xfrm>
            <a:custGeom>
              <a:rect b="b" l="l" r="r" t="t"/>
              <a:pathLst>
                <a:path extrusionOk="0" h="336622" w="305088">
                  <a:moveTo>
                    <a:pt x="211294" y="107197"/>
                  </a:moveTo>
                  <a:lnTo>
                    <a:pt x="211294" y="82369"/>
                  </a:lnTo>
                  <a:lnTo>
                    <a:pt x="211017" y="81498"/>
                  </a:lnTo>
                  <a:lnTo>
                    <a:pt x="278425" y="0"/>
                  </a:lnTo>
                  <a:lnTo>
                    <a:pt x="297297" y="35535"/>
                  </a:lnTo>
                  <a:cubicBezTo>
                    <a:pt x="302416" y="52195"/>
                    <a:pt x="305088" y="71334"/>
                    <a:pt x="305088" y="92713"/>
                  </a:cubicBezTo>
                  <a:lnTo>
                    <a:pt x="305088" y="101679"/>
                  </a:lnTo>
                  <a:close/>
                  <a:moveTo>
                    <a:pt x="0" y="336622"/>
                  </a:moveTo>
                  <a:lnTo>
                    <a:pt x="79568" y="240423"/>
                  </a:lnTo>
                  <a:lnTo>
                    <a:pt x="79568" y="28237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30"/>
            <p:cNvSpPr/>
            <p:nvPr/>
          </p:nvSpPr>
          <p:spPr>
            <a:xfrm rot="8716295">
              <a:off x="1728037" y="32354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30"/>
            <p:cNvSpPr/>
            <p:nvPr/>
          </p:nvSpPr>
          <p:spPr>
            <a:xfrm rot="8716295">
              <a:off x="1538992" y="291963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30"/>
            <p:cNvSpPr/>
            <p:nvPr/>
          </p:nvSpPr>
          <p:spPr>
            <a:xfrm rot="8716295">
              <a:off x="1864525" y="329745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30"/>
            <p:cNvSpPr/>
            <p:nvPr/>
          </p:nvSpPr>
          <p:spPr>
            <a:xfrm rot="8716295">
              <a:off x="1499078" y="307102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30"/>
            <p:cNvSpPr/>
            <p:nvPr/>
          </p:nvSpPr>
          <p:spPr>
            <a:xfrm rot="7484129">
              <a:off x="2004987" y="3639772"/>
              <a:ext cx="221889" cy="221665"/>
            </a:xfrm>
            <a:custGeom>
              <a:rect b="b" l="l" r="r" t="t"/>
              <a:pathLst>
                <a:path extrusionOk="0" h="221665" w="221889">
                  <a:moveTo>
                    <a:pt x="206330" y="8936"/>
                  </a:moveTo>
                  <a:lnTo>
                    <a:pt x="221889" y="0"/>
                  </a:lnTo>
                  <a:lnTo>
                    <a:pt x="221889" y="8936"/>
                  </a:lnTo>
                  <a:close/>
                  <a:moveTo>
                    <a:pt x="50650" y="221665"/>
                  </a:moveTo>
                  <a:lnTo>
                    <a:pt x="0" y="127433"/>
                  </a:lnTo>
                  <a:lnTo>
                    <a:pt x="103511" y="6798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30"/>
            <p:cNvSpPr/>
            <p:nvPr/>
          </p:nvSpPr>
          <p:spPr>
            <a:xfrm rot="8716295">
              <a:off x="2016311" y="313524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30"/>
            <p:cNvSpPr/>
            <p:nvPr/>
          </p:nvSpPr>
          <p:spPr>
            <a:xfrm rot="8716295">
              <a:off x="1796861" y="4478944"/>
              <a:ext cx="215176" cy="351729"/>
            </a:xfrm>
            <a:custGeom>
              <a:rect b="b" l="l" r="r" t="t"/>
              <a:pathLst>
                <a:path extrusionOk="0" h="351729" w="215176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31564"/>
                  </a:lnTo>
                  <a:lnTo>
                    <a:pt x="26107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6" y="75863"/>
                  </a:cubicBez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30"/>
            <p:cNvSpPr/>
            <p:nvPr/>
          </p:nvSpPr>
          <p:spPr>
            <a:xfrm rot="8716295">
              <a:off x="1938756" y="4602084"/>
              <a:ext cx="253340" cy="284725"/>
            </a:xfrm>
            <a:custGeom>
              <a:rect b="b" l="l" r="r" t="t"/>
              <a:pathLst>
                <a:path extrusionOk="0" h="284725" w="253340">
                  <a:moveTo>
                    <a:pt x="160632" y="90518"/>
                  </a:moveTo>
                  <a:lnTo>
                    <a:pt x="235501" y="0"/>
                  </a:lnTo>
                  <a:lnTo>
                    <a:pt x="245549" y="18921"/>
                  </a:lnTo>
                  <a:cubicBezTo>
                    <a:pt x="250668" y="35581"/>
                    <a:pt x="253340" y="54719"/>
                    <a:pt x="253340" y="76098"/>
                  </a:cubicBezTo>
                  <a:lnTo>
                    <a:pt x="253340" y="85064"/>
                  </a:lnTo>
                  <a:close/>
                  <a:moveTo>
                    <a:pt x="0" y="284725"/>
                  </a:moveTo>
                  <a:lnTo>
                    <a:pt x="27820" y="251090"/>
                  </a:lnTo>
                  <a:lnTo>
                    <a:pt x="27820" y="26575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30"/>
            <p:cNvSpPr/>
            <p:nvPr/>
          </p:nvSpPr>
          <p:spPr>
            <a:xfrm rot="8716295">
              <a:off x="1865533" y="43922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30"/>
            <p:cNvSpPr/>
            <p:nvPr/>
          </p:nvSpPr>
          <p:spPr>
            <a:xfrm rot="8716295">
              <a:off x="1628246" y="461256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30"/>
            <p:cNvSpPr/>
            <p:nvPr/>
          </p:nvSpPr>
          <p:spPr>
            <a:xfrm rot="8716295">
              <a:off x="1439200" y="42967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30"/>
            <p:cNvSpPr/>
            <p:nvPr/>
          </p:nvSpPr>
          <p:spPr>
            <a:xfrm rot="8716295">
              <a:off x="1420958" y="40866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30"/>
            <p:cNvSpPr/>
            <p:nvPr/>
          </p:nvSpPr>
          <p:spPr>
            <a:xfrm rot="8716295">
              <a:off x="1764734" y="46745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30"/>
            <p:cNvSpPr/>
            <p:nvPr/>
          </p:nvSpPr>
          <p:spPr>
            <a:xfrm rot="8716295">
              <a:off x="2058111" y="4234218"/>
              <a:ext cx="77302" cy="80483"/>
            </a:xfrm>
            <a:custGeom>
              <a:rect b="b" l="l" r="r" t="t"/>
              <a:pathLst>
                <a:path extrusionOk="0" h="80483" w="77302">
                  <a:moveTo>
                    <a:pt x="2300" y="68069"/>
                  </a:moveTo>
                  <a:lnTo>
                    <a:pt x="0" y="62622"/>
                  </a:lnTo>
                  <a:lnTo>
                    <a:pt x="51796" y="0"/>
                  </a:lnTo>
                  <a:lnTo>
                    <a:pt x="64371" y="5309"/>
                  </a:lnTo>
                  <a:cubicBezTo>
                    <a:pt x="81612" y="21861"/>
                    <a:pt x="81613" y="50138"/>
                    <a:pt x="64371" y="67380"/>
                  </a:cubicBezTo>
                  <a:cubicBezTo>
                    <a:pt x="56095" y="75656"/>
                    <a:pt x="45060" y="80483"/>
                    <a:pt x="33335" y="80483"/>
                  </a:cubicBezTo>
                  <a:cubicBezTo>
                    <a:pt x="21611" y="80483"/>
                    <a:pt x="10576" y="76345"/>
                    <a:pt x="2300" y="6806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30"/>
            <p:cNvSpPr/>
            <p:nvPr/>
          </p:nvSpPr>
          <p:spPr>
            <a:xfrm rot="8716295">
              <a:off x="1876235" y="3938134"/>
              <a:ext cx="237808" cy="296463"/>
            </a:xfrm>
            <a:custGeom>
              <a:rect b="b" l="l" r="r" t="t"/>
              <a:pathLst>
                <a:path extrusionOk="0" h="296463" w="237808">
                  <a:moveTo>
                    <a:pt x="66569" y="296463"/>
                  </a:moveTo>
                  <a:lnTo>
                    <a:pt x="1694" y="175766"/>
                  </a:lnTo>
                  <a:lnTo>
                    <a:pt x="34886" y="83734"/>
                  </a:lnTo>
                  <a:lnTo>
                    <a:pt x="0" y="83734"/>
                  </a:lnTo>
                  <a:lnTo>
                    <a:pt x="69258" y="0"/>
                  </a:lnTo>
                  <a:lnTo>
                    <a:pt x="237808" y="0"/>
                  </a:lnTo>
                  <a:lnTo>
                    <a:pt x="237808" y="83734"/>
                  </a:lnTo>
                  <a:lnTo>
                    <a:pt x="139741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30"/>
            <p:cNvSpPr/>
            <p:nvPr/>
          </p:nvSpPr>
          <p:spPr>
            <a:xfrm rot="8716295">
              <a:off x="1836851" y="40695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30"/>
            <p:cNvSpPr/>
            <p:nvPr/>
          </p:nvSpPr>
          <p:spPr>
            <a:xfrm rot="8716295">
              <a:off x="1827832" y="5057264"/>
              <a:ext cx="219410" cy="140851"/>
            </a:xfrm>
            <a:custGeom>
              <a:rect b="b" l="l" r="r" t="t"/>
              <a:pathLst>
                <a:path extrusionOk="0" h="140851" w="219410">
                  <a:moveTo>
                    <a:pt x="27373" y="96063"/>
                  </a:moveTo>
                  <a:cubicBezTo>
                    <a:pt x="16020" y="85043"/>
                    <a:pt x="7797" y="71018"/>
                    <a:pt x="1953" y="53941"/>
                  </a:cubicBezTo>
                  <a:lnTo>
                    <a:pt x="0" y="43352"/>
                  </a:lnTo>
                  <a:lnTo>
                    <a:pt x="35858" y="0"/>
                  </a:lnTo>
                  <a:lnTo>
                    <a:pt x="219410" y="127232"/>
                  </a:lnTo>
                  <a:lnTo>
                    <a:pt x="200448" y="132296"/>
                  </a:lnTo>
                  <a:cubicBezTo>
                    <a:pt x="176976" y="136859"/>
                    <a:pt x="155381" y="139475"/>
                    <a:pt x="136904" y="140588"/>
                  </a:cubicBezTo>
                  <a:cubicBezTo>
                    <a:pt x="95942" y="143260"/>
                    <a:pt x="55870" y="125450"/>
                    <a:pt x="27373" y="960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30"/>
            <p:cNvSpPr/>
            <p:nvPr/>
          </p:nvSpPr>
          <p:spPr>
            <a:xfrm rot="8716295">
              <a:off x="1125067" y="247965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30"/>
            <p:cNvSpPr/>
            <p:nvPr/>
          </p:nvSpPr>
          <p:spPr>
            <a:xfrm rot="8716295">
              <a:off x="1260365" y="252391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30"/>
            <p:cNvSpPr/>
            <p:nvPr/>
          </p:nvSpPr>
          <p:spPr>
            <a:xfrm rot="8716295">
              <a:off x="1192483" y="2393326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30"/>
            <p:cNvSpPr/>
            <p:nvPr/>
          </p:nvSpPr>
          <p:spPr>
            <a:xfrm rot="8716295">
              <a:off x="955196" y="261367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30"/>
            <p:cNvSpPr/>
            <p:nvPr/>
          </p:nvSpPr>
          <p:spPr>
            <a:xfrm rot="8716295">
              <a:off x="766149" y="22978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48;p30"/>
            <p:cNvSpPr/>
            <p:nvPr/>
          </p:nvSpPr>
          <p:spPr>
            <a:xfrm rot="8716295">
              <a:off x="747908" y="208778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49;p30"/>
            <p:cNvSpPr/>
            <p:nvPr/>
          </p:nvSpPr>
          <p:spPr>
            <a:xfrm rot="8716295">
              <a:off x="1091684" y="267565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30"/>
            <p:cNvSpPr/>
            <p:nvPr/>
          </p:nvSpPr>
          <p:spPr>
            <a:xfrm rot="8716295">
              <a:off x="1562630" y="210103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30"/>
            <p:cNvSpPr/>
            <p:nvPr/>
          </p:nvSpPr>
          <p:spPr>
            <a:xfrm rot="8716295">
              <a:off x="1697929" y="214529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30"/>
            <p:cNvSpPr/>
            <p:nvPr/>
          </p:nvSpPr>
          <p:spPr>
            <a:xfrm rot="8716295">
              <a:off x="1392759" y="223505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30"/>
            <p:cNvSpPr/>
            <p:nvPr/>
          </p:nvSpPr>
          <p:spPr>
            <a:xfrm rot="8716295">
              <a:off x="1203715" y="19192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30"/>
            <p:cNvSpPr/>
            <p:nvPr/>
          </p:nvSpPr>
          <p:spPr>
            <a:xfrm rot="8716295">
              <a:off x="1529248" y="229703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30"/>
            <p:cNvSpPr/>
            <p:nvPr/>
          </p:nvSpPr>
          <p:spPr>
            <a:xfrm rot="8716295">
              <a:off x="1163801" y="207061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30"/>
            <p:cNvSpPr/>
            <p:nvPr/>
          </p:nvSpPr>
          <p:spPr>
            <a:xfrm rot="7484129">
              <a:off x="1688065" y="258665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30"/>
            <p:cNvSpPr/>
            <p:nvPr/>
          </p:nvSpPr>
          <p:spPr>
            <a:xfrm rot="-8510606">
              <a:off x="1845023" y="2531236"/>
              <a:ext cx="412568" cy="496925"/>
            </a:xfrm>
            <a:custGeom>
              <a:rect b="b" l="l" r="r" t="t"/>
              <a:pathLst>
                <a:path extrusionOk="0" h="496925" w="412568">
                  <a:moveTo>
                    <a:pt x="412568" y="390854"/>
                  </a:moveTo>
                  <a:cubicBezTo>
                    <a:pt x="346173" y="447854"/>
                    <a:pt x="264275" y="477136"/>
                    <a:pt x="198232" y="489977"/>
                  </a:cubicBezTo>
                  <a:lnTo>
                    <a:pt x="144991" y="496925"/>
                  </a:lnTo>
                  <a:lnTo>
                    <a:pt x="0" y="276116"/>
                  </a:lnTo>
                  <a:lnTo>
                    <a:pt x="0" y="57626"/>
                  </a:lnTo>
                  <a:lnTo>
                    <a:pt x="111075" y="0"/>
                  </a:lnTo>
                  <a:lnTo>
                    <a:pt x="112747" y="233009"/>
                  </a:lnTo>
                  <a:cubicBezTo>
                    <a:pt x="110241" y="279778"/>
                    <a:pt x="117757" y="327382"/>
                    <a:pt x="132789" y="371646"/>
                  </a:cubicBezTo>
                  <a:cubicBezTo>
                    <a:pt x="146153" y="408393"/>
                    <a:pt x="180394" y="426766"/>
                    <a:pt x="233008" y="426766"/>
                  </a:cubicBezTo>
                  <a:cubicBezTo>
                    <a:pt x="258899" y="425930"/>
                    <a:pt x="283953" y="420919"/>
                    <a:pt x="308173" y="413403"/>
                  </a:cubicBezTo>
                  <a:cubicBezTo>
                    <a:pt x="343249" y="402546"/>
                    <a:pt x="377491" y="388349"/>
                    <a:pt x="410897" y="371646"/>
                  </a:cubicBezTo>
                  <a:cubicBezTo>
                    <a:pt x="411732" y="374986"/>
                    <a:pt x="412568" y="379161"/>
                    <a:pt x="412568" y="38250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30"/>
            <p:cNvSpPr/>
            <p:nvPr/>
          </p:nvSpPr>
          <p:spPr>
            <a:xfrm rot="8716295">
              <a:off x="2147054" y="2332037"/>
              <a:ext cx="207668" cy="192886"/>
            </a:xfrm>
            <a:custGeom>
              <a:rect b="b" l="l" r="r" t="t"/>
              <a:pathLst>
                <a:path extrusionOk="0" h="192886" w="207668">
                  <a:moveTo>
                    <a:pt x="0" y="192886"/>
                  </a:moveTo>
                  <a:lnTo>
                    <a:pt x="159539" y="0"/>
                  </a:lnTo>
                  <a:lnTo>
                    <a:pt x="181588" y="5201"/>
                  </a:lnTo>
                  <a:cubicBezTo>
                    <a:pt x="201262" y="16029"/>
                    <a:pt x="207668" y="40127"/>
                    <a:pt x="207668" y="59649"/>
                  </a:cubicBezTo>
                  <a:cubicBezTo>
                    <a:pt x="205228" y="88119"/>
                    <a:pt x="186518" y="111708"/>
                    <a:pt x="160490" y="123096"/>
                  </a:cubicBezTo>
                  <a:lnTo>
                    <a:pt x="161303" y="12309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30"/>
            <p:cNvSpPr/>
            <p:nvPr/>
          </p:nvSpPr>
          <p:spPr>
            <a:xfrm rot="8716295">
              <a:off x="2049197" y="208909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30"/>
            <p:cNvSpPr/>
            <p:nvPr/>
          </p:nvSpPr>
          <p:spPr>
            <a:xfrm rot="8716295">
              <a:off x="1681033" y="21348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30"/>
            <p:cNvSpPr/>
            <p:nvPr/>
          </p:nvSpPr>
          <p:spPr>
            <a:xfrm rot="8716295">
              <a:off x="1949615" y="189381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30"/>
            <p:cNvSpPr/>
            <p:nvPr/>
          </p:nvSpPr>
          <p:spPr>
            <a:xfrm rot="8716295">
              <a:off x="787294" y="148117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30"/>
            <p:cNvSpPr/>
            <p:nvPr/>
          </p:nvSpPr>
          <p:spPr>
            <a:xfrm rot="8716295">
              <a:off x="922592" y="152543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30"/>
            <p:cNvSpPr/>
            <p:nvPr/>
          </p:nvSpPr>
          <p:spPr>
            <a:xfrm rot="8716295">
              <a:off x="854710" y="1394843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30"/>
            <p:cNvSpPr/>
            <p:nvPr/>
          </p:nvSpPr>
          <p:spPr>
            <a:xfrm rot="8716295">
              <a:off x="617423" y="161518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30"/>
            <p:cNvSpPr/>
            <p:nvPr/>
          </p:nvSpPr>
          <p:spPr>
            <a:xfrm rot="8716295">
              <a:off x="428376" y="129935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30"/>
            <p:cNvSpPr/>
            <p:nvPr/>
          </p:nvSpPr>
          <p:spPr>
            <a:xfrm rot="8716295">
              <a:off x="410135" y="108930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30"/>
            <p:cNvSpPr/>
            <p:nvPr/>
          </p:nvSpPr>
          <p:spPr>
            <a:xfrm rot="8716295">
              <a:off x="753911" y="1677170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30"/>
            <p:cNvSpPr/>
            <p:nvPr/>
          </p:nvSpPr>
          <p:spPr>
            <a:xfrm rot="8716295">
              <a:off x="1224858" y="110255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30"/>
            <p:cNvSpPr/>
            <p:nvPr/>
          </p:nvSpPr>
          <p:spPr>
            <a:xfrm rot="8716295">
              <a:off x="1360156" y="1146815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30"/>
            <p:cNvSpPr/>
            <p:nvPr/>
          </p:nvSpPr>
          <p:spPr>
            <a:xfrm rot="8716295">
              <a:off x="1054986" y="123657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30"/>
            <p:cNvSpPr/>
            <p:nvPr/>
          </p:nvSpPr>
          <p:spPr>
            <a:xfrm rot="8716295">
              <a:off x="865942" y="9207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30"/>
            <p:cNvSpPr/>
            <p:nvPr/>
          </p:nvSpPr>
          <p:spPr>
            <a:xfrm rot="8716295">
              <a:off x="1191475" y="1298554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30"/>
            <p:cNvSpPr/>
            <p:nvPr/>
          </p:nvSpPr>
          <p:spPr>
            <a:xfrm rot="8716295">
              <a:off x="826028" y="107212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30"/>
            <p:cNvSpPr/>
            <p:nvPr/>
          </p:nvSpPr>
          <p:spPr>
            <a:xfrm rot="7484129">
              <a:off x="1350292" y="158817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30"/>
            <p:cNvSpPr/>
            <p:nvPr/>
          </p:nvSpPr>
          <p:spPr>
            <a:xfrm rot="-8510606">
              <a:off x="1508942" y="1537520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30"/>
            <p:cNvSpPr/>
            <p:nvPr/>
          </p:nvSpPr>
          <p:spPr>
            <a:xfrm rot="8716295">
              <a:off x="1789833" y="1247402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30"/>
            <p:cNvSpPr/>
            <p:nvPr/>
          </p:nvSpPr>
          <p:spPr>
            <a:xfrm rot="8716295">
              <a:off x="1711424" y="10906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30"/>
            <p:cNvSpPr/>
            <p:nvPr/>
          </p:nvSpPr>
          <p:spPr>
            <a:xfrm rot="8716295">
              <a:off x="1343261" y="11363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30"/>
            <p:cNvSpPr/>
            <p:nvPr/>
          </p:nvSpPr>
          <p:spPr>
            <a:xfrm rot="8716295">
              <a:off x="1611842" y="89533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30"/>
            <p:cNvSpPr/>
            <p:nvPr/>
          </p:nvSpPr>
          <p:spPr>
            <a:xfrm rot="8716295">
              <a:off x="455920" y="4791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30"/>
            <p:cNvSpPr/>
            <p:nvPr/>
          </p:nvSpPr>
          <p:spPr>
            <a:xfrm rot="8716295">
              <a:off x="591219" y="5233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" name="Google Shape;83;p30"/>
            <p:cNvSpPr/>
            <p:nvPr/>
          </p:nvSpPr>
          <p:spPr>
            <a:xfrm rot="8716295">
              <a:off x="523336" y="39278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30"/>
            <p:cNvSpPr/>
            <p:nvPr/>
          </p:nvSpPr>
          <p:spPr>
            <a:xfrm rot="8716295">
              <a:off x="286049" y="6131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30"/>
            <p:cNvSpPr/>
            <p:nvPr/>
          </p:nvSpPr>
          <p:spPr>
            <a:xfrm rot="8716295">
              <a:off x="97003" y="2972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30"/>
            <p:cNvSpPr/>
            <p:nvPr/>
          </p:nvSpPr>
          <p:spPr>
            <a:xfrm rot="8716295">
              <a:off x="78761" y="87249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30"/>
            <p:cNvSpPr/>
            <p:nvPr/>
          </p:nvSpPr>
          <p:spPr>
            <a:xfrm rot="8716295">
              <a:off x="422537" y="6751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30"/>
            <p:cNvSpPr/>
            <p:nvPr/>
          </p:nvSpPr>
          <p:spPr>
            <a:xfrm rot="8716295">
              <a:off x="893484" y="10050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30"/>
            <p:cNvSpPr/>
            <p:nvPr/>
          </p:nvSpPr>
          <p:spPr>
            <a:xfrm rot="8716295">
              <a:off x="1028783" y="14476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30"/>
            <p:cNvSpPr/>
            <p:nvPr/>
          </p:nvSpPr>
          <p:spPr>
            <a:xfrm rot="8716295">
              <a:off x="723613" y="23451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30"/>
            <p:cNvSpPr/>
            <p:nvPr/>
          </p:nvSpPr>
          <p:spPr>
            <a:xfrm rot="8716295">
              <a:off x="547803" y="-17289"/>
              <a:ext cx="308531" cy="226033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30"/>
            <p:cNvSpPr/>
            <p:nvPr/>
          </p:nvSpPr>
          <p:spPr>
            <a:xfrm rot="8716295">
              <a:off x="860101" y="2965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30"/>
            <p:cNvSpPr/>
            <p:nvPr/>
          </p:nvSpPr>
          <p:spPr>
            <a:xfrm rot="8716295">
              <a:off x="494655" y="700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30"/>
            <p:cNvSpPr/>
            <p:nvPr/>
          </p:nvSpPr>
          <p:spPr>
            <a:xfrm rot="7484129">
              <a:off x="1018919" y="5861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30"/>
            <p:cNvSpPr/>
            <p:nvPr/>
          </p:nvSpPr>
          <p:spPr>
            <a:xfrm rot="-8510606">
              <a:off x="1177568" y="5354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30"/>
            <p:cNvSpPr/>
            <p:nvPr/>
          </p:nvSpPr>
          <p:spPr>
            <a:xfrm rot="8716295">
              <a:off x="1458459" y="24534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30"/>
            <p:cNvSpPr/>
            <p:nvPr/>
          </p:nvSpPr>
          <p:spPr>
            <a:xfrm rot="8716295">
              <a:off x="1380050" y="885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30"/>
            <p:cNvSpPr/>
            <p:nvPr/>
          </p:nvSpPr>
          <p:spPr>
            <a:xfrm rot="8716295">
              <a:off x="1011887" y="1342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0"/>
            <p:cNvSpPr/>
            <p:nvPr/>
          </p:nvSpPr>
          <p:spPr>
            <a:xfrm rot="8716295">
              <a:off x="1291652" y="-36449"/>
              <a:ext cx="134197" cy="106947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0"/>
            <p:cNvSpPr/>
            <p:nvPr/>
          </p:nvSpPr>
          <p:spPr>
            <a:xfrm rot="-8510606">
              <a:off x="990163" y="-39748"/>
              <a:ext cx="111277" cy="115595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0"/>
            <p:cNvSpPr/>
            <p:nvPr/>
          </p:nvSpPr>
          <p:spPr>
            <a:xfrm rot="8716295">
              <a:off x="121288" y="414134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0"/>
            <p:cNvSpPr/>
            <p:nvPr/>
          </p:nvSpPr>
          <p:spPr>
            <a:xfrm rot="8716295">
              <a:off x="256586" y="418560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0"/>
            <p:cNvSpPr/>
            <p:nvPr/>
          </p:nvSpPr>
          <p:spPr>
            <a:xfrm rot="8716295">
              <a:off x="188704" y="405501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0"/>
            <p:cNvSpPr/>
            <p:nvPr/>
          </p:nvSpPr>
          <p:spPr>
            <a:xfrm rot="8716295">
              <a:off x="-22408" y="4278013"/>
              <a:ext cx="57413" cy="71926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0"/>
            <p:cNvSpPr/>
            <p:nvPr/>
          </p:nvSpPr>
          <p:spPr>
            <a:xfrm rot="8716295">
              <a:off x="-36969" y="4107248"/>
              <a:ext cx="147272" cy="83734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0"/>
            <p:cNvSpPr/>
            <p:nvPr/>
          </p:nvSpPr>
          <p:spPr>
            <a:xfrm rot="8716295">
              <a:off x="43378" y="3712531"/>
              <a:ext cx="125537" cy="468763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30"/>
            <p:cNvSpPr/>
            <p:nvPr/>
          </p:nvSpPr>
          <p:spPr>
            <a:xfrm rot="8716295">
              <a:off x="87905" y="4337347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30"/>
            <p:cNvSpPr/>
            <p:nvPr/>
          </p:nvSpPr>
          <p:spPr>
            <a:xfrm rot="8716295">
              <a:off x="558851" y="37627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30"/>
            <p:cNvSpPr/>
            <p:nvPr/>
          </p:nvSpPr>
          <p:spPr>
            <a:xfrm rot="8716295">
              <a:off x="694150" y="38069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0"/>
            <p:cNvSpPr/>
            <p:nvPr/>
          </p:nvSpPr>
          <p:spPr>
            <a:xfrm rot="8716295">
              <a:off x="388980" y="38967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0"/>
            <p:cNvSpPr/>
            <p:nvPr/>
          </p:nvSpPr>
          <p:spPr>
            <a:xfrm rot="8716295">
              <a:off x="199936" y="358091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30"/>
            <p:cNvSpPr/>
            <p:nvPr/>
          </p:nvSpPr>
          <p:spPr>
            <a:xfrm rot="8716295">
              <a:off x="525469" y="3958731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30"/>
            <p:cNvSpPr/>
            <p:nvPr/>
          </p:nvSpPr>
          <p:spPr>
            <a:xfrm rot="8716295">
              <a:off x="160022" y="3732305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0"/>
            <p:cNvSpPr/>
            <p:nvPr/>
          </p:nvSpPr>
          <p:spPr>
            <a:xfrm rot="7484129">
              <a:off x="684286" y="424834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30"/>
            <p:cNvSpPr/>
            <p:nvPr/>
          </p:nvSpPr>
          <p:spPr>
            <a:xfrm rot="-8510606">
              <a:off x="842936" y="4197697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0"/>
            <p:cNvSpPr/>
            <p:nvPr/>
          </p:nvSpPr>
          <p:spPr>
            <a:xfrm rot="8716295">
              <a:off x="1123827" y="390757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0"/>
            <p:cNvSpPr/>
            <p:nvPr/>
          </p:nvSpPr>
          <p:spPr>
            <a:xfrm rot="8716295">
              <a:off x="1045418" y="375078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0"/>
            <p:cNvSpPr/>
            <p:nvPr/>
          </p:nvSpPr>
          <p:spPr>
            <a:xfrm rot="8716295">
              <a:off x="677254" y="379652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0"/>
            <p:cNvSpPr/>
            <p:nvPr/>
          </p:nvSpPr>
          <p:spPr>
            <a:xfrm rot="8716295">
              <a:off x="945836" y="355550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0"/>
            <p:cNvSpPr/>
            <p:nvPr/>
          </p:nvSpPr>
          <p:spPr>
            <a:xfrm rot="8716295">
              <a:off x="601570" y="5027951"/>
              <a:ext cx="169680" cy="113030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0"/>
            <p:cNvSpPr/>
            <p:nvPr/>
          </p:nvSpPr>
          <p:spPr>
            <a:xfrm rot="8716295">
              <a:off x="197311" y="4925365"/>
              <a:ext cx="194366" cy="296463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0"/>
            <p:cNvSpPr/>
            <p:nvPr/>
          </p:nvSpPr>
          <p:spPr>
            <a:xfrm rot="8716295">
              <a:off x="73168" y="4745087"/>
              <a:ext cx="439901" cy="517329"/>
            </a:xfrm>
            <a:custGeom>
              <a:rect b="b" l="l" r="r" t="t"/>
              <a:pathLst>
                <a:path extrusionOk="0" h="517329" w="439901">
                  <a:moveTo>
                    <a:pt x="38290" y="472541"/>
                  </a:moveTo>
                  <a:cubicBezTo>
                    <a:pt x="8014" y="443156"/>
                    <a:pt x="0" y="392397"/>
                    <a:pt x="0" y="319377"/>
                  </a:cubicBezTo>
                  <a:lnTo>
                    <a:pt x="0" y="47778"/>
                  </a:lnTo>
                  <a:lnTo>
                    <a:pt x="92094" y="0"/>
                  </a:lnTo>
                  <a:lnTo>
                    <a:pt x="118664" y="18418"/>
                  </a:lnTo>
                  <a:lnTo>
                    <a:pt x="120216" y="234781"/>
                  </a:lnTo>
                  <a:cubicBezTo>
                    <a:pt x="117544" y="284648"/>
                    <a:pt x="125558" y="335406"/>
                    <a:pt x="141587" y="382603"/>
                  </a:cubicBezTo>
                  <a:cubicBezTo>
                    <a:pt x="155836" y="421784"/>
                    <a:pt x="192345" y="441375"/>
                    <a:pt x="248446" y="441375"/>
                  </a:cubicBezTo>
                  <a:cubicBezTo>
                    <a:pt x="276051" y="440484"/>
                    <a:pt x="302766" y="435141"/>
                    <a:pt x="328589" y="427127"/>
                  </a:cubicBezTo>
                  <a:cubicBezTo>
                    <a:pt x="365990" y="415550"/>
                    <a:pt x="402500" y="400412"/>
                    <a:pt x="438120" y="382603"/>
                  </a:cubicBezTo>
                  <a:cubicBezTo>
                    <a:pt x="439010" y="386164"/>
                    <a:pt x="439901" y="390616"/>
                    <a:pt x="439901" y="394178"/>
                  </a:cubicBezTo>
                  <a:lnTo>
                    <a:pt x="439901" y="403083"/>
                  </a:lnTo>
                  <a:cubicBezTo>
                    <a:pt x="345509" y="484118"/>
                    <a:pt x="221731" y="512614"/>
                    <a:pt x="147821" y="517066"/>
                  </a:cubicBezTo>
                  <a:cubicBezTo>
                    <a:pt x="106859" y="519738"/>
                    <a:pt x="66787" y="501928"/>
                    <a:pt x="38290" y="47254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0"/>
            <p:cNvSpPr/>
            <p:nvPr/>
          </p:nvSpPr>
          <p:spPr>
            <a:xfrm rot="8716295">
              <a:off x="896624" y="476121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0"/>
            <p:cNvSpPr/>
            <p:nvPr/>
          </p:nvSpPr>
          <p:spPr>
            <a:xfrm rot="8716295">
              <a:off x="1032483" y="4799006"/>
              <a:ext cx="389853" cy="38345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0"/>
            <p:cNvSpPr/>
            <p:nvPr/>
          </p:nvSpPr>
          <p:spPr>
            <a:xfrm rot="8716295">
              <a:off x="726753" y="48952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0"/>
            <p:cNvSpPr/>
            <p:nvPr/>
          </p:nvSpPr>
          <p:spPr>
            <a:xfrm rot="8716295">
              <a:off x="537709" y="457939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0"/>
            <p:cNvSpPr/>
            <p:nvPr/>
          </p:nvSpPr>
          <p:spPr>
            <a:xfrm rot="8716295">
              <a:off x="826576" y="4988476"/>
              <a:ext cx="91035" cy="19864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30"/>
            <p:cNvSpPr/>
            <p:nvPr/>
          </p:nvSpPr>
          <p:spPr>
            <a:xfrm rot="8716295">
              <a:off x="497795" y="473078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" name="Google Shape;129;p30"/>
            <p:cNvSpPr/>
            <p:nvPr/>
          </p:nvSpPr>
          <p:spPr>
            <a:xfrm rot="8716295">
              <a:off x="1459248" y="4904357"/>
              <a:ext cx="328004" cy="223069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30"/>
            <p:cNvSpPr/>
            <p:nvPr/>
          </p:nvSpPr>
          <p:spPr>
            <a:xfrm rot="8716295">
              <a:off x="1383191" y="474927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30"/>
            <p:cNvSpPr/>
            <p:nvPr/>
          </p:nvSpPr>
          <p:spPr>
            <a:xfrm rot="8716295">
              <a:off x="1015027" y="479501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32;p30"/>
            <p:cNvSpPr/>
            <p:nvPr/>
          </p:nvSpPr>
          <p:spPr>
            <a:xfrm rot="8716295">
              <a:off x="1283609" y="45539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30"/>
            <p:cNvSpPr/>
            <p:nvPr/>
          </p:nvSpPr>
          <p:spPr>
            <a:xfrm rot="8716295">
              <a:off x="-30381" y="3359388"/>
              <a:ext cx="98497" cy="75863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30"/>
            <p:cNvSpPr/>
            <p:nvPr/>
          </p:nvSpPr>
          <p:spPr>
            <a:xfrm rot="8716295">
              <a:off x="-77334" y="3178477"/>
              <a:ext cx="389652" cy="385611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0"/>
            <p:cNvSpPr/>
            <p:nvPr/>
          </p:nvSpPr>
          <p:spPr>
            <a:xfrm rot="8716295">
              <a:off x="-71352" y="3029015"/>
              <a:ext cx="193594" cy="189959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0"/>
            <p:cNvSpPr/>
            <p:nvPr/>
          </p:nvSpPr>
          <p:spPr>
            <a:xfrm rot="8716295">
              <a:off x="223574" y="276232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30"/>
            <p:cNvSpPr/>
            <p:nvPr/>
          </p:nvSpPr>
          <p:spPr>
            <a:xfrm rot="8716295">
              <a:off x="358873" y="280657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30"/>
            <p:cNvSpPr/>
            <p:nvPr/>
          </p:nvSpPr>
          <p:spPr>
            <a:xfrm rot="8716295">
              <a:off x="53703" y="289633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30"/>
            <p:cNvSpPr/>
            <p:nvPr/>
          </p:nvSpPr>
          <p:spPr>
            <a:xfrm rot="8716295">
              <a:off x="-92201" y="2622488"/>
              <a:ext cx="271732" cy="238722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0"/>
            <p:cNvSpPr/>
            <p:nvPr/>
          </p:nvSpPr>
          <p:spPr>
            <a:xfrm rot="8716295">
              <a:off x="190192" y="29583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0"/>
            <p:cNvSpPr/>
            <p:nvPr/>
          </p:nvSpPr>
          <p:spPr>
            <a:xfrm rot="7484129">
              <a:off x="349009" y="32479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30"/>
            <p:cNvSpPr/>
            <p:nvPr/>
          </p:nvSpPr>
          <p:spPr>
            <a:xfrm rot="-8510606">
              <a:off x="507659" y="3197284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30"/>
            <p:cNvSpPr/>
            <p:nvPr/>
          </p:nvSpPr>
          <p:spPr>
            <a:xfrm rot="8716295">
              <a:off x="788550" y="2907166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30"/>
            <p:cNvSpPr/>
            <p:nvPr/>
          </p:nvSpPr>
          <p:spPr>
            <a:xfrm rot="8716295">
              <a:off x="710141" y="275037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0"/>
            <p:cNvSpPr/>
            <p:nvPr/>
          </p:nvSpPr>
          <p:spPr>
            <a:xfrm rot="8716295">
              <a:off x="341977" y="279611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0"/>
            <p:cNvSpPr/>
            <p:nvPr/>
          </p:nvSpPr>
          <p:spPr>
            <a:xfrm rot="8716295">
              <a:off x="610559" y="255509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30"/>
            <p:cNvSpPr/>
            <p:nvPr/>
          </p:nvSpPr>
          <p:spPr>
            <a:xfrm rot="8716295">
              <a:off x="-24305" y="2374348"/>
              <a:ext cx="58950" cy="66898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30"/>
            <p:cNvSpPr/>
            <p:nvPr/>
          </p:nvSpPr>
          <p:spPr>
            <a:xfrm rot="8716295">
              <a:off x="-39593" y="1952072"/>
              <a:ext cx="198050" cy="140164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30"/>
            <p:cNvSpPr/>
            <p:nvPr/>
          </p:nvSpPr>
          <p:spPr>
            <a:xfrm rot="8716295">
              <a:off x="21100" y="18080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0"/>
            <p:cNvSpPr/>
            <p:nvPr/>
          </p:nvSpPr>
          <p:spPr>
            <a:xfrm rot="8716295">
              <a:off x="-24330" y="2197782"/>
              <a:ext cx="102508" cy="53362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0"/>
            <p:cNvSpPr/>
            <p:nvPr/>
          </p:nvSpPr>
          <p:spPr>
            <a:xfrm rot="7484129">
              <a:off x="11236" y="224945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0"/>
            <p:cNvSpPr/>
            <p:nvPr/>
          </p:nvSpPr>
          <p:spPr>
            <a:xfrm rot="-8510606">
              <a:off x="169886" y="2198801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0"/>
            <p:cNvSpPr/>
            <p:nvPr/>
          </p:nvSpPr>
          <p:spPr>
            <a:xfrm rot="8716295">
              <a:off x="450777" y="1908683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0"/>
            <p:cNvSpPr/>
            <p:nvPr/>
          </p:nvSpPr>
          <p:spPr>
            <a:xfrm rot="8716295">
              <a:off x="372368" y="17518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0"/>
            <p:cNvSpPr/>
            <p:nvPr/>
          </p:nvSpPr>
          <p:spPr>
            <a:xfrm rot="8716295">
              <a:off x="4204" y="17976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30"/>
            <p:cNvSpPr/>
            <p:nvPr/>
          </p:nvSpPr>
          <p:spPr>
            <a:xfrm rot="8716295">
              <a:off x="272786" y="155661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0"/>
            <p:cNvSpPr/>
            <p:nvPr/>
          </p:nvSpPr>
          <p:spPr>
            <a:xfrm rot="8716295">
              <a:off x="-35149" y="938156"/>
              <a:ext cx="158623" cy="159016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0"/>
            <p:cNvSpPr/>
            <p:nvPr/>
          </p:nvSpPr>
          <p:spPr>
            <a:xfrm rot="7484129">
              <a:off x="-32979" y="1345537"/>
              <a:ext cx="65961" cy="45734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0"/>
            <p:cNvSpPr/>
            <p:nvPr/>
          </p:nvSpPr>
          <p:spPr>
            <a:xfrm rot="-8510606">
              <a:off x="-134707" y="1200752"/>
              <a:ext cx="386820" cy="481345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0"/>
            <p:cNvSpPr/>
            <p:nvPr/>
          </p:nvSpPr>
          <p:spPr>
            <a:xfrm rot="8716295">
              <a:off x="119403" y="90662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30"/>
            <p:cNvSpPr/>
            <p:nvPr/>
          </p:nvSpPr>
          <p:spPr>
            <a:xfrm rot="8716295">
              <a:off x="40994" y="74983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0"/>
            <p:cNvSpPr/>
            <p:nvPr/>
          </p:nvSpPr>
          <p:spPr>
            <a:xfrm rot="8716295">
              <a:off x="-44934" y="551941"/>
              <a:ext cx="152592" cy="165412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0"/>
            <p:cNvSpPr/>
            <p:nvPr/>
          </p:nvSpPr>
          <p:spPr>
            <a:xfrm rot="8716295">
              <a:off x="-69806" y="4587027"/>
              <a:ext cx="183810" cy="187594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0"/>
            <p:cNvSpPr/>
            <p:nvPr/>
          </p:nvSpPr>
          <p:spPr>
            <a:xfrm rot="8716295">
              <a:off x="2260816" y="1871889"/>
              <a:ext cx="76563" cy="79800"/>
            </a:xfrm>
            <a:custGeom>
              <a:rect b="b" l="l" r="r" t="t"/>
              <a:pathLst>
                <a:path extrusionOk="0" h="79800" w="76563">
                  <a:moveTo>
                    <a:pt x="1561" y="67386"/>
                  </a:moveTo>
                  <a:lnTo>
                    <a:pt x="0" y="63688"/>
                  </a:lnTo>
                  <a:lnTo>
                    <a:pt x="52676" y="0"/>
                  </a:lnTo>
                  <a:lnTo>
                    <a:pt x="63632" y="4626"/>
                  </a:lnTo>
                  <a:cubicBezTo>
                    <a:pt x="80874" y="21178"/>
                    <a:pt x="80873" y="49455"/>
                    <a:pt x="63632" y="66697"/>
                  </a:cubicBezTo>
                  <a:cubicBezTo>
                    <a:pt x="55356" y="74973"/>
                    <a:pt x="44321" y="79800"/>
                    <a:pt x="32596" y="79800"/>
                  </a:cubicBezTo>
                  <a:cubicBezTo>
                    <a:pt x="20872" y="79800"/>
                    <a:pt x="9837" y="75662"/>
                    <a:pt x="1561" y="6738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0"/>
            <p:cNvSpPr/>
            <p:nvPr/>
          </p:nvSpPr>
          <p:spPr>
            <a:xfrm rot="8716295">
              <a:off x="2079218" y="1576016"/>
              <a:ext cx="236114" cy="296463"/>
            </a:xfrm>
            <a:custGeom>
              <a:rect b="b" l="l" r="r" t="t"/>
              <a:pathLst>
                <a:path extrusionOk="0" h="296463" w="236114">
                  <a:moveTo>
                    <a:pt x="64875" y="296463"/>
                  </a:moveTo>
                  <a:lnTo>
                    <a:pt x="0" y="175766"/>
                  </a:lnTo>
                  <a:lnTo>
                    <a:pt x="33192" y="83734"/>
                  </a:lnTo>
                  <a:lnTo>
                    <a:pt x="489" y="83734"/>
                  </a:lnTo>
                  <a:lnTo>
                    <a:pt x="69747" y="0"/>
                  </a:lnTo>
                  <a:lnTo>
                    <a:pt x="236114" y="0"/>
                  </a:lnTo>
                  <a:lnTo>
                    <a:pt x="236114" y="83734"/>
                  </a:lnTo>
                  <a:lnTo>
                    <a:pt x="138047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30"/>
            <p:cNvSpPr/>
            <p:nvPr/>
          </p:nvSpPr>
          <p:spPr>
            <a:xfrm rot="8716295">
              <a:off x="1975890" y="1368961"/>
              <a:ext cx="432296" cy="245571"/>
            </a:xfrm>
            <a:custGeom>
              <a:rect b="b" l="l" r="r" t="t"/>
              <a:pathLst>
                <a:path extrusionOk="0" h="245571" w="432296">
                  <a:moveTo>
                    <a:pt x="30685" y="200783"/>
                  </a:moveTo>
                  <a:cubicBezTo>
                    <a:pt x="15547" y="186091"/>
                    <a:pt x="5975" y="166054"/>
                    <a:pt x="187" y="140564"/>
                  </a:cubicBezTo>
                  <a:lnTo>
                    <a:pt x="0" y="138341"/>
                  </a:lnTo>
                  <a:lnTo>
                    <a:pt x="114424" y="0"/>
                  </a:lnTo>
                  <a:lnTo>
                    <a:pt x="116284" y="37935"/>
                  </a:lnTo>
                  <a:cubicBezTo>
                    <a:pt x="119957" y="62758"/>
                    <a:pt x="125968" y="87246"/>
                    <a:pt x="133982" y="110844"/>
                  </a:cubicBezTo>
                  <a:cubicBezTo>
                    <a:pt x="148231" y="150026"/>
                    <a:pt x="184740" y="169617"/>
                    <a:pt x="240841" y="169617"/>
                  </a:cubicBezTo>
                  <a:cubicBezTo>
                    <a:pt x="268446" y="168726"/>
                    <a:pt x="295161" y="163383"/>
                    <a:pt x="320985" y="155369"/>
                  </a:cubicBezTo>
                  <a:cubicBezTo>
                    <a:pt x="358385" y="143792"/>
                    <a:pt x="394895" y="128654"/>
                    <a:pt x="430515" y="110844"/>
                  </a:cubicBezTo>
                  <a:cubicBezTo>
                    <a:pt x="431405" y="114406"/>
                    <a:pt x="432296" y="118858"/>
                    <a:pt x="432296" y="122420"/>
                  </a:cubicBezTo>
                  <a:lnTo>
                    <a:pt x="432296" y="131325"/>
                  </a:lnTo>
                  <a:cubicBezTo>
                    <a:pt x="337904" y="212360"/>
                    <a:pt x="214126" y="240856"/>
                    <a:pt x="140216" y="245308"/>
                  </a:cubicBezTo>
                  <a:cubicBezTo>
                    <a:pt x="99254" y="247980"/>
                    <a:pt x="59182" y="230170"/>
                    <a:pt x="30685" y="20078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0"/>
            <p:cNvSpPr/>
            <p:nvPr/>
          </p:nvSpPr>
          <p:spPr>
            <a:xfrm rot="8716295">
              <a:off x="2107141" y="73528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0"/>
            <p:cNvSpPr/>
            <p:nvPr/>
          </p:nvSpPr>
          <p:spPr>
            <a:xfrm rot="8716295">
              <a:off x="2242282" y="832029"/>
              <a:ext cx="282003" cy="313470"/>
            </a:xfrm>
            <a:custGeom>
              <a:rect b="b" l="l" r="r" t="t"/>
              <a:pathLst>
                <a:path extrusionOk="0" h="313470" w="282003">
                  <a:moveTo>
                    <a:pt x="188208" y="99785"/>
                  </a:moveTo>
                  <a:lnTo>
                    <a:pt x="188208" y="85923"/>
                  </a:lnTo>
                  <a:lnTo>
                    <a:pt x="259276" y="0"/>
                  </a:lnTo>
                  <a:lnTo>
                    <a:pt x="274211" y="28123"/>
                  </a:lnTo>
                  <a:cubicBezTo>
                    <a:pt x="279330" y="44783"/>
                    <a:pt x="282002" y="63922"/>
                    <a:pt x="282003" y="85301"/>
                  </a:cubicBezTo>
                  <a:lnTo>
                    <a:pt x="282002" y="94267"/>
                  </a:lnTo>
                  <a:close/>
                  <a:moveTo>
                    <a:pt x="0" y="313470"/>
                  </a:moveTo>
                  <a:lnTo>
                    <a:pt x="56482" y="245183"/>
                  </a:lnTo>
                  <a:lnTo>
                    <a:pt x="56482" y="2749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0"/>
            <p:cNvSpPr/>
            <p:nvPr/>
          </p:nvSpPr>
          <p:spPr>
            <a:xfrm rot="8716295">
              <a:off x="2174558" y="64895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0"/>
            <p:cNvSpPr/>
            <p:nvPr/>
          </p:nvSpPr>
          <p:spPr>
            <a:xfrm rot="8716295">
              <a:off x="1937270" y="8692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30"/>
            <p:cNvSpPr/>
            <p:nvPr/>
          </p:nvSpPr>
          <p:spPr>
            <a:xfrm rot="8716295">
              <a:off x="1748224" y="55346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30"/>
            <p:cNvSpPr/>
            <p:nvPr/>
          </p:nvSpPr>
          <p:spPr>
            <a:xfrm rot="8716295">
              <a:off x="1729983" y="34341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0"/>
            <p:cNvSpPr/>
            <p:nvPr/>
          </p:nvSpPr>
          <p:spPr>
            <a:xfrm rot="8716295">
              <a:off x="2073759" y="93127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30"/>
            <p:cNvSpPr/>
            <p:nvPr/>
          </p:nvSpPr>
          <p:spPr>
            <a:xfrm rot="8716295">
              <a:off x="2367873" y="489398"/>
              <a:ext cx="81526" cy="84395"/>
            </a:xfrm>
            <a:custGeom>
              <a:rect b="b" l="l" r="r" t="t"/>
              <a:pathLst>
                <a:path extrusionOk="0" h="84395" w="81526">
                  <a:moveTo>
                    <a:pt x="6524" y="71981"/>
                  </a:moveTo>
                  <a:lnTo>
                    <a:pt x="0" y="56529"/>
                  </a:lnTo>
                  <a:lnTo>
                    <a:pt x="46756" y="0"/>
                  </a:lnTo>
                  <a:lnTo>
                    <a:pt x="68595" y="9221"/>
                  </a:lnTo>
                  <a:cubicBezTo>
                    <a:pt x="85837" y="25773"/>
                    <a:pt x="85836" y="54050"/>
                    <a:pt x="68595" y="71292"/>
                  </a:cubicBezTo>
                  <a:cubicBezTo>
                    <a:pt x="60319" y="79568"/>
                    <a:pt x="49284" y="84395"/>
                    <a:pt x="37559" y="84395"/>
                  </a:cubicBezTo>
                  <a:cubicBezTo>
                    <a:pt x="25835" y="84395"/>
                    <a:pt x="14800" y="80257"/>
                    <a:pt x="6524" y="7198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30"/>
            <p:cNvSpPr/>
            <p:nvPr/>
          </p:nvSpPr>
          <p:spPr>
            <a:xfrm rot="8716295">
              <a:off x="2184146" y="191304"/>
              <a:ext cx="250306" cy="296463"/>
            </a:xfrm>
            <a:custGeom>
              <a:rect b="b" l="l" r="r" t="t"/>
              <a:pathLst>
                <a:path extrusionOk="0" h="296463" w="250306">
                  <a:moveTo>
                    <a:pt x="79067" y="296463"/>
                  </a:moveTo>
                  <a:lnTo>
                    <a:pt x="14192" y="175766"/>
                  </a:lnTo>
                  <a:lnTo>
                    <a:pt x="47384" y="83734"/>
                  </a:lnTo>
                  <a:lnTo>
                    <a:pt x="0" y="83734"/>
                  </a:lnTo>
                  <a:lnTo>
                    <a:pt x="69257" y="0"/>
                  </a:lnTo>
                  <a:lnTo>
                    <a:pt x="250306" y="0"/>
                  </a:lnTo>
                  <a:lnTo>
                    <a:pt x="250306" y="83734"/>
                  </a:lnTo>
                  <a:lnTo>
                    <a:pt x="152239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30"/>
            <p:cNvSpPr/>
            <p:nvPr/>
          </p:nvSpPr>
          <p:spPr>
            <a:xfrm rot="8716295">
              <a:off x="2145876" y="32623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0"/>
            <p:cNvSpPr/>
            <p:nvPr/>
          </p:nvSpPr>
          <p:spPr>
            <a:xfrm rot="8716295">
              <a:off x="1834766" y="-57684"/>
              <a:ext cx="186564" cy="129320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30"/>
            <p:cNvSpPr/>
            <p:nvPr/>
          </p:nvSpPr>
          <p:spPr>
            <a:xfrm rot="8716295">
              <a:off x="1969949" y="-13794"/>
              <a:ext cx="394488" cy="14836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30"/>
            <p:cNvSpPr/>
            <p:nvPr/>
          </p:nvSpPr>
          <p:spPr>
            <a:xfrm rot="8716295">
              <a:off x="1736738" y="-7282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30"/>
            <p:cNvSpPr/>
            <p:nvPr/>
          </p:nvSpPr>
          <p:spPr>
            <a:xfrm rot="7484129">
              <a:off x="2394733" y="32841"/>
              <a:ext cx="135077" cy="94074"/>
            </a:xfrm>
            <a:custGeom>
              <a:rect b="b" l="l" r="r" t="t"/>
              <a:pathLst>
                <a:path extrusionOk="0" h="94074" w="135077">
                  <a:moveTo>
                    <a:pt x="100725" y="19729"/>
                  </a:moveTo>
                  <a:lnTo>
                    <a:pt x="135077" y="0"/>
                  </a:lnTo>
                  <a:lnTo>
                    <a:pt x="135077" y="19729"/>
                  </a:lnTo>
                  <a:close/>
                  <a:moveTo>
                    <a:pt x="0" y="77576"/>
                  </a:moveTo>
                  <a:lnTo>
                    <a:pt x="21327" y="65328"/>
                  </a:lnTo>
                  <a:lnTo>
                    <a:pt x="11439" y="9407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1" name="Google Shape;18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99935" y="2052251"/>
            <a:ext cx="3474258" cy="1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une ligne + Contenu">
  <p:cSld name="Titre sur une ligne + Contenu">
    <p:bg>
      <p:bgPr>
        <a:solidFill>
          <a:schemeClr val="dk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84" name="Google Shape;184;p31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9595" y="884098"/>
                </a:moveTo>
                <a:lnTo>
                  <a:pt x="689595" y="929817"/>
                </a:lnTo>
                <a:lnTo>
                  <a:pt x="1049595" y="929817"/>
                </a:lnTo>
                <a:lnTo>
                  <a:pt x="1049595" y="88409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1"/>
          <p:cNvSpPr txBox="1"/>
          <p:nvPr>
            <p:ph type="title"/>
          </p:nvPr>
        </p:nvSpPr>
        <p:spPr>
          <a:xfrm>
            <a:off x="1198859" y="349390"/>
            <a:ext cx="7316491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31"/>
          <p:cNvSpPr/>
          <p:nvPr/>
        </p:nvSpPr>
        <p:spPr>
          <a:xfrm rot="8716295">
            <a:off x="617786" y="1780350"/>
            <a:ext cx="152726" cy="195873"/>
          </a:xfrm>
          <a:custGeom>
            <a:rect b="b" l="l" r="r" t="t"/>
            <a:pathLst>
              <a:path extrusionOk="0" h="195873" w="152726">
                <a:moveTo>
                  <a:pt x="39589" y="195873"/>
                </a:moveTo>
                <a:lnTo>
                  <a:pt x="0" y="122219"/>
                </a:lnTo>
                <a:lnTo>
                  <a:pt x="101089" y="0"/>
                </a:lnTo>
                <a:lnTo>
                  <a:pt x="152726" y="0"/>
                </a:lnTo>
                <a:lnTo>
                  <a:pt x="152726" y="55323"/>
                </a:lnTo>
                <a:lnTo>
                  <a:pt x="87934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1"/>
          <p:cNvSpPr/>
          <p:nvPr/>
        </p:nvSpPr>
        <p:spPr>
          <a:xfrm rot="8716295">
            <a:off x="534441" y="1654353"/>
            <a:ext cx="262864" cy="103234"/>
          </a:xfrm>
          <a:custGeom>
            <a:rect b="b" l="l" r="r" t="t"/>
            <a:pathLst>
              <a:path extrusionOk="0" h="103234" w="262864">
                <a:moveTo>
                  <a:pt x="0" y="75341"/>
                </a:moveTo>
                <a:lnTo>
                  <a:pt x="62316" y="0"/>
                </a:lnTo>
                <a:lnTo>
                  <a:pt x="65768" y="14220"/>
                </a:lnTo>
                <a:cubicBezTo>
                  <a:pt x="75182" y="40107"/>
                  <a:pt x="99304" y="53051"/>
                  <a:pt x="136369" y="53051"/>
                </a:cubicBezTo>
                <a:cubicBezTo>
                  <a:pt x="154609" y="52462"/>
                  <a:pt x="172259" y="48932"/>
                  <a:pt x="189321" y="43637"/>
                </a:cubicBezTo>
                <a:cubicBezTo>
                  <a:pt x="214031" y="35988"/>
                  <a:pt x="238154" y="25987"/>
                  <a:pt x="261688" y="14220"/>
                </a:cubicBezTo>
                <a:cubicBezTo>
                  <a:pt x="262276" y="16573"/>
                  <a:pt x="262864" y="19515"/>
                  <a:pt x="262864" y="21868"/>
                </a:cubicBezTo>
                <a:lnTo>
                  <a:pt x="262864" y="27752"/>
                </a:lnTo>
                <a:cubicBezTo>
                  <a:pt x="200500" y="81291"/>
                  <a:pt x="118719" y="100119"/>
                  <a:pt x="69887" y="103060"/>
                </a:cubicBezTo>
                <a:cubicBezTo>
                  <a:pt x="56355" y="103943"/>
                  <a:pt x="42970" y="101442"/>
                  <a:pt x="30615" y="96294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/>
          <p:nvPr/>
        </p:nvSpPr>
        <p:spPr>
          <a:xfrm rot="8716295">
            <a:off x="632719" y="1232432"/>
            <a:ext cx="121558" cy="232388"/>
          </a:xfrm>
          <a:custGeom>
            <a:rect b="b" l="l" r="r" t="t"/>
            <a:pathLst>
              <a:path extrusionOk="0" h="232388" w="121558">
                <a:moveTo>
                  <a:pt x="60499" y="232388"/>
                </a:moveTo>
                <a:lnTo>
                  <a:pt x="60499" y="69717"/>
                </a:lnTo>
                <a:cubicBezTo>
                  <a:pt x="60499" y="68349"/>
                  <a:pt x="60499" y="66983"/>
                  <a:pt x="60499" y="65615"/>
                </a:cubicBezTo>
                <a:cubicBezTo>
                  <a:pt x="59133" y="55591"/>
                  <a:pt x="50019" y="48756"/>
                  <a:pt x="39995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64601" y="0"/>
                </a:lnTo>
                <a:cubicBezTo>
                  <a:pt x="101509" y="0"/>
                  <a:pt x="121558" y="15948"/>
                  <a:pt x="121558" y="50123"/>
                </a:cubicBezTo>
                <a:lnTo>
                  <a:pt x="121558" y="208238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1"/>
          <p:cNvSpPr/>
          <p:nvPr/>
        </p:nvSpPr>
        <p:spPr>
          <a:xfrm rot="8716295">
            <a:off x="763454" y="1474783"/>
            <a:ext cx="14143" cy="14319"/>
          </a:xfrm>
          <a:custGeom>
            <a:rect b="b" l="l" r="r" t="t"/>
            <a:pathLst>
              <a:path extrusionOk="0" h="14319" w="14143">
                <a:moveTo>
                  <a:pt x="0" y="14319"/>
                </a:moveTo>
                <a:lnTo>
                  <a:pt x="11843" y="0"/>
                </a:lnTo>
                <a:lnTo>
                  <a:pt x="14143" y="7563"/>
                </a:lnTo>
                <a:lnTo>
                  <a:pt x="14143" y="13487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1"/>
          <p:cNvSpPr/>
          <p:nvPr/>
        </p:nvSpPr>
        <p:spPr>
          <a:xfrm rot="8716295">
            <a:off x="672878" y="1171577"/>
            <a:ext cx="183964" cy="137618"/>
          </a:xfrm>
          <a:custGeom>
            <a:rect b="b" l="l" r="r" t="t"/>
            <a:pathLst>
              <a:path extrusionOk="0" h="137618" w="183964">
                <a:moveTo>
                  <a:pt x="0" y="137618"/>
                </a:moveTo>
                <a:lnTo>
                  <a:pt x="53346" y="73121"/>
                </a:lnTo>
                <a:lnTo>
                  <a:pt x="101034" y="28251"/>
                </a:lnTo>
                <a:cubicBezTo>
                  <a:pt x="114703" y="12303"/>
                  <a:pt x="134297" y="2278"/>
                  <a:pt x="155713" y="0"/>
                </a:cubicBezTo>
                <a:cubicBezTo>
                  <a:pt x="177585" y="0"/>
                  <a:pt x="183964" y="19138"/>
                  <a:pt x="183964" y="33719"/>
                </a:cubicBezTo>
                <a:cubicBezTo>
                  <a:pt x="182597" y="49667"/>
                  <a:pt x="172117" y="62881"/>
                  <a:pt x="157536" y="69261"/>
                </a:cubicBezTo>
                <a:lnTo>
                  <a:pt x="157991" y="69261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/>
          <p:nvPr/>
        </p:nvSpPr>
        <p:spPr>
          <a:xfrm rot="8716295">
            <a:off x="519479" y="1314846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/>
          <p:nvPr/>
        </p:nvSpPr>
        <p:spPr>
          <a:xfrm rot="8716295">
            <a:off x="394576" y="1106173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31"/>
          <p:cNvSpPr/>
          <p:nvPr/>
        </p:nvSpPr>
        <p:spPr>
          <a:xfrm rot="8716295">
            <a:off x="382524" y="967393"/>
            <a:ext cx="288290" cy="34712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1"/>
          <p:cNvSpPr/>
          <p:nvPr/>
        </p:nvSpPr>
        <p:spPr>
          <a:xfrm rot="8716295">
            <a:off x="609657" y="1355798"/>
            <a:ext cx="100246" cy="218718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1"/>
          <p:cNvSpPr/>
          <p:nvPr/>
        </p:nvSpPr>
        <p:spPr>
          <a:xfrm rot="8716295">
            <a:off x="683426" y="869567"/>
            <a:ext cx="156000" cy="195873"/>
          </a:xfrm>
          <a:custGeom>
            <a:rect b="b" l="l" r="r" t="t"/>
            <a:pathLst>
              <a:path extrusionOk="0" h="195873" w="156000">
                <a:moveTo>
                  <a:pt x="42863" y="195873"/>
                </a:moveTo>
                <a:lnTo>
                  <a:pt x="0" y="116129"/>
                </a:lnTo>
                <a:lnTo>
                  <a:pt x="5100" y="101988"/>
                </a:lnTo>
                <a:lnTo>
                  <a:pt x="89456" y="0"/>
                </a:lnTo>
                <a:lnTo>
                  <a:pt x="156000" y="0"/>
                </a:lnTo>
                <a:lnTo>
                  <a:pt x="156000" y="55323"/>
                </a:lnTo>
                <a:lnTo>
                  <a:pt x="91208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1"/>
          <p:cNvSpPr/>
          <p:nvPr/>
        </p:nvSpPr>
        <p:spPr>
          <a:xfrm rot="8716295">
            <a:off x="657305" y="956046"/>
            <a:ext cx="72447" cy="72447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1"/>
          <p:cNvSpPr/>
          <p:nvPr/>
        </p:nvSpPr>
        <p:spPr>
          <a:xfrm rot="8716295">
            <a:off x="412774" y="564244"/>
            <a:ext cx="141256" cy="232388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31"/>
          <p:cNvSpPr/>
          <p:nvPr/>
        </p:nvSpPr>
        <p:spPr>
          <a:xfrm rot="8716295">
            <a:off x="502166" y="593486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1"/>
          <p:cNvSpPr/>
          <p:nvPr/>
        </p:nvSpPr>
        <p:spPr>
          <a:xfrm rot="8716295">
            <a:off x="457316" y="507206"/>
            <a:ext cx="186822" cy="136699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1"/>
          <p:cNvSpPr/>
          <p:nvPr/>
        </p:nvSpPr>
        <p:spPr>
          <a:xfrm rot="8716295">
            <a:off x="300540" y="652788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/>
          <p:nvPr/>
        </p:nvSpPr>
        <p:spPr>
          <a:xfrm rot="8716295">
            <a:off x="175637" y="444115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31"/>
          <p:cNvSpPr/>
          <p:nvPr/>
        </p:nvSpPr>
        <p:spPr>
          <a:xfrm rot="8716295">
            <a:off x="163585" y="305335"/>
            <a:ext cx="288290" cy="34712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1"/>
          <p:cNvSpPr/>
          <p:nvPr/>
        </p:nvSpPr>
        <p:spPr>
          <a:xfrm rot="8716295">
            <a:off x="390718" y="693740"/>
            <a:ext cx="100246" cy="218718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1"/>
          <p:cNvSpPr/>
          <p:nvPr/>
        </p:nvSpPr>
        <p:spPr>
          <a:xfrm rot="8716295">
            <a:off x="702015" y="317459"/>
            <a:ext cx="131260" cy="232388"/>
          </a:xfrm>
          <a:custGeom>
            <a:rect b="b" l="l" r="r" t="t"/>
            <a:pathLst>
              <a:path extrusionOk="0" h="232388" w="131260">
                <a:moveTo>
                  <a:pt x="70201" y="232388"/>
                </a:moveTo>
                <a:lnTo>
                  <a:pt x="70201" y="69717"/>
                </a:lnTo>
                <a:cubicBezTo>
                  <a:pt x="70201" y="68349"/>
                  <a:pt x="70201" y="66983"/>
                  <a:pt x="70201" y="65615"/>
                </a:cubicBezTo>
                <a:cubicBezTo>
                  <a:pt x="68835" y="55591"/>
                  <a:pt x="59721" y="48756"/>
                  <a:pt x="49697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74303" y="0"/>
                </a:lnTo>
                <a:cubicBezTo>
                  <a:pt x="111211" y="0"/>
                  <a:pt x="131260" y="15948"/>
                  <a:pt x="131260" y="50123"/>
                </a:cubicBezTo>
                <a:lnTo>
                  <a:pt x="131260" y="208238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1"/>
          <p:cNvSpPr/>
          <p:nvPr/>
        </p:nvSpPr>
        <p:spPr>
          <a:xfrm rot="8716295">
            <a:off x="834978" y="558357"/>
            <a:ext cx="24341" cy="23495"/>
          </a:xfrm>
          <a:custGeom>
            <a:rect b="b" l="l" r="r" t="t"/>
            <a:pathLst>
              <a:path extrusionOk="0" h="23495" w="24341">
                <a:moveTo>
                  <a:pt x="0" y="23495"/>
                </a:moveTo>
                <a:lnTo>
                  <a:pt x="19433" y="0"/>
                </a:lnTo>
                <a:lnTo>
                  <a:pt x="24341" y="16139"/>
                </a:lnTo>
                <a:lnTo>
                  <a:pt x="24341" y="2206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1"/>
          <p:cNvSpPr/>
          <p:nvPr/>
        </p:nvSpPr>
        <p:spPr>
          <a:xfrm rot="8716295">
            <a:off x="589639" y="402636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1"/>
          <p:cNvSpPr/>
          <p:nvPr/>
        </p:nvSpPr>
        <p:spPr>
          <a:xfrm rot="8716295">
            <a:off x="464737" y="193963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1"/>
          <p:cNvSpPr/>
          <p:nvPr/>
        </p:nvSpPr>
        <p:spPr>
          <a:xfrm rot="8716295">
            <a:off x="679817" y="443588"/>
            <a:ext cx="100246" cy="218719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31"/>
          <p:cNvSpPr/>
          <p:nvPr/>
        </p:nvSpPr>
        <p:spPr>
          <a:xfrm rot="8716295">
            <a:off x="438366" y="293988"/>
            <a:ext cx="72447" cy="72447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1"/>
          <p:cNvSpPr/>
          <p:nvPr/>
        </p:nvSpPr>
        <p:spPr>
          <a:xfrm rot="7484129">
            <a:off x="811674" y="658874"/>
            <a:ext cx="31078" cy="46141"/>
          </a:xfrm>
          <a:custGeom>
            <a:rect b="b" l="l" r="r" t="t"/>
            <a:pathLst>
              <a:path extrusionOk="0" h="46141" w="31078">
                <a:moveTo>
                  <a:pt x="15207" y="46141"/>
                </a:moveTo>
                <a:lnTo>
                  <a:pt x="0" y="17849"/>
                </a:lnTo>
                <a:lnTo>
                  <a:pt x="31078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/>
          <p:nvPr/>
        </p:nvSpPr>
        <p:spPr>
          <a:xfrm rot="8716295">
            <a:off x="780102" y="336420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1"/>
          <p:cNvSpPr/>
          <p:nvPr/>
        </p:nvSpPr>
        <p:spPr>
          <a:xfrm rot="8716295">
            <a:off x="202348" y="-57106"/>
            <a:ext cx="142167" cy="186494"/>
          </a:xfrm>
          <a:custGeom>
            <a:rect b="b" l="l" r="r" t="t"/>
            <a:pathLst>
              <a:path extrusionOk="0" h="186494" w="142167">
                <a:moveTo>
                  <a:pt x="142167" y="186494"/>
                </a:moveTo>
                <a:lnTo>
                  <a:pt x="81108" y="144170"/>
                </a:lnTo>
                <a:lnTo>
                  <a:pt x="81108" y="69717"/>
                </a:lnTo>
                <a:cubicBezTo>
                  <a:pt x="81108" y="68349"/>
                  <a:pt x="81108" y="66983"/>
                  <a:pt x="81108" y="65615"/>
                </a:cubicBezTo>
                <a:cubicBezTo>
                  <a:pt x="79741" y="55591"/>
                  <a:pt x="70628" y="48756"/>
                  <a:pt x="60603" y="50123"/>
                </a:cubicBezTo>
                <a:lnTo>
                  <a:pt x="0" y="50123"/>
                </a:lnTo>
                <a:lnTo>
                  <a:pt x="0" y="0"/>
                </a:lnTo>
                <a:lnTo>
                  <a:pt x="85209" y="0"/>
                </a:lnTo>
                <a:cubicBezTo>
                  <a:pt x="122118" y="0"/>
                  <a:pt x="142167" y="15948"/>
                  <a:pt x="142167" y="501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1"/>
          <p:cNvSpPr/>
          <p:nvPr/>
        </p:nvSpPr>
        <p:spPr>
          <a:xfrm rot="8716295">
            <a:off x="298766" y="-5395"/>
            <a:ext cx="260639" cy="180054"/>
          </a:xfrm>
          <a:custGeom>
            <a:rect b="b" l="l" r="r" t="t"/>
            <a:pathLst>
              <a:path extrusionOk="0" h="180054" w="260639">
                <a:moveTo>
                  <a:pt x="111638" y="180054"/>
                </a:moveTo>
                <a:lnTo>
                  <a:pt x="51490" y="138362"/>
                </a:lnTo>
                <a:lnTo>
                  <a:pt x="51490" y="45624"/>
                </a:lnTo>
                <a:lnTo>
                  <a:pt x="0" y="45624"/>
                </a:lnTo>
                <a:lnTo>
                  <a:pt x="0" y="1425"/>
                </a:lnTo>
                <a:lnTo>
                  <a:pt x="104802" y="1425"/>
                </a:lnTo>
                <a:lnTo>
                  <a:pt x="104802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cubicBezTo>
                  <a:pt x="232388" y="-854"/>
                  <a:pt x="260639" y="31954"/>
                  <a:pt x="260639" y="88456"/>
                </a:cubicBezTo>
                <a:lnTo>
                  <a:pt x="260639" y="94380"/>
                </a:lnTo>
                <a:lnTo>
                  <a:pt x="198669" y="98025"/>
                </a:lnTo>
                <a:lnTo>
                  <a:pt x="198669" y="81621"/>
                </a:lnTo>
                <a:cubicBezTo>
                  <a:pt x="198669" y="57016"/>
                  <a:pt x="184544" y="40156"/>
                  <a:pt x="164950" y="40156"/>
                </a:cubicBezTo>
                <a:cubicBezTo>
                  <a:pt x="135788" y="40156"/>
                  <a:pt x="111638" y="78887"/>
                  <a:pt x="111638" y="12764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1"/>
          <p:cNvSpPr/>
          <p:nvPr/>
        </p:nvSpPr>
        <p:spPr>
          <a:xfrm rot="8716295">
            <a:off x="276903" y="-12823"/>
            <a:ext cx="36272" cy="27982"/>
          </a:xfrm>
          <a:custGeom>
            <a:rect b="b" l="l" r="r" t="t"/>
            <a:pathLst>
              <a:path extrusionOk="0" h="27982" w="36272">
                <a:moveTo>
                  <a:pt x="36272" y="27982"/>
                </a:moveTo>
                <a:lnTo>
                  <a:pt x="0" y="2840"/>
                </a:lnTo>
                <a:lnTo>
                  <a:pt x="9543" y="0"/>
                </a:lnTo>
                <a:cubicBezTo>
                  <a:pt x="20479" y="0"/>
                  <a:pt x="27542" y="4784"/>
                  <a:pt x="31871" y="11392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/>
          <p:nvPr/>
        </p:nvSpPr>
        <p:spPr>
          <a:xfrm rot="8716295">
            <a:off x="74640" y="-9665"/>
            <a:ext cx="58068" cy="54772"/>
          </a:xfrm>
          <a:custGeom>
            <a:rect b="b" l="l" r="r" t="t"/>
            <a:pathLst>
              <a:path extrusionOk="0" h="54772" w="58068">
                <a:moveTo>
                  <a:pt x="37436" y="54772"/>
                </a:moveTo>
                <a:lnTo>
                  <a:pt x="0" y="28823"/>
                </a:lnTo>
                <a:lnTo>
                  <a:pt x="8515" y="8658"/>
                </a:lnTo>
                <a:cubicBezTo>
                  <a:pt x="13983" y="3190"/>
                  <a:pt x="21273" y="0"/>
                  <a:pt x="29020" y="0"/>
                </a:cubicBezTo>
                <a:cubicBezTo>
                  <a:pt x="36766" y="0"/>
                  <a:pt x="44057" y="3190"/>
                  <a:pt x="49525" y="8658"/>
                </a:cubicBezTo>
                <a:cubicBezTo>
                  <a:pt x="60916" y="19594"/>
                  <a:pt x="60916" y="38276"/>
                  <a:pt x="49525" y="49668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/>
          <p:nvPr/>
        </p:nvSpPr>
        <p:spPr>
          <a:xfrm rot="8716295">
            <a:off x="13802" y="-10406"/>
            <a:ext cx="30027" cy="20814"/>
          </a:xfrm>
          <a:custGeom>
            <a:rect b="b" l="l" r="r" t="t"/>
            <a:pathLst>
              <a:path extrusionOk="0" h="20814" w="30027">
                <a:moveTo>
                  <a:pt x="30027" y="20814"/>
                </a:moveTo>
                <a:lnTo>
                  <a:pt x="0" y="0"/>
                </a:lnTo>
                <a:lnTo>
                  <a:pt x="30027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1"/>
          <p:cNvSpPr/>
          <p:nvPr/>
        </p:nvSpPr>
        <p:spPr>
          <a:xfrm rot="8716295">
            <a:off x="168048" y="30325"/>
            <a:ext cx="100246" cy="218718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/>
          <p:nvPr/>
        </p:nvSpPr>
        <p:spPr>
          <a:xfrm rot="7484129">
            <a:off x="562078" y="-28476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/>
          <p:nvPr/>
        </p:nvSpPr>
        <p:spPr>
          <a:xfrm rot="-8510606">
            <a:off x="767127" y="-2787"/>
            <a:ext cx="149688" cy="301067"/>
          </a:xfrm>
          <a:custGeom>
            <a:rect b="b" l="l" r="r" t="t"/>
            <a:pathLst>
              <a:path extrusionOk="0" h="301067" w="149688">
                <a:moveTo>
                  <a:pt x="149688" y="279622"/>
                </a:moveTo>
                <a:lnTo>
                  <a:pt x="122393" y="301067"/>
                </a:lnTo>
                <a:lnTo>
                  <a:pt x="0" y="114672"/>
                </a:lnTo>
                <a:lnTo>
                  <a:pt x="0" y="38074"/>
                </a:lnTo>
                <a:lnTo>
                  <a:pt x="73388" y="0"/>
                </a:lnTo>
                <a:lnTo>
                  <a:pt x="74492" y="153950"/>
                </a:lnTo>
                <a:cubicBezTo>
                  <a:pt x="72836" y="184850"/>
                  <a:pt x="77802" y="216302"/>
                  <a:pt x="87734" y="245547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/>
          <p:nvPr/>
        </p:nvSpPr>
        <p:spPr>
          <a:xfrm rot="8716295">
            <a:off x="212141" y="3045028"/>
            <a:ext cx="141256" cy="232388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/>
          <p:nvPr/>
        </p:nvSpPr>
        <p:spPr>
          <a:xfrm rot="8716295">
            <a:off x="301533" y="3074270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/>
          <p:nvPr/>
        </p:nvSpPr>
        <p:spPr>
          <a:xfrm rot="8716295">
            <a:off x="256683" y="2987990"/>
            <a:ext cx="186822" cy="136699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/>
          <p:nvPr/>
        </p:nvSpPr>
        <p:spPr>
          <a:xfrm rot="8716295">
            <a:off x="99907" y="3133572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/>
          <p:nvPr/>
        </p:nvSpPr>
        <p:spPr>
          <a:xfrm rot="8716295">
            <a:off x="-24996" y="2924899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/>
          <p:nvPr/>
        </p:nvSpPr>
        <p:spPr>
          <a:xfrm rot="8716295">
            <a:off x="51899" y="2754602"/>
            <a:ext cx="189488" cy="350829"/>
          </a:xfrm>
          <a:custGeom>
            <a:rect b="b" l="l" r="r" t="t"/>
            <a:pathLst>
              <a:path extrusionOk="0" h="350829" w="189488">
                <a:moveTo>
                  <a:pt x="25299" y="321238"/>
                </a:moveTo>
                <a:cubicBezTo>
                  <a:pt x="5295" y="301823"/>
                  <a:pt x="0" y="268286"/>
                  <a:pt x="0" y="220042"/>
                </a:cubicBezTo>
                <a:lnTo>
                  <a:pt x="0" y="40596"/>
                </a:lnTo>
                <a:lnTo>
                  <a:pt x="78250" y="0"/>
                </a:lnTo>
                <a:lnTo>
                  <a:pt x="79427" y="164149"/>
                </a:lnTo>
                <a:cubicBezTo>
                  <a:pt x="77662" y="197097"/>
                  <a:pt x="82957" y="230632"/>
                  <a:pt x="93547" y="261815"/>
                </a:cubicBezTo>
                <a:cubicBezTo>
                  <a:pt x="102961" y="287702"/>
                  <a:pt x="127083" y="300646"/>
                  <a:pt x="164148" y="300646"/>
                </a:cubicBezTo>
                <a:lnTo>
                  <a:pt x="189488" y="296141"/>
                </a:lnTo>
                <a:lnTo>
                  <a:pt x="160617" y="337791"/>
                </a:lnTo>
                <a:lnTo>
                  <a:pt x="97666" y="350655"/>
                </a:lnTo>
                <a:cubicBezTo>
                  <a:pt x="70602" y="352420"/>
                  <a:pt x="44126" y="340653"/>
                  <a:pt x="25299" y="321238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1"/>
          <p:cNvSpPr/>
          <p:nvPr/>
        </p:nvSpPr>
        <p:spPr>
          <a:xfrm rot="8716295">
            <a:off x="190085" y="3174524"/>
            <a:ext cx="100246" cy="218718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/>
          <p:nvPr/>
        </p:nvSpPr>
        <p:spPr>
          <a:xfrm rot="8716295">
            <a:off x="502599" y="2802136"/>
            <a:ext cx="117588" cy="232388"/>
          </a:xfrm>
          <a:custGeom>
            <a:rect b="b" l="l" r="r" t="t"/>
            <a:pathLst>
              <a:path extrusionOk="0" h="232388" w="117588">
                <a:moveTo>
                  <a:pt x="56529" y="232388"/>
                </a:moveTo>
                <a:lnTo>
                  <a:pt x="56529" y="69717"/>
                </a:lnTo>
                <a:cubicBezTo>
                  <a:pt x="56529" y="68349"/>
                  <a:pt x="56529" y="66983"/>
                  <a:pt x="56529" y="65615"/>
                </a:cubicBezTo>
                <a:cubicBezTo>
                  <a:pt x="55163" y="55591"/>
                  <a:pt x="46049" y="48756"/>
                  <a:pt x="36025" y="50123"/>
                </a:cubicBezTo>
                <a:lnTo>
                  <a:pt x="0" y="50123"/>
                </a:lnTo>
                <a:lnTo>
                  <a:pt x="41458" y="0"/>
                </a:lnTo>
                <a:lnTo>
                  <a:pt x="60630" y="0"/>
                </a:lnTo>
                <a:cubicBezTo>
                  <a:pt x="97539" y="0"/>
                  <a:pt x="117588" y="15948"/>
                  <a:pt x="117588" y="50123"/>
                </a:cubicBezTo>
                <a:lnTo>
                  <a:pt x="117588" y="208238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/>
          <p:nvPr/>
        </p:nvSpPr>
        <p:spPr>
          <a:xfrm rot="8716295">
            <a:off x="389006" y="2883420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/>
          <p:nvPr/>
        </p:nvSpPr>
        <p:spPr>
          <a:xfrm rot="8716295">
            <a:off x="264104" y="2674747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1"/>
          <p:cNvSpPr/>
          <p:nvPr/>
        </p:nvSpPr>
        <p:spPr>
          <a:xfrm rot="8716295">
            <a:off x="479184" y="2924372"/>
            <a:ext cx="100246" cy="218719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/>
          <p:nvPr/>
        </p:nvSpPr>
        <p:spPr>
          <a:xfrm rot="8716295">
            <a:off x="237733" y="2774772"/>
            <a:ext cx="72447" cy="72447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/>
          <p:nvPr/>
        </p:nvSpPr>
        <p:spPr>
          <a:xfrm rot="7484129">
            <a:off x="609980" y="3142825"/>
            <a:ext cx="20881" cy="31001"/>
          </a:xfrm>
          <a:custGeom>
            <a:rect b="b" l="l" r="r" t="t"/>
            <a:pathLst>
              <a:path extrusionOk="0" h="31001" w="20881">
                <a:moveTo>
                  <a:pt x="10218" y="31001"/>
                </a:moveTo>
                <a:lnTo>
                  <a:pt x="0" y="11992"/>
                </a:lnTo>
                <a:lnTo>
                  <a:pt x="20881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/>
          <p:nvPr/>
        </p:nvSpPr>
        <p:spPr>
          <a:xfrm rot="8716295">
            <a:off x="579469" y="2817204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 rot="8716295">
            <a:off x="437995" y="3716235"/>
            <a:ext cx="102679" cy="232388"/>
          </a:xfrm>
          <a:custGeom>
            <a:rect b="b" l="l" r="r" t="t"/>
            <a:pathLst>
              <a:path extrusionOk="0" h="232388" w="102679">
                <a:moveTo>
                  <a:pt x="41620" y="232388"/>
                </a:moveTo>
                <a:lnTo>
                  <a:pt x="41620" y="69717"/>
                </a:lnTo>
                <a:cubicBezTo>
                  <a:pt x="41620" y="68349"/>
                  <a:pt x="41620" y="66983"/>
                  <a:pt x="41620" y="65615"/>
                </a:cubicBezTo>
                <a:cubicBezTo>
                  <a:pt x="40254" y="55591"/>
                  <a:pt x="31140" y="48756"/>
                  <a:pt x="21116" y="50123"/>
                </a:cubicBezTo>
                <a:lnTo>
                  <a:pt x="0" y="50123"/>
                </a:lnTo>
                <a:lnTo>
                  <a:pt x="41457" y="0"/>
                </a:lnTo>
                <a:lnTo>
                  <a:pt x="45721" y="0"/>
                </a:lnTo>
                <a:cubicBezTo>
                  <a:pt x="82630" y="0"/>
                  <a:pt x="102679" y="15948"/>
                  <a:pt x="102679" y="50123"/>
                </a:cubicBezTo>
                <a:lnTo>
                  <a:pt x="102679" y="208238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/>
          <p:nvPr/>
        </p:nvSpPr>
        <p:spPr>
          <a:xfrm rot="8716295">
            <a:off x="482715" y="3669965"/>
            <a:ext cx="154563" cy="124897"/>
          </a:xfrm>
          <a:custGeom>
            <a:rect b="b" l="l" r="r" t="t"/>
            <a:pathLst>
              <a:path extrusionOk="0" h="124897" w="154563">
                <a:moveTo>
                  <a:pt x="0" y="124897"/>
                </a:moveTo>
                <a:lnTo>
                  <a:pt x="95474" y="9467"/>
                </a:lnTo>
                <a:lnTo>
                  <a:pt x="96067" y="9000"/>
                </a:lnTo>
                <a:cubicBezTo>
                  <a:pt x="105351" y="4215"/>
                  <a:pt x="115604" y="1139"/>
                  <a:pt x="126312" y="0"/>
                </a:cubicBezTo>
                <a:cubicBezTo>
                  <a:pt x="148184" y="0"/>
                  <a:pt x="154563" y="19138"/>
                  <a:pt x="154563" y="33719"/>
                </a:cubicBezTo>
                <a:cubicBezTo>
                  <a:pt x="153196" y="49668"/>
                  <a:pt x="142715" y="62882"/>
                  <a:pt x="128135" y="69261"/>
                </a:cubicBezTo>
                <a:lnTo>
                  <a:pt x="128590" y="69261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/>
          <p:nvPr/>
        </p:nvSpPr>
        <p:spPr>
          <a:xfrm rot="8716295">
            <a:off x="323074" y="3793271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1"/>
          <p:cNvSpPr/>
          <p:nvPr/>
        </p:nvSpPr>
        <p:spPr>
          <a:xfrm rot="8716295">
            <a:off x="198171" y="3584598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1"/>
          <p:cNvSpPr/>
          <p:nvPr/>
        </p:nvSpPr>
        <p:spPr>
          <a:xfrm rot="8716295">
            <a:off x="186119" y="3445818"/>
            <a:ext cx="288290" cy="347125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31"/>
          <p:cNvSpPr/>
          <p:nvPr/>
        </p:nvSpPr>
        <p:spPr>
          <a:xfrm rot="8716295">
            <a:off x="410218" y="3834716"/>
            <a:ext cx="103435" cy="219174"/>
          </a:xfrm>
          <a:custGeom>
            <a:rect b="b" l="l" r="r" t="t"/>
            <a:pathLst>
              <a:path extrusionOk="0" h="219174" w="103435">
                <a:moveTo>
                  <a:pt x="103435" y="219174"/>
                </a:moveTo>
                <a:lnTo>
                  <a:pt x="43288" y="161305"/>
                </a:lnTo>
                <a:lnTo>
                  <a:pt x="43288" y="16404"/>
                </a:lnTo>
                <a:lnTo>
                  <a:pt x="0" y="16404"/>
                </a:lnTo>
                <a:lnTo>
                  <a:pt x="0" y="16028"/>
                </a:lnTo>
                <a:lnTo>
                  <a:pt x="11583" y="2023"/>
                </a:lnTo>
                <a:lnTo>
                  <a:pt x="103435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1"/>
          <p:cNvSpPr/>
          <p:nvPr/>
        </p:nvSpPr>
        <p:spPr>
          <a:xfrm rot="8716295">
            <a:off x="487452" y="3349370"/>
            <a:ext cx="151162" cy="195873"/>
          </a:xfrm>
          <a:custGeom>
            <a:rect b="b" l="l" r="r" t="t"/>
            <a:pathLst>
              <a:path extrusionOk="0" h="195873" w="151162">
                <a:moveTo>
                  <a:pt x="38025" y="195873"/>
                </a:moveTo>
                <a:lnTo>
                  <a:pt x="0" y="125130"/>
                </a:lnTo>
                <a:lnTo>
                  <a:pt x="103497" y="0"/>
                </a:lnTo>
                <a:lnTo>
                  <a:pt x="151162" y="0"/>
                </a:lnTo>
                <a:lnTo>
                  <a:pt x="151162" y="55323"/>
                </a:lnTo>
                <a:lnTo>
                  <a:pt x="86370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rot="8716295">
            <a:off x="460900" y="3434471"/>
            <a:ext cx="72447" cy="72447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/>
          <p:nvPr/>
        </p:nvSpPr>
        <p:spPr>
          <a:xfrm rot="8716295">
            <a:off x="417336" y="4258920"/>
            <a:ext cx="147637" cy="195874"/>
          </a:xfrm>
          <a:custGeom>
            <a:rect b="b" l="l" r="r" t="t"/>
            <a:pathLst>
              <a:path extrusionOk="0" h="195874" w="147637">
                <a:moveTo>
                  <a:pt x="34500" y="195874"/>
                </a:moveTo>
                <a:lnTo>
                  <a:pt x="0" y="131688"/>
                </a:lnTo>
                <a:lnTo>
                  <a:pt x="108921" y="0"/>
                </a:lnTo>
                <a:lnTo>
                  <a:pt x="147637" y="0"/>
                </a:lnTo>
                <a:lnTo>
                  <a:pt x="147637" y="55323"/>
                </a:lnTo>
                <a:lnTo>
                  <a:pt x="82845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/>
          <p:cNvSpPr/>
          <p:nvPr/>
        </p:nvSpPr>
        <p:spPr>
          <a:xfrm rot="8716295">
            <a:off x="330834" y="4134902"/>
            <a:ext cx="254613" cy="91157"/>
          </a:xfrm>
          <a:custGeom>
            <a:rect b="b" l="l" r="r" t="t"/>
            <a:pathLst>
              <a:path extrusionOk="0" h="91157" w="254613">
                <a:moveTo>
                  <a:pt x="0" y="68911"/>
                </a:moveTo>
                <a:lnTo>
                  <a:pt x="56997" y="0"/>
                </a:lnTo>
                <a:lnTo>
                  <a:pt x="57517" y="2143"/>
                </a:lnTo>
                <a:cubicBezTo>
                  <a:pt x="66931" y="28030"/>
                  <a:pt x="91053" y="40974"/>
                  <a:pt x="128118" y="40974"/>
                </a:cubicBezTo>
                <a:cubicBezTo>
                  <a:pt x="146357" y="40385"/>
                  <a:pt x="164008" y="36855"/>
                  <a:pt x="181070" y="31560"/>
                </a:cubicBezTo>
                <a:cubicBezTo>
                  <a:pt x="205780" y="23912"/>
                  <a:pt x="229903" y="13910"/>
                  <a:pt x="253437" y="2143"/>
                </a:cubicBezTo>
                <a:cubicBezTo>
                  <a:pt x="254025" y="4496"/>
                  <a:pt x="254613" y="7438"/>
                  <a:pt x="254613" y="9791"/>
                </a:cubicBezTo>
                <a:lnTo>
                  <a:pt x="254613" y="15674"/>
                </a:lnTo>
                <a:cubicBezTo>
                  <a:pt x="192249" y="69215"/>
                  <a:pt x="110468" y="88042"/>
                  <a:pt x="61636" y="90983"/>
                </a:cubicBezTo>
                <a:cubicBezTo>
                  <a:pt x="48104" y="91866"/>
                  <a:pt x="34719" y="89365"/>
                  <a:pt x="22363" y="84217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1"/>
          <p:cNvSpPr/>
          <p:nvPr/>
        </p:nvSpPr>
        <p:spPr>
          <a:xfrm rot="8716295">
            <a:off x="-3428" y="2405990"/>
            <a:ext cx="142167" cy="208592"/>
          </a:xfrm>
          <a:custGeom>
            <a:rect b="b" l="l" r="r" t="t"/>
            <a:pathLst>
              <a:path extrusionOk="0" h="208592" w="142167">
                <a:moveTo>
                  <a:pt x="81108" y="208592"/>
                </a:moveTo>
                <a:lnTo>
                  <a:pt x="81108" y="69717"/>
                </a:lnTo>
                <a:cubicBezTo>
                  <a:pt x="81108" y="68350"/>
                  <a:pt x="81108" y="66983"/>
                  <a:pt x="81108" y="65615"/>
                </a:cubicBezTo>
                <a:cubicBezTo>
                  <a:pt x="79742" y="55591"/>
                  <a:pt x="70628" y="48756"/>
                  <a:pt x="60604" y="50123"/>
                </a:cubicBezTo>
                <a:lnTo>
                  <a:pt x="0" y="50123"/>
                </a:lnTo>
                <a:lnTo>
                  <a:pt x="0" y="0"/>
                </a:lnTo>
                <a:lnTo>
                  <a:pt x="85210" y="0"/>
                </a:lnTo>
                <a:cubicBezTo>
                  <a:pt x="122118" y="0"/>
                  <a:pt x="142167" y="15948"/>
                  <a:pt x="142167" y="50123"/>
                </a:cubicBezTo>
                <a:lnTo>
                  <a:pt x="142167" y="120504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1"/>
          <p:cNvSpPr/>
          <p:nvPr/>
        </p:nvSpPr>
        <p:spPr>
          <a:xfrm rot="8716295">
            <a:off x="80015" y="2413296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1"/>
          <p:cNvSpPr/>
          <p:nvPr/>
        </p:nvSpPr>
        <p:spPr>
          <a:xfrm rot="8716295">
            <a:off x="35165" y="2327016"/>
            <a:ext cx="186822" cy="136699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31"/>
          <p:cNvSpPr/>
          <p:nvPr/>
        </p:nvSpPr>
        <p:spPr>
          <a:xfrm rot="8716295">
            <a:off x="-20257" y="2217087"/>
            <a:ext cx="78731" cy="180665"/>
          </a:xfrm>
          <a:custGeom>
            <a:rect b="b" l="l" r="r" t="t"/>
            <a:pathLst>
              <a:path extrusionOk="0" h="180665" w="78731">
                <a:moveTo>
                  <a:pt x="0" y="180665"/>
                </a:moveTo>
                <a:lnTo>
                  <a:pt x="0" y="40596"/>
                </a:lnTo>
                <a:lnTo>
                  <a:pt x="78250" y="0"/>
                </a:lnTo>
                <a:lnTo>
                  <a:pt x="78731" y="6708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1"/>
          <p:cNvSpPr/>
          <p:nvPr/>
        </p:nvSpPr>
        <p:spPr>
          <a:xfrm rot="8716295">
            <a:off x="-15341" y="2575209"/>
            <a:ext cx="103435" cy="152027"/>
          </a:xfrm>
          <a:custGeom>
            <a:rect b="b" l="l" r="r" t="t"/>
            <a:pathLst>
              <a:path extrusionOk="0" h="152027" w="103435">
                <a:moveTo>
                  <a:pt x="43288" y="152027"/>
                </a:moveTo>
                <a:lnTo>
                  <a:pt x="43288" y="16404"/>
                </a:lnTo>
                <a:lnTo>
                  <a:pt x="0" y="16404"/>
                </a:lnTo>
                <a:lnTo>
                  <a:pt x="0" y="2278"/>
                </a:lnTo>
                <a:cubicBezTo>
                  <a:pt x="32808" y="3645"/>
                  <a:pt x="66982" y="911"/>
                  <a:pt x="103435" y="0"/>
                </a:cubicBezTo>
                <a:lnTo>
                  <a:pt x="103435" y="65255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1"/>
          <p:cNvSpPr/>
          <p:nvPr/>
        </p:nvSpPr>
        <p:spPr>
          <a:xfrm rot="8716295">
            <a:off x="279722" y="2133902"/>
            <a:ext cx="141256" cy="232388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1"/>
          <p:cNvSpPr/>
          <p:nvPr/>
        </p:nvSpPr>
        <p:spPr>
          <a:xfrm rot="8716295">
            <a:off x="369114" y="2163144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1"/>
          <p:cNvSpPr/>
          <p:nvPr/>
        </p:nvSpPr>
        <p:spPr>
          <a:xfrm rot="8716295">
            <a:off x="167488" y="2222446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1"/>
          <p:cNvSpPr/>
          <p:nvPr/>
        </p:nvSpPr>
        <p:spPr>
          <a:xfrm rot="8716295">
            <a:off x="42586" y="2013773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1"/>
          <p:cNvSpPr/>
          <p:nvPr/>
        </p:nvSpPr>
        <p:spPr>
          <a:xfrm rot="8716295">
            <a:off x="257666" y="2263398"/>
            <a:ext cx="100246" cy="218719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1"/>
          <p:cNvSpPr/>
          <p:nvPr/>
        </p:nvSpPr>
        <p:spPr>
          <a:xfrm rot="8716295">
            <a:off x="16215" y="2113798"/>
            <a:ext cx="72447" cy="72447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1"/>
          <p:cNvSpPr/>
          <p:nvPr/>
        </p:nvSpPr>
        <p:spPr>
          <a:xfrm rot="7484129">
            <a:off x="362597" y="2454749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1"/>
          <p:cNvSpPr/>
          <p:nvPr/>
        </p:nvSpPr>
        <p:spPr>
          <a:xfrm rot="-8510606">
            <a:off x="463440" y="2426400"/>
            <a:ext cx="272584" cy="319064"/>
          </a:xfrm>
          <a:custGeom>
            <a:rect b="b" l="l" r="r" t="t"/>
            <a:pathLst>
              <a:path extrusionOk="0" h="319064" w="272584">
                <a:moveTo>
                  <a:pt x="80445" y="215518"/>
                </a:moveTo>
                <a:lnTo>
                  <a:pt x="0" y="93007"/>
                </a:lnTo>
                <a:lnTo>
                  <a:pt x="0" y="38074"/>
                </a:lnTo>
                <a:lnTo>
                  <a:pt x="73388" y="0"/>
                </a:lnTo>
                <a:lnTo>
                  <a:pt x="74492" y="153950"/>
                </a:lnTo>
                <a:cubicBezTo>
                  <a:pt x="73664" y="169400"/>
                  <a:pt x="74492" y="184988"/>
                  <a:pt x="76768" y="200369"/>
                </a:cubicBezTo>
                <a:close/>
                <a:moveTo>
                  <a:pt x="272584" y="258238"/>
                </a:moveTo>
                <a:cubicBezTo>
                  <a:pt x="243339" y="283344"/>
                  <a:pt x="209542" y="300312"/>
                  <a:pt x="177331" y="311347"/>
                </a:cubicBezTo>
                <a:lnTo>
                  <a:pt x="148437" y="319064"/>
                </a:lnTo>
                <a:lnTo>
                  <a:pt x="119231" y="274585"/>
                </a:lnTo>
                <a:lnTo>
                  <a:pt x="153949" y="281965"/>
                </a:lnTo>
                <a:cubicBezTo>
                  <a:pt x="171055" y="281413"/>
                  <a:pt x="187609" y="278102"/>
                  <a:pt x="203610" y="273136"/>
                </a:cubicBezTo>
                <a:cubicBezTo>
                  <a:pt x="226785" y="265963"/>
                  <a:pt x="249409" y="256583"/>
                  <a:pt x="271481" y="245547"/>
                </a:cubicBezTo>
                <a:cubicBezTo>
                  <a:pt x="272032" y="247754"/>
                  <a:pt x="272584" y="250513"/>
                  <a:pt x="272584" y="25272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1"/>
          <p:cNvSpPr/>
          <p:nvPr/>
        </p:nvSpPr>
        <p:spPr>
          <a:xfrm rot="8716295">
            <a:off x="675867" y="2357327"/>
            <a:ext cx="38012" cy="45752"/>
          </a:xfrm>
          <a:custGeom>
            <a:rect b="b" l="l" r="r" t="t"/>
            <a:pathLst>
              <a:path extrusionOk="0" h="45752" w="38012">
                <a:moveTo>
                  <a:pt x="0" y="45752"/>
                </a:moveTo>
                <a:lnTo>
                  <a:pt x="37842" y="0"/>
                </a:lnTo>
                <a:lnTo>
                  <a:pt x="38012" y="641"/>
                </a:lnTo>
                <a:cubicBezTo>
                  <a:pt x="36400" y="19451"/>
                  <a:pt x="24039" y="35036"/>
                  <a:pt x="6841" y="42560"/>
                </a:cubicBezTo>
                <a:lnTo>
                  <a:pt x="7378" y="4256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 rot="8716295">
            <a:off x="601197" y="2126009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/>
          <p:nvPr/>
        </p:nvSpPr>
        <p:spPr>
          <a:xfrm rot="8716295">
            <a:off x="357951" y="2156230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1"/>
          <p:cNvSpPr/>
          <p:nvPr/>
        </p:nvSpPr>
        <p:spPr>
          <a:xfrm rot="8716295">
            <a:off x="535403" y="1996988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/>
          <p:nvPr/>
        </p:nvSpPr>
        <p:spPr>
          <a:xfrm rot="8716295">
            <a:off x="-76043" y="1768178"/>
            <a:ext cx="197178" cy="215049"/>
          </a:xfrm>
          <a:custGeom>
            <a:rect b="b" l="l" r="r" t="t"/>
            <a:pathLst>
              <a:path extrusionOk="0" h="215049" w="197178">
                <a:moveTo>
                  <a:pt x="51490" y="215049"/>
                </a:moveTo>
                <a:lnTo>
                  <a:pt x="51490" y="45624"/>
                </a:lnTo>
                <a:lnTo>
                  <a:pt x="0" y="45624"/>
                </a:lnTo>
                <a:lnTo>
                  <a:pt x="0" y="1424"/>
                </a:lnTo>
                <a:lnTo>
                  <a:pt x="104803" y="1425"/>
                </a:lnTo>
                <a:lnTo>
                  <a:pt x="104803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lnTo>
                  <a:pt x="197178" y="4872"/>
                </a:lnTo>
                <a:lnTo>
                  <a:pt x="170795" y="42934"/>
                </a:lnTo>
                <a:lnTo>
                  <a:pt x="164950" y="40156"/>
                </a:lnTo>
                <a:cubicBezTo>
                  <a:pt x="135788" y="40156"/>
                  <a:pt x="111638" y="78887"/>
                  <a:pt x="111638" y="127643"/>
                </a:cubicBezTo>
                <a:lnTo>
                  <a:pt x="111638" y="128277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1"/>
          <p:cNvSpPr/>
          <p:nvPr/>
        </p:nvSpPr>
        <p:spPr>
          <a:xfrm rot="8716295">
            <a:off x="56555" y="1474203"/>
            <a:ext cx="141256" cy="232388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/>
          <p:nvPr/>
        </p:nvSpPr>
        <p:spPr>
          <a:xfrm rot="8716295">
            <a:off x="145947" y="1503445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1"/>
          <p:cNvSpPr/>
          <p:nvPr/>
        </p:nvSpPr>
        <p:spPr>
          <a:xfrm rot="8716295">
            <a:off x="-21870" y="1443501"/>
            <a:ext cx="68614" cy="55323"/>
          </a:xfrm>
          <a:custGeom>
            <a:rect b="b" l="l" r="r" t="t"/>
            <a:pathLst>
              <a:path extrusionOk="0" h="55323" w="68614">
                <a:moveTo>
                  <a:pt x="0" y="55323"/>
                </a:moveTo>
                <a:lnTo>
                  <a:pt x="0" y="0"/>
                </a:lnTo>
                <a:lnTo>
                  <a:pt x="68614" y="0"/>
                </a:lnTo>
                <a:lnTo>
                  <a:pt x="30266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/>
          <p:nvPr/>
        </p:nvSpPr>
        <p:spPr>
          <a:xfrm rot="8716295">
            <a:off x="35817" y="1618109"/>
            <a:ext cx="103435" cy="203897"/>
          </a:xfrm>
          <a:custGeom>
            <a:rect b="b" l="l" r="r" t="t"/>
            <a:pathLst>
              <a:path extrusionOk="0" h="203897" w="103435">
                <a:moveTo>
                  <a:pt x="87556" y="203897"/>
                </a:moveTo>
                <a:lnTo>
                  <a:pt x="43288" y="161305"/>
                </a:lnTo>
                <a:lnTo>
                  <a:pt x="43288" y="16404"/>
                </a:lnTo>
                <a:lnTo>
                  <a:pt x="0" y="16404"/>
                </a:lnTo>
                <a:lnTo>
                  <a:pt x="0" y="2278"/>
                </a:lnTo>
                <a:cubicBezTo>
                  <a:pt x="32808" y="3645"/>
                  <a:pt x="66982" y="911"/>
                  <a:pt x="103435" y="0"/>
                </a:cubicBezTo>
                <a:lnTo>
                  <a:pt x="103435" y="180989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1"/>
          <p:cNvSpPr/>
          <p:nvPr/>
        </p:nvSpPr>
        <p:spPr>
          <a:xfrm rot="7484129">
            <a:off x="139430" y="1795050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1"/>
          <p:cNvSpPr/>
          <p:nvPr/>
        </p:nvSpPr>
        <p:spPr>
          <a:xfrm rot="-8510606">
            <a:off x="244250" y="1761584"/>
            <a:ext cx="270377" cy="325556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31"/>
          <p:cNvSpPr/>
          <p:nvPr/>
        </p:nvSpPr>
        <p:spPr>
          <a:xfrm rot="8716295">
            <a:off x="429835" y="1569903"/>
            <a:ext cx="220345" cy="161228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/>
          <p:nvPr/>
        </p:nvSpPr>
        <p:spPr>
          <a:xfrm rot="8716295">
            <a:off x="378030" y="1466310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 rot="8716295">
            <a:off x="134784" y="1496531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/>
          <p:nvPr/>
        </p:nvSpPr>
        <p:spPr>
          <a:xfrm rot="8716295">
            <a:off x="312236" y="1337289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 rot="8716295">
            <a:off x="-17798" y="949199"/>
            <a:ext cx="39526" cy="50123"/>
          </a:xfrm>
          <a:custGeom>
            <a:rect b="b" l="l" r="r" t="t"/>
            <a:pathLst>
              <a:path extrusionOk="0" h="50123" w="39526">
                <a:moveTo>
                  <a:pt x="0" y="50123"/>
                </a:moveTo>
                <a:lnTo>
                  <a:pt x="0" y="0"/>
                </a:lnTo>
                <a:lnTo>
                  <a:pt x="39526" y="0"/>
                </a:lnTo>
                <a:lnTo>
                  <a:pt x="4782" y="501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/>
          <p:nvPr/>
        </p:nvSpPr>
        <p:spPr>
          <a:xfrm rot="8716295">
            <a:off x="-64996" y="834728"/>
            <a:ext cx="249650" cy="254774"/>
          </a:xfrm>
          <a:custGeom>
            <a:rect b="b" l="l" r="r" t="t"/>
            <a:pathLst>
              <a:path extrusionOk="0" h="254774" w="249650">
                <a:moveTo>
                  <a:pt x="51490" y="254774"/>
                </a:moveTo>
                <a:lnTo>
                  <a:pt x="51490" y="45624"/>
                </a:lnTo>
                <a:lnTo>
                  <a:pt x="0" y="45624"/>
                </a:lnTo>
                <a:lnTo>
                  <a:pt x="0" y="1425"/>
                </a:lnTo>
                <a:lnTo>
                  <a:pt x="104803" y="1425"/>
                </a:lnTo>
                <a:lnTo>
                  <a:pt x="104803" y="75242"/>
                </a:lnTo>
                <a:lnTo>
                  <a:pt x="106169" y="75242"/>
                </a:lnTo>
                <a:cubicBezTo>
                  <a:pt x="120751" y="31954"/>
                  <a:pt x="132142" y="15094"/>
                  <a:pt x="154014" y="5981"/>
                </a:cubicBezTo>
                <a:cubicBezTo>
                  <a:pt x="164039" y="1880"/>
                  <a:pt x="174519" y="-398"/>
                  <a:pt x="185455" y="57"/>
                </a:cubicBezTo>
                <a:cubicBezTo>
                  <a:pt x="208922" y="-398"/>
                  <a:pt x="227718" y="7576"/>
                  <a:pt x="240647" y="22727"/>
                </a:cubicBezTo>
                <a:lnTo>
                  <a:pt x="249650" y="52327"/>
                </a:lnTo>
                <a:lnTo>
                  <a:pt x="218795" y="96841"/>
                </a:lnTo>
                <a:lnTo>
                  <a:pt x="198669" y="98025"/>
                </a:lnTo>
                <a:lnTo>
                  <a:pt x="198669" y="81621"/>
                </a:lnTo>
                <a:cubicBezTo>
                  <a:pt x="198669" y="57016"/>
                  <a:pt x="184544" y="40156"/>
                  <a:pt x="164950" y="40156"/>
                </a:cubicBezTo>
                <a:cubicBezTo>
                  <a:pt x="135788" y="40156"/>
                  <a:pt x="111638" y="78887"/>
                  <a:pt x="111638" y="127643"/>
                </a:cubicBezTo>
                <a:lnTo>
                  <a:pt x="111638" y="213764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/>
          <p:nvPr/>
        </p:nvSpPr>
        <p:spPr>
          <a:xfrm rot="7484129">
            <a:off x="-63314" y="1172497"/>
            <a:ext cx="203848" cy="146395"/>
          </a:xfrm>
          <a:custGeom>
            <a:rect b="b" l="l" r="r" t="t"/>
            <a:pathLst>
              <a:path extrusionOk="0" h="146395" w="203848">
                <a:moveTo>
                  <a:pt x="0" y="55323"/>
                </a:moveTo>
                <a:lnTo>
                  <a:pt x="0" y="0"/>
                </a:lnTo>
                <a:lnTo>
                  <a:pt x="203848" y="0"/>
                </a:lnTo>
                <a:lnTo>
                  <a:pt x="203847" y="49512"/>
                </a:lnTo>
                <a:lnTo>
                  <a:pt x="195466" y="55323"/>
                </a:lnTo>
                <a:lnTo>
                  <a:pt x="139055" y="55323"/>
                </a:lnTo>
                <a:lnTo>
                  <a:pt x="121388" y="106685"/>
                </a:lnTo>
                <a:lnTo>
                  <a:pt x="64115" y="146395"/>
                </a:lnTo>
                <a:lnTo>
                  <a:pt x="47847" y="116129"/>
                </a:lnTo>
                <a:lnTo>
                  <a:pt x="69777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/>
          <p:nvPr/>
        </p:nvSpPr>
        <p:spPr>
          <a:xfrm rot="-8510606">
            <a:off x="25311" y="1099526"/>
            <a:ext cx="270377" cy="325556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/>
          <p:nvPr/>
        </p:nvSpPr>
        <p:spPr>
          <a:xfrm rot="8716295">
            <a:off x="210896" y="907845"/>
            <a:ext cx="220345" cy="161228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/>
          <p:nvPr/>
        </p:nvSpPr>
        <p:spPr>
          <a:xfrm rot="8716295">
            <a:off x="159091" y="804252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/>
          <p:nvPr/>
        </p:nvSpPr>
        <p:spPr>
          <a:xfrm rot="8716295">
            <a:off x="93297" y="675231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 rot="8716295">
            <a:off x="-7001" y="316701"/>
            <a:ext cx="14001" cy="20198"/>
          </a:xfrm>
          <a:custGeom>
            <a:rect b="b" l="l" r="r" t="t"/>
            <a:pathLst>
              <a:path extrusionOk="0" h="20198" w="14001">
                <a:moveTo>
                  <a:pt x="0" y="20198"/>
                </a:moveTo>
                <a:lnTo>
                  <a:pt x="0" y="0"/>
                </a:lnTo>
                <a:lnTo>
                  <a:pt x="14001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/>
          <p:nvPr/>
        </p:nvSpPr>
        <p:spPr>
          <a:xfrm rot="-8510606">
            <a:off x="-81658" y="472652"/>
            <a:ext cx="173631" cy="237684"/>
          </a:xfrm>
          <a:custGeom>
            <a:rect b="b" l="l" r="r" t="t"/>
            <a:pathLst>
              <a:path extrusionOk="0" h="237684" w="173631">
                <a:moveTo>
                  <a:pt x="173631" y="220990"/>
                </a:moveTo>
                <a:lnTo>
                  <a:pt x="130972" y="232382"/>
                </a:lnTo>
                <a:cubicBezTo>
                  <a:pt x="116428" y="235210"/>
                  <a:pt x="103047" y="236831"/>
                  <a:pt x="91597" y="237521"/>
                </a:cubicBezTo>
                <a:cubicBezTo>
                  <a:pt x="66215" y="239176"/>
                  <a:pt x="41384" y="228141"/>
                  <a:pt x="23727" y="209931"/>
                </a:cubicBezTo>
                <a:cubicBezTo>
                  <a:pt x="4966" y="191722"/>
                  <a:pt x="0" y="160270"/>
                  <a:pt x="0" y="115023"/>
                </a:cubicBezTo>
                <a:lnTo>
                  <a:pt x="0" y="0"/>
                </a:lnTo>
                <a:lnTo>
                  <a:pt x="76176" y="96953"/>
                </a:lnTo>
                <a:lnTo>
                  <a:pt x="76768" y="109023"/>
                </a:lnTo>
                <a:cubicBezTo>
                  <a:pt x="79044" y="124404"/>
                  <a:pt x="82768" y="139578"/>
                  <a:pt x="87734" y="154201"/>
                </a:cubicBezTo>
                <a:cubicBezTo>
                  <a:pt x="92149" y="166340"/>
                  <a:pt x="100012" y="175445"/>
                  <a:pt x="111117" y="181514"/>
                </a:cubicBezTo>
                <a:lnTo>
                  <a:pt x="148930" y="189552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/>
          <p:nvPr/>
        </p:nvSpPr>
        <p:spPr>
          <a:xfrm rot="8716295">
            <a:off x="-11774" y="244430"/>
            <a:ext cx="220345" cy="161228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/>
          <p:nvPr/>
        </p:nvSpPr>
        <p:spPr>
          <a:xfrm rot="8716295">
            <a:off x="-30092" y="143486"/>
            <a:ext cx="77721" cy="97260"/>
          </a:xfrm>
          <a:custGeom>
            <a:rect b="b" l="l" r="r" t="t"/>
            <a:pathLst>
              <a:path extrusionOk="0" h="97260" w="77721">
                <a:moveTo>
                  <a:pt x="15821" y="97260"/>
                </a:moveTo>
                <a:lnTo>
                  <a:pt x="0" y="59790"/>
                </a:lnTo>
                <a:lnTo>
                  <a:pt x="0" y="58869"/>
                </a:lnTo>
                <a:cubicBezTo>
                  <a:pt x="0" y="43233"/>
                  <a:pt x="6439" y="28515"/>
                  <a:pt x="17477" y="17477"/>
                </a:cubicBezTo>
                <a:cubicBezTo>
                  <a:pt x="28515" y="6439"/>
                  <a:pt x="43233" y="0"/>
                  <a:pt x="58869" y="0"/>
                </a:cubicBezTo>
                <a:lnTo>
                  <a:pt x="77721" y="796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 rot="8716295">
            <a:off x="-17797" y="3452694"/>
            <a:ext cx="58455" cy="44199"/>
          </a:xfrm>
          <a:custGeom>
            <a:rect b="b" l="l" r="r" t="t"/>
            <a:pathLst>
              <a:path extrusionOk="0" h="44199" w="58455">
                <a:moveTo>
                  <a:pt x="0" y="44199"/>
                </a:moveTo>
                <a:lnTo>
                  <a:pt x="0" y="0"/>
                </a:lnTo>
                <a:lnTo>
                  <a:pt x="58455" y="0"/>
                </a:lnTo>
                <a:lnTo>
                  <a:pt x="27817" y="44199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 rot="-8510606">
            <a:off x="-91485" y="3601812"/>
            <a:ext cx="206527" cy="292654"/>
          </a:xfrm>
          <a:custGeom>
            <a:rect b="b" l="l" r="r" t="t"/>
            <a:pathLst>
              <a:path extrusionOk="0" h="292654" w="206527">
                <a:moveTo>
                  <a:pt x="206527" y="258693"/>
                </a:moveTo>
                <a:lnTo>
                  <a:pt x="177331" y="274971"/>
                </a:lnTo>
                <a:cubicBezTo>
                  <a:pt x="145121" y="286007"/>
                  <a:pt x="114496" y="291111"/>
                  <a:pt x="91597" y="292491"/>
                </a:cubicBezTo>
                <a:cubicBezTo>
                  <a:pt x="66215" y="294146"/>
                  <a:pt x="41385" y="283111"/>
                  <a:pt x="23727" y="264901"/>
                </a:cubicBezTo>
                <a:cubicBezTo>
                  <a:pt x="4966" y="246692"/>
                  <a:pt x="0" y="215240"/>
                  <a:pt x="0" y="169993"/>
                </a:cubicBezTo>
                <a:lnTo>
                  <a:pt x="0" y="1698"/>
                </a:lnTo>
                <a:lnTo>
                  <a:pt x="3273" y="0"/>
                </a:lnTo>
                <a:lnTo>
                  <a:pt x="74297" y="90396"/>
                </a:lnTo>
                <a:lnTo>
                  <a:pt x="74492" y="117574"/>
                </a:lnTo>
                <a:cubicBezTo>
                  <a:pt x="72836" y="148474"/>
                  <a:pt x="77802" y="179926"/>
                  <a:pt x="87734" y="209171"/>
                </a:cubicBezTo>
                <a:cubicBezTo>
                  <a:pt x="96564" y="233450"/>
                  <a:pt x="119187" y="245589"/>
                  <a:pt x="153949" y="245589"/>
                </a:cubicBezTo>
                <a:lnTo>
                  <a:pt x="191049" y="23899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/>
          <p:nvPr/>
        </p:nvSpPr>
        <p:spPr>
          <a:xfrm rot="8716295">
            <a:off x="24761" y="3389623"/>
            <a:ext cx="220345" cy="161228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 rot="8716295">
            <a:off x="-24047" y="3281741"/>
            <a:ext cx="106042" cy="113733"/>
          </a:xfrm>
          <a:custGeom>
            <a:rect b="b" l="l" r="r" t="t"/>
            <a:pathLst>
              <a:path extrusionOk="0" h="113733" w="106042">
                <a:moveTo>
                  <a:pt x="17477" y="101182"/>
                </a:moveTo>
                <a:cubicBezTo>
                  <a:pt x="6439" y="90144"/>
                  <a:pt x="0" y="75426"/>
                  <a:pt x="0" y="59790"/>
                </a:cubicBezTo>
                <a:lnTo>
                  <a:pt x="0" y="58869"/>
                </a:lnTo>
                <a:cubicBezTo>
                  <a:pt x="0" y="43233"/>
                  <a:pt x="6439" y="28515"/>
                  <a:pt x="17477" y="17477"/>
                </a:cubicBezTo>
                <a:cubicBezTo>
                  <a:pt x="28515" y="6439"/>
                  <a:pt x="43233" y="0"/>
                  <a:pt x="58869" y="0"/>
                </a:cubicBezTo>
                <a:cubicBezTo>
                  <a:pt x="74507" y="0"/>
                  <a:pt x="89224" y="6439"/>
                  <a:pt x="100262" y="17477"/>
                </a:cubicBezTo>
                <a:lnTo>
                  <a:pt x="106042" y="31234"/>
                </a:lnTo>
                <a:lnTo>
                  <a:pt x="48856" y="11373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 rot="8716295">
            <a:off x="-21924" y="3179872"/>
            <a:ext cx="45776" cy="62656"/>
          </a:xfrm>
          <a:custGeom>
            <a:rect b="b" l="l" r="r" t="t"/>
            <a:pathLst>
              <a:path extrusionOk="0" h="62656" w="45776">
                <a:moveTo>
                  <a:pt x="2345" y="62656"/>
                </a:moveTo>
                <a:lnTo>
                  <a:pt x="0" y="57104"/>
                </a:lnTo>
                <a:lnTo>
                  <a:pt x="0" y="56183"/>
                </a:lnTo>
                <a:cubicBezTo>
                  <a:pt x="0" y="40547"/>
                  <a:pt x="6439" y="25829"/>
                  <a:pt x="17477" y="14791"/>
                </a:cubicBezTo>
                <a:cubicBezTo>
                  <a:pt x="22996" y="9272"/>
                  <a:pt x="29435" y="4903"/>
                  <a:pt x="36449" y="1913"/>
                </a:cubicBezTo>
                <a:lnTo>
                  <a:pt x="45776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 rot="8716295">
            <a:off x="-21324" y="4100649"/>
            <a:ext cx="79113" cy="50123"/>
          </a:xfrm>
          <a:custGeom>
            <a:rect b="b" l="l" r="r" t="t"/>
            <a:pathLst>
              <a:path extrusionOk="0" h="50123" w="79113">
                <a:moveTo>
                  <a:pt x="0" y="50123"/>
                </a:moveTo>
                <a:lnTo>
                  <a:pt x="0" y="0"/>
                </a:lnTo>
                <a:lnTo>
                  <a:pt x="79113" y="0"/>
                </a:lnTo>
                <a:lnTo>
                  <a:pt x="44369" y="501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 rot="8716295">
            <a:off x="-40457" y="3981561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 rot="7484129">
            <a:off x="-46974" y="4273166"/>
            <a:ext cx="199362" cy="194378"/>
          </a:xfrm>
          <a:custGeom>
            <a:rect b="b" l="l" r="r" t="t"/>
            <a:pathLst>
              <a:path extrusionOk="0" h="371475" w="381000">
                <a:moveTo>
                  <a:pt x="389572" y="0"/>
                </a:moveTo>
                <a:lnTo>
                  <a:pt x="389572" y="105728"/>
                </a:lnTo>
                <a:lnTo>
                  <a:pt x="265747" y="105728"/>
                </a:lnTo>
                <a:lnTo>
                  <a:pt x="173355" y="374333"/>
                </a:lnTo>
                <a:lnTo>
                  <a:pt x="91440" y="221933"/>
                </a:lnTo>
                <a:lnTo>
                  <a:pt x="133350" y="105728"/>
                </a:lnTo>
                <a:lnTo>
                  <a:pt x="0" y="105728"/>
                </a:lnTo>
                <a:lnTo>
                  <a:pt x="0" y="0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/>
          <p:nvPr/>
        </p:nvSpPr>
        <p:spPr>
          <a:xfrm rot="-8510606">
            <a:off x="57846" y="4239700"/>
            <a:ext cx="270377" cy="325556"/>
          </a:xfrm>
          <a:custGeom>
            <a:rect b="b" l="l" r="r" t="t"/>
            <a:pathLst>
              <a:path extrusionOk="0" h="561975" w="466725">
                <a:moveTo>
                  <a:pt x="470535" y="436245"/>
                </a:moveTo>
                <a:lnTo>
                  <a:pt x="470535" y="445770"/>
                </a:lnTo>
                <a:cubicBezTo>
                  <a:pt x="369570" y="532448"/>
                  <a:pt x="237172" y="562928"/>
                  <a:pt x="158115" y="567690"/>
                </a:cubicBezTo>
                <a:cubicBezTo>
                  <a:pt x="114300" y="570548"/>
                  <a:pt x="71438" y="551498"/>
                  <a:pt x="40957" y="520065"/>
                </a:cubicBezTo>
                <a:cubicBezTo>
                  <a:pt x="8572" y="488633"/>
                  <a:pt x="0" y="434340"/>
                  <a:pt x="0" y="356235"/>
                </a:cubicBezTo>
                <a:lnTo>
                  <a:pt x="0" y="65723"/>
                </a:lnTo>
                <a:lnTo>
                  <a:pt x="126682" y="0"/>
                </a:lnTo>
                <a:lnTo>
                  <a:pt x="128588" y="265748"/>
                </a:lnTo>
                <a:cubicBezTo>
                  <a:pt x="125730" y="319088"/>
                  <a:pt x="134302" y="373380"/>
                  <a:pt x="151447" y="423863"/>
                </a:cubicBezTo>
                <a:cubicBezTo>
                  <a:pt x="166688" y="465773"/>
                  <a:pt x="205740" y="486728"/>
                  <a:pt x="265747" y="486728"/>
                </a:cubicBezTo>
                <a:cubicBezTo>
                  <a:pt x="295275" y="485775"/>
                  <a:pt x="323850" y="480060"/>
                  <a:pt x="351472" y="471488"/>
                </a:cubicBezTo>
                <a:cubicBezTo>
                  <a:pt x="391477" y="459105"/>
                  <a:pt x="430530" y="442913"/>
                  <a:pt x="468630" y="423863"/>
                </a:cubicBezTo>
                <a:cubicBezTo>
                  <a:pt x="469582" y="427673"/>
                  <a:pt x="470535" y="432435"/>
                  <a:pt x="470535" y="43624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/>
          <p:nvPr/>
        </p:nvSpPr>
        <p:spPr>
          <a:xfrm rot="8716295">
            <a:off x="243431" y="4048019"/>
            <a:ext cx="220345" cy="161228"/>
          </a:xfrm>
          <a:custGeom>
            <a:rect b="b" l="l" r="r" t="t"/>
            <a:pathLst>
              <a:path extrusionOk="0" h="285750" w="390525">
                <a:moveTo>
                  <a:pt x="343853" y="144780"/>
                </a:moveTo>
                <a:lnTo>
                  <a:pt x="344805" y="144780"/>
                </a:lnTo>
                <a:lnTo>
                  <a:pt x="12382" y="288608"/>
                </a:lnTo>
                <a:lnTo>
                  <a:pt x="0" y="271463"/>
                </a:lnTo>
                <a:lnTo>
                  <a:pt x="225743" y="59055"/>
                </a:lnTo>
                <a:cubicBezTo>
                  <a:pt x="254318" y="25718"/>
                  <a:pt x="295275" y="4763"/>
                  <a:pt x="340043" y="0"/>
                </a:cubicBezTo>
                <a:cubicBezTo>
                  <a:pt x="385763" y="0"/>
                  <a:pt x="399098" y="40005"/>
                  <a:pt x="399098" y="70485"/>
                </a:cubicBezTo>
                <a:cubicBezTo>
                  <a:pt x="396240" y="103823"/>
                  <a:pt x="374332" y="131445"/>
                  <a:pt x="343853" y="14478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 rot="8716295">
            <a:off x="191626" y="3944426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 rot="8716295">
            <a:off x="125832" y="3815405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 rot="8716295">
            <a:off x="-73048" y="4876828"/>
            <a:ext cx="221382" cy="253349"/>
          </a:xfrm>
          <a:custGeom>
            <a:rect b="b" l="l" r="r" t="t"/>
            <a:pathLst>
              <a:path extrusionOk="0" h="253349" w="221382">
                <a:moveTo>
                  <a:pt x="51490" y="253349"/>
                </a:moveTo>
                <a:lnTo>
                  <a:pt x="51490" y="44199"/>
                </a:lnTo>
                <a:lnTo>
                  <a:pt x="0" y="44199"/>
                </a:lnTo>
                <a:lnTo>
                  <a:pt x="0" y="0"/>
                </a:lnTo>
                <a:lnTo>
                  <a:pt x="104803" y="0"/>
                </a:lnTo>
                <a:lnTo>
                  <a:pt x="104802" y="73817"/>
                </a:lnTo>
                <a:lnTo>
                  <a:pt x="106169" y="73817"/>
                </a:lnTo>
                <a:cubicBezTo>
                  <a:pt x="120751" y="30529"/>
                  <a:pt x="132142" y="13670"/>
                  <a:pt x="154014" y="4556"/>
                </a:cubicBezTo>
                <a:lnTo>
                  <a:pt x="174650" y="668"/>
                </a:lnTo>
                <a:lnTo>
                  <a:pt x="214075" y="27996"/>
                </a:lnTo>
                <a:lnTo>
                  <a:pt x="221382" y="33060"/>
                </a:lnTo>
                <a:lnTo>
                  <a:pt x="195540" y="70341"/>
                </a:lnTo>
                <a:lnTo>
                  <a:pt x="189157" y="50236"/>
                </a:lnTo>
                <a:cubicBezTo>
                  <a:pt x="183177" y="42946"/>
                  <a:pt x="174747" y="38731"/>
                  <a:pt x="164950" y="38731"/>
                </a:cubicBezTo>
                <a:cubicBezTo>
                  <a:pt x="135788" y="38731"/>
                  <a:pt x="111638" y="77463"/>
                  <a:pt x="111638" y="126218"/>
                </a:cubicBezTo>
                <a:lnTo>
                  <a:pt x="111638" y="191383"/>
                </a:lnTo>
                <a:lnTo>
                  <a:pt x="84096" y="231117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 rot="8716295">
            <a:off x="93318" y="4612018"/>
            <a:ext cx="141256" cy="232388"/>
          </a:xfrm>
          <a:custGeom>
            <a:rect b="b" l="l" r="r" t="t"/>
            <a:pathLst>
              <a:path extrusionOk="0" h="485775" w="295275">
                <a:moveTo>
                  <a:pt x="297180" y="104775"/>
                </a:moveTo>
                <a:lnTo>
                  <a:pt x="297180" y="435293"/>
                </a:lnTo>
                <a:lnTo>
                  <a:pt x="169545" y="485775"/>
                </a:lnTo>
                <a:lnTo>
                  <a:pt x="169545" y="145733"/>
                </a:lnTo>
                <a:cubicBezTo>
                  <a:pt x="169545" y="142875"/>
                  <a:pt x="169545" y="140018"/>
                  <a:pt x="169545" y="137160"/>
                </a:cubicBezTo>
                <a:cubicBezTo>
                  <a:pt x="166688" y="116205"/>
                  <a:pt x="147638" y="101918"/>
                  <a:pt x="126683" y="104775"/>
                </a:cubicBezTo>
                <a:lnTo>
                  <a:pt x="0" y="104775"/>
                </a:lnTo>
                <a:lnTo>
                  <a:pt x="0" y="0"/>
                </a:lnTo>
                <a:lnTo>
                  <a:pt x="178118" y="0"/>
                </a:lnTo>
                <a:cubicBezTo>
                  <a:pt x="255270" y="0"/>
                  <a:pt x="297180" y="33338"/>
                  <a:pt x="297180" y="10477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 rot="8716295">
            <a:off x="182710" y="4641260"/>
            <a:ext cx="259728" cy="250615"/>
          </a:xfrm>
          <a:custGeom>
            <a:rect b="b" l="l" r="r" t="t"/>
            <a:pathLst>
              <a:path extrusionOk="0" h="523875" w="542925">
                <a:moveTo>
                  <a:pt x="544830" y="184905"/>
                </a:moveTo>
                <a:lnTo>
                  <a:pt x="544830" y="197288"/>
                </a:lnTo>
                <a:lnTo>
                  <a:pt x="415290" y="204908"/>
                </a:lnTo>
                <a:lnTo>
                  <a:pt x="415290" y="170618"/>
                </a:lnTo>
                <a:cubicBezTo>
                  <a:pt x="415290" y="119183"/>
                  <a:pt x="385763" y="83940"/>
                  <a:pt x="344805" y="83940"/>
                </a:cubicBezTo>
                <a:cubicBezTo>
                  <a:pt x="283845" y="83940"/>
                  <a:pt x="233363" y="164903"/>
                  <a:pt x="233363" y="266820"/>
                </a:cubicBezTo>
                <a:lnTo>
                  <a:pt x="233363" y="446843"/>
                </a:lnTo>
                <a:lnTo>
                  <a:pt x="107632" y="532568"/>
                </a:lnTo>
                <a:lnTo>
                  <a:pt x="107632" y="95370"/>
                </a:lnTo>
                <a:lnTo>
                  <a:pt x="0" y="95370"/>
                </a:lnTo>
                <a:lnTo>
                  <a:pt x="0" y="2978"/>
                </a:lnTo>
                <a:lnTo>
                  <a:pt x="219075" y="2978"/>
                </a:lnTo>
                <a:lnTo>
                  <a:pt x="219075" y="157283"/>
                </a:lnTo>
                <a:lnTo>
                  <a:pt x="221932" y="157283"/>
                </a:lnTo>
                <a:cubicBezTo>
                  <a:pt x="252413" y="66795"/>
                  <a:pt x="276225" y="31553"/>
                  <a:pt x="321945" y="12503"/>
                </a:cubicBezTo>
                <a:cubicBezTo>
                  <a:pt x="342900" y="3930"/>
                  <a:pt x="364807" y="-832"/>
                  <a:pt x="387667" y="120"/>
                </a:cubicBezTo>
                <a:cubicBezTo>
                  <a:pt x="485775" y="-1785"/>
                  <a:pt x="544830" y="66795"/>
                  <a:pt x="544830" y="184905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 rot="8716295">
            <a:off x="-14524" y="4699631"/>
            <a:ext cx="49997" cy="54238"/>
          </a:xfrm>
          <a:custGeom>
            <a:rect b="b" l="l" r="r" t="t"/>
            <a:pathLst>
              <a:path extrusionOk="0" h="54238" w="49997">
                <a:moveTo>
                  <a:pt x="8658" y="50123"/>
                </a:moveTo>
                <a:cubicBezTo>
                  <a:pt x="3190" y="44655"/>
                  <a:pt x="0" y="37365"/>
                  <a:pt x="0" y="29619"/>
                </a:cubicBezTo>
                <a:lnTo>
                  <a:pt x="0" y="29162"/>
                </a:lnTo>
                <a:cubicBezTo>
                  <a:pt x="0" y="21417"/>
                  <a:pt x="3190" y="14126"/>
                  <a:pt x="8658" y="8658"/>
                </a:cubicBezTo>
                <a:cubicBezTo>
                  <a:pt x="14126" y="3190"/>
                  <a:pt x="21416" y="0"/>
                  <a:pt x="29163" y="0"/>
                </a:cubicBezTo>
                <a:cubicBezTo>
                  <a:pt x="36909" y="0"/>
                  <a:pt x="44200" y="3190"/>
                  <a:pt x="49668" y="8658"/>
                </a:cubicBezTo>
                <a:lnTo>
                  <a:pt x="49997" y="9441"/>
                </a:lnTo>
                <a:lnTo>
                  <a:pt x="18945" y="54238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 rot="8716295">
            <a:off x="-30327" y="4579755"/>
            <a:ext cx="113346" cy="71024"/>
          </a:xfrm>
          <a:custGeom>
            <a:rect b="b" l="l" r="r" t="t"/>
            <a:pathLst>
              <a:path extrusionOk="0" h="71024" w="113346">
                <a:moveTo>
                  <a:pt x="0" y="55323"/>
                </a:moveTo>
                <a:lnTo>
                  <a:pt x="0" y="0"/>
                </a:lnTo>
                <a:lnTo>
                  <a:pt x="113346" y="0"/>
                </a:lnTo>
                <a:lnTo>
                  <a:pt x="64114" y="71024"/>
                </a:lnTo>
                <a:lnTo>
                  <a:pt x="69777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/>
          <p:nvPr/>
        </p:nvSpPr>
        <p:spPr>
          <a:xfrm rot="8716295">
            <a:off x="71262" y="4741514"/>
            <a:ext cx="100246" cy="218719"/>
          </a:xfrm>
          <a:custGeom>
            <a:rect b="b" l="l" r="r" t="t"/>
            <a:pathLst>
              <a:path extrusionOk="0" h="457200" w="209550">
                <a:moveTo>
                  <a:pt x="216217" y="0"/>
                </a:moveTo>
                <a:lnTo>
                  <a:pt x="216217" y="458153"/>
                </a:lnTo>
                <a:lnTo>
                  <a:pt x="90488" y="337185"/>
                </a:lnTo>
                <a:lnTo>
                  <a:pt x="90488" y="34290"/>
                </a:lnTo>
                <a:lnTo>
                  <a:pt x="0" y="34290"/>
                </a:lnTo>
                <a:lnTo>
                  <a:pt x="0" y="4763"/>
                </a:lnTo>
                <a:cubicBezTo>
                  <a:pt x="68580" y="7620"/>
                  <a:pt x="140017" y="1905"/>
                  <a:pt x="216217" y="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/>
          <p:nvPr/>
        </p:nvSpPr>
        <p:spPr>
          <a:xfrm rot="7484129">
            <a:off x="172059" y="4933533"/>
            <a:ext cx="203847" cy="195874"/>
          </a:xfrm>
          <a:custGeom>
            <a:rect b="b" l="l" r="r" t="t"/>
            <a:pathLst>
              <a:path extrusionOk="0" h="195874" w="203847">
                <a:moveTo>
                  <a:pt x="90710" y="195874"/>
                </a:moveTo>
                <a:lnTo>
                  <a:pt x="47847" y="116129"/>
                </a:lnTo>
                <a:lnTo>
                  <a:pt x="69777" y="55323"/>
                </a:lnTo>
                <a:lnTo>
                  <a:pt x="0" y="55323"/>
                </a:lnTo>
                <a:lnTo>
                  <a:pt x="0" y="0"/>
                </a:lnTo>
                <a:lnTo>
                  <a:pt x="170341" y="0"/>
                </a:lnTo>
                <a:lnTo>
                  <a:pt x="203847" y="48325"/>
                </a:lnTo>
                <a:lnTo>
                  <a:pt x="203847" y="55323"/>
                </a:lnTo>
                <a:lnTo>
                  <a:pt x="139055" y="55323"/>
                </a:ln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 rot="-8510606">
            <a:off x="313551" y="4906246"/>
            <a:ext cx="221827" cy="205098"/>
          </a:xfrm>
          <a:custGeom>
            <a:rect b="b" l="l" r="r" t="t"/>
            <a:pathLst>
              <a:path extrusionOk="0" h="205098" w="221827">
                <a:moveTo>
                  <a:pt x="24153" y="55168"/>
                </a:moveTo>
                <a:lnTo>
                  <a:pt x="0" y="18385"/>
                </a:lnTo>
                <a:lnTo>
                  <a:pt x="23400" y="0"/>
                </a:lnTo>
                <a:lnTo>
                  <a:pt x="23735" y="46640"/>
                </a:lnTo>
                <a:close/>
                <a:moveTo>
                  <a:pt x="221827" y="150928"/>
                </a:moveTo>
                <a:cubicBezTo>
                  <a:pt x="192582" y="176035"/>
                  <a:pt x="158785" y="193002"/>
                  <a:pt x="126574" y="204038"/>
                </a:cubicBezTo>
                <a:lnTo>
                  <a:pt x="122603" y="205098"/>
                </a:lnTo>
                <a:lnTo>
                  <a:pt x="102519" y="174512"/>
                </a:lnTo>
                <a:lnTo>
                  <a:pt x="103192" y="174655"/>
                </a:lnTo>
                <a:cubicBezTo>
                  <a:pt x="120298" y="174103"/>
                  <a:pt x="136851" y="170792"/>
                  <a:pt x="152853" y="165826"/>
                </a:cubicBezTo>
                <a:cubicBezTo>
                  <a:pt x="176028" y="158653"/>
                  <a:pt x="198652" y="149273"/>
                  <a:pt x="220723" y="138237"/>
                </a:cubicBezTo>
                <a:cubicBezTo>
                  <a:pt x="221275" y="140444"/>
                  <a:pt x="221827" y="143203"/>
                  <a:pt x="221827" y="145410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 rot="8716295">
            <a:off x="406370" y="4600606"/>
            <a:ext cx="113655" cy="117117"/>
          </a:xfrm>
          <a:custGeom>
            <a:rect b="b" l="l" r="r" t="t"/>
            <a:pathLst>
              <a:path extrusionOk="0" h="117117" w="113655">
                <a:moveTo>
                  <a:pt x="13623" y="100559"/>
                </a:moveTo>
                <a:lnTo>
                  <a:pt x="0" y="68296"/>
                </a:lnTo>
                <a:lnTo>
                  <a:pt x="56488" y="0"/>
                </a:lnTo>
                <a:lnTo>
                  <a:pt x="96408" y="16856"/>
                </a:lnTo>
                <a:cubicBezTo>
                  <a:pt x="119404" y="38931"/>
                  <a:pt x="119404" y="76644"/>
                  <a:pt x="96408" y="99640"/>
                </a:cubicBezTo>
                <a:cubicBezTo>
                  <a:pt x="85370" y="110678"/>
                  <a:pt x="70653" y="117116"/>
                  <a:pt x="55015" y="117117"/>
                </a:cubicBezTo>
                <a:cubicBezTo>
                  <a:pt x="39378" y="117117"/>
                  <a:pt x="24661" y="111597"/>
                  <a:pt x="13623" y="100559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1"/>
          <p:cNvSpPr/>
          <p:nvPr/>
        </p:nvSpPr>
        <p:spPr>
          <a:xfrm rot="8716295">
            <a:off x="171547" y="4634346"/>
            <a:ext cx="54680" cy="546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/>
          <p:nvPr/>
        </p:nvSpPr>
        <p:spPr>
          <a:xfrm rot="8716295">
            <a:off x="348999" y="4475104"/>
            <a:ext cx="110380" cy="110380"/>
          </a:xfrm>
          <a:custGeom>
            <a:rect b="b" l="l" r="r" t="t"/>
            <a:pathLst>
              <a:path extrusionOk="0" h="114300" w="114300">
                <a:moveTo>
                  <a:pt x="103823" y="103823"/>
                </a:moveTo>
                <a:cubicBezTo>
                  <a:pt x="92393" y="115253"/>
                  <a:pt x="77153" y="121920"/>
                  <a:pt x="60960" y="121920"/>
                </a:cubicBezTo>
                <a:cubicBezTo>
                  <a:pt x="44768" y="121920"/>
                  <a:pt x="29528" y="116205"/>
                  <a:pt x="18098" y="104775"/>
                </a:cubicBezTo>
                <a:cubicBezTo>
                  <a:pt x="6668" y="93345"/>
                  <a:pt x="0" y="78105"/>
                  <a:pt x="0" y="61913"/>
                </a:cubicBezTo>
                <a:lnTo>
                  <a:pt x="0" y="60960"/>
                </a:lnTo>
                <a:cubicBezTo>
                  <a:pt x="0" y="44768"/>
                  <a:pt x="6668" y="29528"/>
                  <a:pt x="18098" y="18098"/>
                </a:cubicBezTo>
                <a:cubicBezTo>
                  <a:pt x="29528" y="6668"/>
                  <a:pt x="44768" y="0"/>
                  <a:pt x="60960" y="0"/>
                </a:cubicBezTo>
                <a:cubicBezTo>
                  <a:pt x="77153" y="0"/>
                  <a:pt x="92393" y="6668"/>
                  <a:pt x="103823" y="18098"/>
                </a:cubicBezTo>
                <a:cubicBezTo>
                  <a:pt x="127635" y="40958"/>
                  <a:pt x="127635" y="80010"/>
                  <a:pt x="103823" y="103823"/>
                </a:cubicBezTo>
                <a:close/>
              </a:path>
            </a:pathLst>
          </a:custGeom>
          <a:solidFill>
            <a:schemeClr val="dk1">
              <a:alpha val="4705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1675026" y="884098"/>
            <a:ext cx="36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1"/>
          <p:cNvSpPr txBox="1"/>
          <p:nvPr>
            <p:ph idx="1" type="body"/>
          </p:nvPr>
        </p:nvSpPr>
        <p:spPr>
          <a:xfrm>
            <a:off x="1197959" y="1375576"/>
            <a:ext cx="7316491" cy="3260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1 - Foncé">
  <p:cSld name="Couverture 1 - Foncé">
    <p:bg>
      <p:bgPr>
        <a:solidFill>
          <a:schemeClr val="dk1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04432" y="2054979"/>
            <a:ext cx="3470194" cy="1035588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2"/>
          <p:cNvSpPr/>
          <p:nvPr/>
        </p:nvSpPr>
        <p:spPr>
          <a:xfrm>
            <a:off x="0" y="0"/>
            <a:ext cx="2476252" cy="5143500"/>
          </a:xfrm>
          <a:custGeom>
            <a:rect b="b" l="l" r="r" t="t"/>
            <a:pathLst>
              <a:path extrusionOk="0" h="5143500" w="2476252">
                <a:moveTo>
                  <a:pt x="0" y="0"/>
                </a:moveTo>
                <a:lnTo>
                  <a:pt x="2038350" y="0"/>
                </a:lnTo>
                <a:lnTo>
                  <a:pt x="2476252" y="0"/>
                </a:lnTo>
                <a:lnTo>
                  <a:pt x="2038350" y="5143500"/>
                </a:lnTo>
                <a:lnTo>
                  <a:pt x="0" y="5143500"/>
                </a:lnTo>
                <a:close/>
              </a:path>
            </a:pathLst>
          </a:cu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2"/>
          <p:cNvSpPr/>
          <p:nvPr/>
        </p:nvSpPr>
        <p:spPr>
          <a:xfrm flipH="1">
            <a:off x="2029641" y="2387470"/>
            <a:ext cx="614164" cy="2756031"/>
          </a:xfrm>
          <a:custGeom>
            <a:rect b="b" l="l" r="r" t="t"/>
            <a:pathLst>
              <a:path extrusionOk="0" h="2756031" w="614164">
                <a:moveTo>
                  <a:pt x="379524" y="0"/>
                </a:moveTo>
                <a:lnTo>
                  <a:pt x="0" y="2756031"/>
                </a:lnTo>
                <a:lnTo>
                  <a:pt x="614164" y="2756031"/>
                </a:lnTo>
                <a:close/>
              </a:path>
            </a:pathLst>
          </a:custGeom>
          <a:solidFill>
            <a:srgbClr val="009F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2" name="Google Shape;312;p32"/>
          <p:cNvGrpSpPr/>
          <p:nvPr/>
        </p:nvGrpSpPr>
        <p:grpSpPr>
          <a:xfrm>
            <a:off x="-242071" y="-112947"/>
            <a:ext cx="2830528" cy="5454588"/>
            <a:chOff x="-242071" y="-112947"/>
            <a:chExt cx="2830528" cy="5454588"/>
          </a:xfrm>
        </p:grpSpPr>
        <p:sp>
          <p:nvSpPr>
            <p:cNvPr id="313" name="Google Shape;313;p32"/>
            <p:cNvSpPr/>
            <p:nvPr/>
          </p:nvSpPr>
          <p:spPr>
            <a:xfrm rot="8716295">
              <a:off x="1460344" y="348006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2"/>
            <p:cNvSpPr/>
            <p:nvPr/>
          </p:nvSpPr>
          <p:spPr>
            <a:xfrm rot="8716295">
              <a:off x="1595642" y="352432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2"/>
            <p:cNvSpPr/>
            <p:nvPr/>
          </p:nvSpPr>
          <p:spPr>
            <a:xfrm rot="8716295">
              <a:off x="1527760" y="339373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2"/>
            <p:cNvSpPr/>
            <p:nvPr/>
          </p:nvSpPr>
          <p:spPr>
            <a:xfrm rot="8716295">
              <a:off x="1290473" y="361408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32"/>
            <p:cNvSpPr/>
            <p:nvPr/>
          </p:nvSpPr>
          <p:spPr>
            <a:xfrm rot="8716295">
              <a:off x="1101427" y="329824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32"/>
            <p:cNvSpPr/>
            <p:nvPr/>
          </p:nvSpPr>
          <p:spPr>
            <a:xfrm rot="8716295">
              <a:off x="1083185" y="308819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2"/>
            <p:cNvSpPr/>
            <p:nvPr/>
          </p:nvSpPr>
          <p:spPr>
            <a:xfrm rot="8716295">
              <a:off x="1426961" y="367606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32"/>
            <p:cNvSpPr/>
            <p:nvPr/>
          </p:nvSpPr>
          <p:spPr>
            <a:xfrm rot="8716295">
              <a:off x="1897908" y="310145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2"/>
            <p:cNvSpPr/>
            <p:nvPr/>
          </p:nvSpPr>
          <p:spPr>
            <a:xfrm rot="8716295">
              <a:off x="2028620" y="3176625"/>
              <a:ext cx="305088" cy="336622"/>
            </a:xfrm>
            <a:custGeom>
              <a:rect b="b" l="l" r="r" t="t"/>
              <a:pathLst>
                <a:path extrusionOk="0" h="336622" w="305088">
                  <a:moveTo>
                    <a:pt x="211294" y="107197"/>
                  </a:moveTo>
                  <a:lnTo>
                    <a:pt x="211294" y="82369"/>
                  </a:lnTo>
                  <a:lnTo>
                    <a:pt x="211017" y="81498"/>
                  </a:lnTo>
                  <a:lnTo>
                    <a:pt x="278425" y="0"/>
                  </a:lnTo>
                  <a:lnTo>
                    <a:pt x="297297" y="35535"/>
                  </a:lnTo>
                  <a:cubicBezTo>
                    <a:pt x="302416" y="52195"/>
                    <a:pt x="305088" y="71334"/>
                    <a:pt x="305088" y="92713"/>
                  </a:cubicBezTo>
                  <a:lnTo>
                    <a:pt x="305088" y="101679"/>
                  </a:lnTo>
                  <a:close/>
                  <a:moveTo>
                    <a:pt x="0" y="336622"/>
                  </a:moveTo>
                  <a:lnTo>
                    <a:pt x="79568" y="240423"/>
                  </a:lnTo>
                  <a:lnTo>
                    <a:pt x="79568" y="28237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2"/>
            <p:cNvSpPr/>
            <p:nvPr/>
          </p:nvSpPr>
          <p:spPr>
            <a:xfrm rot="8716295">
              <a:off x="1728037" y="32354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2"/>
            <p:cNvSpPr/>
            <p:nvPr/>
          </p:nvSpPr>
          <p:spPr>
            <a:xfrm rot="8716295">
              <a:off x="1538992" y="291963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2"/>
            <p:cNvSpPr/>
            <p:nvPr/>
          </p:nvSpPr>
          <p:spPr>
            <a:xfrm rot="8716295">
              <a:off x="1864525" y="329745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32"/>
            <p:cNvSpPr/>
            <p:nvPr/>
          </p:nvSpPr>
          <p:spPr>
            <a:xfrm rot="8716295">
              <a:off x="1499078" y="307102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32"/>
            <p:cNvSpPr/>
            <p:nvPr/>
          </p:nvSpPr>
          <p:spPr>
            <a:xfrm rot="7484129">
              <a:off x="2004987" y="3639772"/>
              <a:ext cx="221889" cy="221665"/>
            </a:xfrm>
            <a:custGeom>
              <a:rect b="b" l="l" r="r" t="t"/>
              <a:pathLst>
                <a:path extrusionOk="0" h="221665" w="221889">
                  <a:moveTo>
                    <a:pt x="206330" y="8936"/>
                  </a:moveTo>
                  <a:lnTo>
                    <a:pt x="221889" y="0"/>
                  </a:lnTo>
                  <a:lnTo>
                    <a:pt x="221889" y="8936"/>
                  </a:lnTo>
                  <a:close/>
                  <a:moveTo>
                    <a:pt x="50650" y="221665"/>
                  </a:moveTo>
                  <a:lnTo>
                    <a:pt x="0" y="127433"/>
                  </a:lnTo>
                  <a:lnTo>
                    <a:pt x="103511" y="6798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2"/>
            <p:cNvSpPr/>
            <p:nvPr/>
          </p:nvSpPr>
          <p:spPr>
            <a:xfrm rot="8716295">
              <a:off x="2016311" y="313524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2"/>
            <p:cNvSpPr/>
            <p:nvPr/>
          </p:nvSpPr>
          <p:spPr>
            <a:xfrm rot="8716295">
              <a:off x="1796861" y="4478944"/>
              <a:ext cx="215176" cy="351729"/>
            </a:xfrm>
            <a:custGeom>
              <a:rect b="b" l="l" r="r" t="t"/>
              <a:pathLst>
                <a:path extrusionOk="0" h="351729" w="215176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31564"/>
                  </a:lnTo>
                  <a:lnTo>
                    <a:pt x="26107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6" y="75863"/>
                  </a:cubicBez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2"/>
            <p:cNvSpPr/>
            <p:nvPr/>
          </p:nvSpPr>
          <p:spPr>
            <a:xfrm rot="8716295">
              <a:off x="1938756" y="4602084"/>
              <a:ext cx="253340" cy="284725"/>
            </a:xfrm>
            <a:custGeom>
              <a:rect b="b" l="l" r="r" t="t"/>
              <a:pathLst>
                <a:path extrusionOk="0" h="284725" w="253340">
                  <a:moveTo>
                    <a:pt x="160632" y="90518"/>
                  </a:moveTo>
                  <a:lnTo>
                    <a:pt x="235501" y="0"/>
                  </a:lnTo>
                  <a:lnTo>
                    <a:pt x="245549" y="18921"/>
                  </a:lnTo>
                  <a:cubicBezTo>
                    <a:pt x="250668" y="35581"/>
                    <a:pt x="253340" y="54719"/>
                    <a:pt x="253340" y="76098"/>
                  </a:cubicBezTo>
                  <a:lnTo>
                    <a:pt x="253340" y="85064"/>
                  </a:lnTo>
                  <a:close/>
                  <a:moveTo>
                    <a:pt x="0" y="284725"/>
                  </a:moveTo>
                  <a:lnTo>
                    <a:pt x="27820" y="251090"/>
                  </a:lnTo>
                  <a:lnTo>
                    <a:pt x="27820" y="26575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2"/>
            <p:cNvSpPr/>
            <p:nvPr/>
          </p:nvSpPr>
          <p:spPr>
            <a:xfrm rot="8716295">
              <a:off x="1865533" y="43922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2"/>
            <p:cNvSpPr/>
            <p:nvPr/>
          </p:nvSpPr>
          <p:spPr>
            <a:xfrm rot="8716295">
              <a:off x="1628246" y="461256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2"/>
            <p:cNvSpPr/>
            <p:nvPr/>
          </p:nvSpPr>
          <p:spPr>
            <a:xfrm rot="8716295">
              <a:off x="1439200" y="42967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32"/>
            <p:cNvSpPr/>
            <p:nvPr/>
          </p:nvSpPr>
          <p:spPr>
            <a:xfrm rot="8716295">
              <a:off x="1420958" y="40866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32"/>
            <p:cNvSpPr/>
            <p:nvPr/>
          </p:nvSpPr>
          <p:spPr>
            <a:xfrm rot="8716295">
              <a:off x="1764734" y="46745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2"/>
            <p:cNvSpPr/>
            <p:nvPr/>
          </p:nvSpPr>
          <p:spPr>
            <a:xfrm rot="8716295">
              <a:off x="2058111" y="4234218"/>
              <a:ext cx="77302" cy="80483"/>
            </a:xfrm>
            <a:custGeom>
              <a:rect b="b" l="l" r="r" t="t"/>
              <a:pathLst>
                <a:path extrusionOk="0" h="80483" w="77302">
                  <a:moveTo>
                    <a:pt x="2300" y="68069"/>
                  </a:moveTo>
                  <a:lnTo>
                    <a:pt x="0" y="62622"/>
                  </a:lnTo>
                  <a:lnTo>
                    <a:pt x="51796" y="0"/>
                  </a:lnTo>
                  <a:lnTo>
                    <a:pt x="64371" y="5309"/>
                  </a:lnTo>
                  <a:cubicBezTo>
                    <a:pt x="81612" y="21861"/>
                    <a:pt x="81613" y="50138"/>
                    <a:pt x="64371" y="67380"/>
                  </a:cubicBezTo>
                  <a:cubicBezTo>
                    <a:pt x="56095" y="75656"/>
                    <a:pt x="45060" y="80483"/>
                    <a:pt x="33335" y="80483"/>
                  </a:cubicBezTo>
                  <a:cubicBezTo>
                    <a:pt x="21611" y="80483"/>
                    <a:pt x="10576" y="76345"/>
                    <a:pt x="2300" y="6806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2"/>
            <p:cNvSpPr/>
            <p:nvPr/>
          </p:nvSpPr>
          <p:spPr>
            <a:xfrm rot="8716295">
              <a:off x="1876235" y="3938134"/>
              <a:ext cx="237808" cy="296463"/>
            </a:xfrm>
            <a:custGeom>
              <a:rect b="b" l="l" r="r" t="t"/>
              <a:pathLst>
                <a:path extrusionOk="0" h="296463" w="237808">
                  <a:moveTo>
                    <a:pt x="66569" y="296463"/>
                  </a:moveTo>
                  <a:lnTo>
                    <a:pt x="1694" y="175766"/>
                  </a:lnTo>
                  <a:lnTo>
                    <a:pt x="34886" y="83734"/>
                  </a:lnTo>
                  <a:lnTo>
                    <a:pt x="0" y="83734"/>
                  </a:lnTo>
                  <a:lnTo>
                    <a:pt x="69258" y="0"/>
                  </a:lnTo>
                  <a:lnTo>
                    <a:pt x="237808" y="0"/>
                  </a:lnTo>
                  <a:lnTo>
                    <a:pt x="237808" y="83734"/>
                  </a:lnTo>
                  <a:lnTo>
                    <a:pt x="139741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2"/>
            <p:cNvSpPr/>
            <p:nvPr/>
          </p:nvSpPr>
          <p:spPr>
            <a:xfrm rot="8716295">
              <a:off x="1836851" y="40695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2"/>
            <p:cNvSpPr/>
            <p:nvPr/>
          </p:nvSpPr>
          <p:spPr>
            <a:xfrm rot="8716295">
              <a:off x="1827832" y="5057264"/>
              <a:ext cx="219410" cy="140851"/>
            </a:xfrm>
            <a:custGeom>
              <a:rect b="b" l="l" r="r" t="t"/>
              <a:pathLst>
                <a:path extrusionOk="0" h="140851" w="219410">
                  <a:moveTo>
                    <a:pt x="27373" y="96063"/>
                  </a:moveTo>
                  <a:cubicBezTo>
                    <a:pt x="16020" y="85043"/>
                    <a:pt x="7797" y="71018"/>
                    <a:pt x="1953" y="53941"/>
                  </a:cubicBezTo>
                  <a:lnTo>
                    <a:pt x="0" y="43352"/>
                  </a:lnTo>
                  <a:lnTo>
                    <a:pt x="35858" y="0"/>
                  </a:lnTo>
                  <a:lnTo>
                    <a:pt x="219410" y="127232"/>
                  </a:lnTo>
                  <a:lnTo>
                    <a:pt x="200448" y="132296"/>
                  </a:lnTo>
                  <a:cubicBezTo>
                    <a:pt x="176976" y="136859"/>
                    <a:pt x="155381" y="139475"/>
                    <a:pt x="136904" y="140588"/>
                  </a:cubicBezTo>
                  <a:cubicBezTo>
                    <a:pt x="95942" y="143260"/>
                    <a:pt x="55870" y="125450"/>
                    <a:pt x="27373" y="960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2"/>
            <p:cNvSpPr/>
            <p:nvPr/>
          </p:nvSpPr>
          <p:spPr>
            <a:xfrm rot="8716295">
              <a:off x="1125067" y="247965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2"/>
            <p:cNvSpPr/>
            <p:nvPr/>
          </p:nvSpPr>
          <p:spPr>
            <a:xfrm rot="8716295">
              <a:off x="1260365" y="252391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32"/>
            <p:cNvSpPr/>
            <p:nvPr/>
          </p:nvSpPr>
          <p:spPr>
            <a:xfrm rot="8716295">
              <a:off x="1192483" y="2393326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32"/>
            <p:cNvSpPr/>
            <p:nvPr/>
          </p:nvSpPr>
          <p:spPr>
            <a:xfrm rot="8716295">
              <a:off x="955196" y="261367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2"/>
            <p:cNvSpPr/>
            <p:nvPr/>
          </p:nvSpPr>
          <p:spPr>
            <a:xfrm rot="8716295">
              <a:off x="766149" y="22978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2"/>
            <p:cNvSpPr/>
            <p:nvPr/>
          </p:nvSpPr>
          <p:spPr>
            <a:xfrm rot="8716295">
              <a:off x="747908" y="208778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2"/>
            <p:cNvSpPr/>
            <p:nvPr/>
          </p:nvSpPr>
          <p:spPr>
            <a:xfrm rot="8716295">
              <a:off x="1091684" y="267565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2"/>
            <p:cNvSpPr/>
            <p:nvPr/>
          </p:nvSpPr>
          <p:spPr>
            <a:xfrm rot="8716295">
              <a:off x="1562630" y="210103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2"/>
            <p:cNvSpPr/>
            <p:nvPr/>
          </p:nvSpPr>
          <p:spPr>
            <a:xfrm rot="8716295">
              <a:off x="1697929" y="214529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2"/>
            <p:cNvSpPr/>
            <p:nvPr/>
          </p:nvSpPr>
          <p:spPr>
            <a:xfrm rot="8716295">
              <a:off x="1392759" y="223505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2"/>
            <p:cNvSpPr/>
            <p:nvPr/>
          </p:nvSpPr>
          <p:spPr>
            <a:xfrm rot="8716295">
              <a:off x="1203715" y="19192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2"/>
            <p:cNvSpPr/>
            <p:nvPr/>
          </p:nvSpPr>
          <p:spPr>
            <a:xfrm rot="8716295">
              <a:off x="1529248" y="229703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2"/>
            <p:cNvSpPr/>
            <p:nvPr/>
          </p:nvSpPr>
          <p:spPr>
            <a:xfrm rot="8716295">
              <a:off x="1163801" y="207061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2"/>
            <p:cNvSpPr/>
            <p:nvPr/>
          </p:nvSpPr>
          <p:spPr>
            <a:xfrm rot="7484129">
              <a:off x="1688065" y="258665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2"/>
            <p:cNvSpPr/>
            <p:nvPr/>
          </p:nvSpPr>
          <p:spPr>
            <a:xfrm rot="-8510606">
              <a:off x="1845023" y="2531236"/>
              <a:ext cx="412568" cy="496925"/>
            </a:xfrm>
            <a:custGeom>
              <a:rect b="b" l="l" r="r" t="t"/>
              <a:pathLst>
                <a:path extrusionOk="0" h="496925" w="412568">
                  <a:moveTo>
                    <a:pt x="412568" y="390854"/>
                  </a:moveTo>
                  <a:cubicBezTo>
                    <a:pt x="346173" y="447854"/>
                    <a:pt x="264275" y="477136"/>
                    <a:pt x="198232" y="489977"/>
                  </a:cubicBezTo>
                  <a:lnTo>
                    <a:pt x="144991" y="496925"/>
                  </a:lnTo>
                  <a:lnTo>
                    <a:pt x="0" y="276116"/>
                  </a:lnTo>
                  <a:lnTo>
                    <a:pt x="0" y="57626"/>
                  </a:lnTo>
                  <a:lnTo>
                    <a:pt x="111075" y="0"/>
                  </a:lnTo>
                  <a:lnTo>
                    <a:pt x="112747" y="233009"/>
                  </a:lnTo>
                  <a:cubicBezTo>
                    <a:pt x="110241" y="279778"/>
                    <a:pt x="117757" y="327382"/>
                    <a:pt x="132789" y="371646"/>
                  </a:cubicBezTo>
                  <a:cubicBezTo>
                    <a:pt x="146153" y="408393"/>
                    <a:pt x="180394" y="426766"/>
                    <a:pt x="233008" y="426766"/>
                  </a:cubicBezTo>
                  <a:cubicBezTo>
                    <a:pt x="258899" y="425930"/>
                    <a:pt x="283953" y="420919"/>
                    <a:pt x="308173" y="413403"/>
                  </a:cubicBezTo>
                  <a:cubicBezTo>
                    <a:pt x="343249" y="402546"/>
                    <a:pt x="377491" y="388349"/>
                    <a:pt x="410897" y="371646"/>
                  </a:cubicBezTo>
                  <a:cubicBezTo>
                    <a:pt x="411732" y="374986"/>
                    <a:pt x="412568" y="379161"/>
                    <a:pt x="412568" y="38250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2"/>
            <p:cNvSpPr/>
            <p:nvPr/>
          </p:nvSpPr>
          <p:spPr>
            <a:xfrm rot="8716295">
              <a:off x="2147054" y="2332037"/>
              <a:ext cx="207668" cy="192886"/>
            </a:xfrm>
            <a:custGeom>
              <a:rect b="b" l="l" r="r" t="t"/>
              <a:pathLst>
                <a:path extrusionOk="0" h="192886" w="207668">
                  <a:moveTo>
                    <a:pt x="0" y="192886"/>
                  </a:moveTo>
                  <a:lnTo>
                    <a:pt x="159539" y="0"/>
                  </a:lnTo>
                  <a:lnTo>
                    <a:pt x="181588" y="5201"/>
                  </a:lnTo>
                  <a:cubicBezTo>
                    <a:pt x="201262" y="16029"/>
                    <a:pt x="207668" y="40127"/>
                    <a:pt x="207668" y="59649"/>
                  </a:cubicBezTo>
                  <a:cubicBezTo>
                    <a:pt x="205228" y="88119"/>
                    <a:pt x="186518" y="111708"/>
                    <a:pt x="160490" y="123096"/>
                  </a:cubicBezTo>
                  <a:lnTo>
                    <a:pt x="161303" y="12309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2"/>
            <p:cNvSpPr/>
            <p:nvPr/>
          </p:nvSpPr>
          <p:spPr>
            <a:xfrm rot="8716295">
              <a:off x="2049197" y="208909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2"/>
            <p:cNvSpPr/>
            <p:nvPr/>
          </p:nvSpPr>
          <p:spPr>
            <a:xfrm rot="8716295">
              <a:off x="1681033" y="21348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2"/>
            <p:cNvSpPr/>
            <p:nvPr/>
          </p:nvSpPr>
          <p:spPr>
            <a:xfrm rot="8716295">
              <a:off x="1949615" y="189381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8716295">
              <a:off x="787294" y="148117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8716295">
              <a:off x="922592" y="152543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8716295">
              <a:off x="854710" y="1394843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8716295">
              <a:off x="617423" y="161518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8716295">
              <a:off x="428376" y="129935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2"/>
            <p:cNvSpPr/>
            <p:nvPr/>
          </p:nvSpPr>
          <p:spPr>
            <a:xfrm rot="8716295">
              <a:off x="410135" y="108930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2"/>
            <p:cNvSpPr/>
            <p:nvPr/>
          </p:nvSpPr>
          <p:spPr>
            <a:xfrm rot="8716295">
              <a:off x="753911" y="1677170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2"/>
            <p:cNvSpPr/>
            <p:nvPr/>
          </p:nvSpPr>
          <p:spPr>
            <a:xfrm rot="8716295">
              <a:off x="1224858" y="110255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2"/>
            <p:cNvSpPr/>
            <p:nvPr/>
          </p:nvSpPr>
          <p:spPr>
            <a:xfrm rot="8716295">
              <a:off x="1360156" y="1146815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2"/>
            <p:cNvSpPr/>
            <p:nvPr/>
          </p:nvSpPr>
          <p:spPr>
            <a:xfrm rot="8716295">
              <a:off x="1054986" y="123657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2"/>
            <p:cNvSpPr/>
            <p:nvPr/>
          </p:nvSpPr>
          <p:spPr>
            <a:xfrm rot="8716295">
              <a:off x="865942" y="9207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2"/>
            <p:cNvSpPr/>
            <p:nvPr/>
          </p:nvSpPr>
          <p:spPr>
            <a:xfrm rot="8716295">
              <a:off x="1191475" y="1298554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2"/>
            <p:cNvSpPr/>
            <p:nvPr/>
          </p:nvSpPr>
          <p:spPr>
            <a:xfrm rot="8716295">
              <a:off x="826028" y="107212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2"/>
            <p:cNvSpPr/>
            <p:nvPr/>
          </p:nvSpPr>
          <p:spPr>
            <a:xfrm rot="7484129">
              <a:off x="1350292" y="158817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2"/>
            <p:cNvSpPr/>
            <p:nvPr/>
          </p:nvSpPr>
          <p:spPr>
            <a:xfrm rot="-8510606">
              <a:off x="1508942" y="1537520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2"/>
            <p:cNvSpPr/>
            <p:nvPr/>
          </p:nvSpPr>
          <p:spPr>
            <a:xfrm rot="8716295">
              <a:off x="1789833" y="1247402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2"/>
            <p:cNvSpPr/>
            <p:nvPr/>
          </p:nvSpPr>
          <p:spPr>
            <a:xfrm rot="8716295">
              <a:off x="1711424" y="10906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2"/>
            <p:cNvSpPr/>
            <p:nvPr/>
          </p:nvSpPr>
          <p:spPr>
            <a:xfrm rot="8716295">
              <a:off x="1343261" y="11363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2"/>
            <p:cNvSpPr/>
            <p:nvPr/>
          </p:nvSpPr>
          <p:spPr>
            <a:xfrm rot="8716295">
              <a:off x="1611842" y="89533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2"/>
            <p:cNvSpPr/>
            <p:nvPr/>
          </p:nvSpPr>
          <p:spPr>
            <a:xfrm rot="8716295">
              <a:off x="455920" y="4791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2"/>
            <p:cNvSpPr/>
            <p:nvPr/>
          </p:nvSpPr>
          <p:spPr>
            <a:xfrm rot="8716295">
              <a:off x="591219" y="5233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2"/>
            <p:cNvSpPr/>
            <p:nvPr/>
          </p:nvSpPr>
          <p:spPr>
            <a:xfrm rot="8716295">
              <a:off x="523336" y="39278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2"/>
            <p:cNvSpPr/>
            <p:nvPr/>
          </p:nvSpPr>
          <p:spPr>
            <a:xfrm rot="8716295">
              <a:off x="286049" y="6131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2"/>
            <p:cNvSpPr/>
            <p:nvPr/>
          </p:nvSpPr>
          <p:spPr>
            <a:xfrm rot="8716295">
              <a:off x="97003" y="2972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2"/>
            <p:cNvSpPr/>
            <p:nvPr/>
          </p:nvSpPr>
          <p:spPr>
            <a:xfrm rot="8716295">
              <a:off x="78761" y="87249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2"/>
            <p:cNvSpPr/>
            <p:nvPr/>
          </p:nvSpPr>
          <p:spPr>
            <a:xfrm rot="8716295">
              <a:off x="422537" y="6751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2"/>
            <p:cNvSpPr/>
            <p:nvPr/>
          </p:nvSpPr>
          <p:spPr>
            <a:xfrm rot="8716295">
              <a:off x="893484" y="10050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32"/>
            <p:cNvSpPr/>
            <p:nvPr/>
          </p:nvSpPr>
          <p:spPr>
            <a:xfrm rot="8716295">
              <a:off x="1028783" y="14476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 rot="8716295">
              <a:off x="723613" y="23451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2"/>
            <p:cNvSpPr/>
            <p:nvPr/>
          </p:nvSpPr>
          <p:spPr>
            <a:xfrm rot="8716295">
              <a:off x="547803" y="-17289"/>
              <a:ext cx="308531" cy="226033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2"/>
            <p:cNvSpPr/>
            <p:nvPr/>
          </p:nvSpPr>
          <p:spPr>
            <a:xfrm rot="8716295">
              <a:off x="860101" y="2965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32"/>
            <p:cNvSpPr/>
            <p:nvPr/>
          </p:nvSpPr>
          <p:spPr>
            <a:xfrm rot="8716295">
              <a:off x="494655" y="700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32"/>
            <p:cNvSpPr/>
            <p:nvPr/>
          </p:nvSpPr>
          <p:spPr>
            <a:xfrm rot="7484129">
              <a:off x="1018919" y="5861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32"/>
            <p:cNvSpPr/>
            <p:nvPr/>
          </p:nvSpPr>
          <p:spPr>
            <a:xfrm rot="-8510606">
              <a:off x="1177568" y="5354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32"/>
            <p:cNvSpPr/>
            <p:nvPr/>
          </p:nvSpPr>
          <p:spPr>
            <a:xfrm rot="8716295">
              <a:off x="1458459" y="24534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32"/>
            <p:cNvSpPr/>
            <p:nvPr/>
          </p:nvSpPr>
          <p:spPr>
            <a:xfrm rot="8716295">
              <a:off x="1380050" y="885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32"/>
            <p:cNvSpPr/>
            <p:nvPr/>
          </p:nvSpPr>
          <p:spPr>
            <a:xfrm rot="8716295">
              <a:off x="1011887" y="1342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32"/>
            <p:cNvSpPr/>
            <p:nvPr/>
          </p:nvSpPr>
          <p:spPr>
            <a:xfrm rot="8716295">
              <a:off x="1291652" y="-36449"/>
              <a:ext cx="134197" cy="106947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32"/>
            <p:cNvSpPr/>
            <p:nvPr/>
          </p:nvSpPr>
          <p:spPr>
            <a:xfrm rot="-8510606">
              <a:off x="990163" y="-39748"/>
              <a:ext cx="111277" cy="115595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32"/>
            <p:cNvSpPr/>
            <p:nvPr/>
          </p:nvSpPr>
          <p:spPr>
            <a:xfrm rot="8716295">
              <a:off x="121288" y="414134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2"/>
            <p:cNvSpPr/>
            <p:nvPr/>
          </p:nvSpPr>
          <p:spPr>
            <a:xfrm rot="8716295">
              <a:off x="256586" y="418560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2"/>
            <p:cNvSpPr/>
            <p:nvPr/>
          </p:nvSpPr>
          <p:spPr>
            <a:xfrm rot="8716295">
              <a:off x="188704" y="405501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2"/>
            <p:cNvSpPr/>
            <p:nvPr/>
          </p:nvSpPr>
          <p:spPr>
            <a:xfrm rot="8716295">
              <a:off x="-22408" y="4278013"/>
              <a:ext cx="57413" cy="71926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2"/>
            <p:cNvSpPr/>
            <p:nvPr/>
          </p:nvSpPr>
          <p:spPr>
            <a:xfrm rot="8716295">
              <a:off x="-36969" y="4107248"/>
              <a:ext cx="147272" cy="83734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2"/>
            <p:cNvSpPr/>
            <p:nvPr/>
          </p:nvSpPr>
          <p:spPr>
            <a:xfrm rot="8716295">
              <a:off x="43378" y="3712531"/>
              <a:ext cx="125537" cy="468763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2"/>
            <p:cNvSpPr/>
            <p:nvPr/>
          </p:nvSpPr>
          <p:spPr>
            <a:xfrm rot="8716295">
              <a:off x="87905" y="4337347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2"/>
            <p:cNvSpPr/>
            <p:nvPr/>
          </p:nvSpPr>
          <p:spPr>
            <a:xfrm rot="8716295">
              <a:off x="558851" y="37627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2"/>
            <p:cNvSpPr/>
            <p:nvPr/>
          </p:nvSpPr>
          <p:spPr>
            <a:xfrm rot="8716295">
              <a:off x="694150" y="38069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2"/>
            <p:cNvSpPr/>
            <p:nvPr/>
          </p:nvSpPr>
          <p:spPr>
            <a:xfrm rot="8716295">
              <a:off x="388980" y="38967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2"/>
            <p:cNvSpPr/>
            <p:nvPr/>
          </p:nvSpPr>
          <p:spPr>
            <a:xfrm rot="8716295">
              <a:off x="199936" y="358091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2"/>
            <p:cNvSpPr/>
            <p:nvPr/>
          </p:nvSpPr>
          <p:spPr>
            <a:xfrm rot="8716295">
              <a:off x="525469" y="3958731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2"/>
            <p:cNvSpPr/>
            <p:nvPr/>
          </p:nvSpPr>
          <p:spPr>
            <a:xfrm rot="8716295">
              <a:off x="160022" y="3732305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2"/>
            <p:cNvSpPr/>
            <p:nvPr/>
          </p:nvSpPr>
          <p:spPr>
            <a:xfrm rot="7484129">
              <a:off x="684286" y="424834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2"/>
            <p:cNvSpPr/>
            <p:nvPr/>
          </p:nvSpPr>
          <p:spPr>
            <a:xfrm rot="-8510606">
              <a:off x="842936" y="4197697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2"/>
            <p:cNvSpPr/>
            <p:nvPr/>
          </p:nvSpPr>
          <p:spPr>
            <a:xfrm rot="8716295">
              <a:off x="1123827" y="390757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2"/>
            <p:cNvSpPr/>
            <p:nvPr/>
          </p:nvSpPr>
          <p:spPr>
            <a:xfrm rot="8716295">
              <a:off x="1045418" y="375078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2"/>
            <p:cNvSpPr/>
            <p:nvPr/>
          </p:nvSpPr>
          <p:spPr>
            <a:xfrm rot="8716295">
              <a:off x="677254" y="379652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 rot="8716295">
              <a:off x="945836" y="355550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 rot="8716295">
              <a:off x="601570" y="5027951"/>
              <a:ext cx="169680" cy="113030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 rot="8716295">
              <a:off x="197311" y="4925365"/>
              <a:ext cx="194366" cy="296463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 rot="8716295">
              <a:off x="73168" y="4745087"/>
              <a:ext cx="439901" cy="517329"/>
            </a:xfrm>
            <a:custGeom>
              <a:rect b="b" l="l" r="r" t="t"/>
              <a:pathLst>
                <a:path extrusionOk="0" h="517329" w="439901">
                  <a:moveTo>
                    <a:pt x="38290" y="472541"/>
                  </a:moveTo>
                  <a:cubicBezTo>
                    <a:pt x="8014" y="443156"/>
                    <a:pt x="0" y="392397"/>
                    <a:pt x="0" y="319377"/>
                  </a:cubicBezTo>
                  <a:lnTo>
                    <a:pt x="0" y="47778"/>
                  </a:lnTo>
                  <a:lnTo>
                    <a:pt x="92094" y="0"/>
                  </a:lnTo>
                  <a:lnTo>
                    <a:pt x="118664" y="18418"/>
                  </a:lnTo>
                  <a:lnTo>
                    <a:pt x="120216" y="234781"/>
                  </a:lnTo>
                  <a:cubicBezTo>
                    <a:pt x="117544" y="284648"/>
                    <a:pt x="125558" y="335406"/>
                    <a:pt x="141587" y="382603"/>
                  </a:cubicBezTo>
                  <a:cubicBezTo>
                    <a:pt x="155836" y="421784"/>
                    <a:pt x="192345" y="441375"/>
                    <a:pt x="248446" y="441375"/>
                  </a:cubicBezTo>
                  <a:cubicBezTo>
                    <a:pt x="276051" y="440484"/>
                    <a:pt x="302766" y="435141"/>
                    <a:pt x="328589" y="427127"/>
                  </a:cubicBezTo>
                  <a:cubicBezTo>
                    <a:pt x="365990" y="415550"/>
                    <a:pt x="402500" y="400412"/>
                    <a:pt x="438120" y="382603"/>
                  </a:cubicBezTo>
                  <a:cubicBezTo>
                    <a:pt x="439010" y="386164"/>
                    <a:pt x="439901" y="390616"/>
                    <a:pt x="439901" y="394178"/>
                  </a:cubicBezTo>
                  <a:lnTo>
                    <a:pt x="439901" y="403083"/>
                  </a:lnTo>
                  <a:cubicBezTo>
                    <a:pt x="345509" y="484118"/>
                    <a:pt x="221731" y="512614"/>
                    <a:pt x="147821" y="517066"/>
                  </a:cubicBezTo>
                  <a:cubicBezTo>
                    <a:pt x="106859" y="519738"/>
                    <a:pt x="66787" y="501928"/>
                    <a:pt x="38290" y="47254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 rot="8716295">
              <a:off x="896624" y="476121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2"/>
            <p:cNvSpPr/>
            <p:nvPr/>
          </p:nvSpPr>
          <p:spPr>
            <a:xfrm rot="8716295">
              <a:off x="1032483" y="4799006"/>
              <a:ext cx="389853" cy="38345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2"/>
            <p:cNvSpPr/>
            <p:nvPr/>
          </p:nvSpPr>
          <p:spPr>
            <a:xfrm rot="8716295">
              <a:off x="726753" y="48952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2"/>
            <p:cNvSpPr/>
            <p:nvPr/>
          </p:nvSpPr>
          <p:spPr>
            <a:xfrm rot="8716295">
              <a:off x="537709" y="457939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2"/>
            <p:cNvSpPr/>
            <p:nvPr/>
          </p:nvSpPr>
          <p:spPr>
            <a:xfrm rot="8716295">
              <a:off x="826576" y="4988476"/>
              <a:ext cx="91035" cy="19864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2"/>
            <p:cNvSpPr/>
            <p:nvPr/>
          </p:nvSpPr>
          <p:spPr>
            <a:xfrm rot="8716295">
              <a:off x="497795" y="473078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2"/>
            <p:cNvSpPr/>
            <p:nvPr/>
          </p:nvSpPr>
          <p:spPr>
            <a:xfrm rot="8716295">
              <a:off x="1459248" y="4904357"/>
              <a:ext cx="328004" cy="223069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2"/>
            <p:cNvSpPr/>
            <p:nvPr/>
          </p:nvSpPr>
          <p:spPr>
            <a:xfrm rot="8716295">
              <a:off x="1383191" y="474927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2"/>
            <p:cNvSpPr/>
            <p:nvPr/>
          </p:nvSpPr>
          <p:spPr>
            <a:xfrm rot="8716295">
              <a:off x="1015027" y="479501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2"/>
            <p:cNvSpPr/>
            <p:nvPr/>
          </p:nvSpPr>
          <p:spPr>
            <a:xfrm rot="8716295">
              <a:off x="1283609" y="45539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2"/>
            <p:cNvSpPr/>
            <p:nvPr/>
          </p:nvSpPr>
          <p:spPr>
            <a:xfrm rot="8716295">
              <a:off x="-30381" y="3359388"/>
              <a:ext cx="98497" cy="75863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 rot="8716295">
              <a:off x="-77334" y="3178477"/>
              <a:ext cx="389652" cy="385611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2"/>
            <p:cNvSpPr/>
            <p:nvPr/>
          </p:nvSpPr>
          <p:spPr>
            <a:xfrm rot="8716295">
              <a:off x="-71352" y="3029015"/>
              <a:ext cx="193594" cy="189959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2"/>
            <p:cNvSpPr/>
            <p:nvPr/>
          </p:nvSpPr>
          <p:spPr>
            <a:xfrm rot="8716295">
              <a:off x="223574" y="276232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2"/>
            <p:cNvSpPr/>
            <p:nvPr/>
          </p:nvSpPr>
          <p:spPr>
            <a:xfrm rot="8716295">
              <a:off x="358873" y="280657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2"/>
            <p:cNvSpPr/>
            <p:nvPr/>
          </p:nvSpPr>
          <p:spPr>
            <a:xfrm rot="8716295">
              <a:off x="53703" y="289633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2"/>
            <p:cNvSpPr/>
            <p:nvPr/>
          </p:nvSpPr>
          <p:spPr>
            <a:xfrm rot="8716295">
              <a:off x="-92201" y="2622488"/>
              <a:ext cx="271732" cy="238722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2"/>
            <p:cNvSpPr/>
            <p:nvPr/>
          </p:nvSpPr>
          <p:spPr>
            <a:xfrm rot="8716295">
              <a:off x="190192" y="29583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2"/>
            <p:cNvSpPr/>
            <p:nvPr/>
          </p:nvSpPr>
          <p:spPr>
            <a:xfrm rot="7484129">
              <a:off x="349009" y="32479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2"/>
            <p:cNvSpPr/>
            <p:nvPr/>
          </p:nvSpPr>
          <p:spPr>
            <a:xfrm rot="-8510606">
              <a:off x="507659" y="3197284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2"/>
            <p:cNvSpPr/>
            <p:nvPr/>
          </p:nvSpPr>
          <p:spPr>
            <a:xfrm rot="8716295">
              <a:off x="788550" y="2907166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2"/>
            <p:cNvSpPr/>
            <p:nvPr/>
          </p:nvSpPr>
          <p:spPr>
            <a:xfrm rot="8716295">
              <a:off x="710141" y="275037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" name="Google Shape;441;p32"/>
            <p:cNvSpPr/>
            <p:nvPr/>
          </p:nvSpPr>
          <p:spPr>
            <a:xfrm rot="8716295">
              <a:off x="341977" y="279611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2"/>
            <p:cNvSpPr/>
            <p:nvPr/>
          </p:nvSpPr>
          <p:spPr>
            <a:xfrm rot="8716295">
              <a:off x="610559" y="255509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32"/>
            <p:cNvSpPr/>
            <p:nvPr/>
          </p:nvSpPr>
          <p:spPr>
            <a:xfrm rot="8716295">
              <a:off x="-24305" y="2374348"/>
              <a:ext cx="58950" cy="66898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32"/>
            <p:cNvSpPr/>
            <p:nvPr/>
          </p:nvSpPr>
          <p:spPr>
            <a:xfrm rot="8716295">
              <a:off x="-39593" y="1952072"/>
              <a:ext cx="198050" cy="140164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p32"/>
            <p:cNvSpPr/>
            <p:nvPr/>
          </p:nvSpPr>
          <p:spPr>
            <a:xfrm rot="8716295">
              <a:off x="21100" y="18080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" name="Google Shape;446;p32"/>
            <p:cNvSpPr/>
            <p:nvPr/>
          </p:nvSpPr>
          <p:spPr>
            <a:xfrm rot="8716295">
              <a:off x="-24330" y="2197782"/>
              <a:ext cx="102508" cy="53362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2"/>
            <p:cNvSpPr/>
            <p:nvPr/>
          </p:nvSpPr>
          <p:spPr>
            <a:xfrm rot="7484129">
              <a:off x="11236" y="224945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2"/>
            <p:cNvSpPr/>
            <p:nvPr/>
          </p:nvSpPr>
          <p:spPr>
            <a:xfrm rot="-8510606">
              <a:off x="169886" y="2198801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2"/>
            <p:cNvSpPr/>
            <p:nvPr/>
          </p:nvSpPr>
          <p:spPr>
            <a:xfrm rot="8716295">
              <a:off x="450777" y="1908683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2"/>
            <p:cNvSpPr/>
            <p:nvPr/>
          </p:nvSpPr>
          <p:spPr>
            <a:xfrm rot="8716295">
              <a:off x="372368" y="17518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2"/>
            <p:cNvSpPr/>
            <p:nvPr/>
          </p:nvSpPr>
          <p:spPr>
            <a:xfrm rot="8716295">
              <a:off x="4204" y="17976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2"/>
            <p:cNvSpPr/>
            <p:nvPr/>
          </p:nvSpPr>
          <p:spPr>
            <a:xfrm rot="8716295">
              <a:off x="272786" y="155661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2"/>
            <p:cNvSpPr/>
            <p:nvPr/>
          </p:nvSpPr>
          <p:spPr>
            <a:xfrm rot="8716295">
              <a:off x="-35149" y="938156"/>
              <a:ext cx="158623" cy="159016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2"/>
            <p:cNvSpPr/>
            <p:nvPr/>
          </p:nvSpPr>
          <p:spPr>
            <a:xfrm rot="7484129">
              <a:off x="-32979" y="1345537"/>
              <a:ext cx="65961" cy="45734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32"/>
            <p:cNvSpPr/>
            <p:nvPr/>
          </p:nvSpPr>
          <p:spPr>
            <a:xfrm rot="-8510606">
              <a:off x="-134707" y="1200752"/>
              <a:ext cx="386820" cy="481345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32"/>
            <p:cNvSpPr/>
            <p:nvPr/>
          </p:nvSpPr>
          <p:spPr>
            <a:xfrm rot="8716295">
              <a:off x="119403" y="90662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32"/>
            <p:cNvSpPr/>
            <p:nvPr/>
          </p:nvSpPr>
          <p:spPr>
            <a:xfrm rot="8716295">
              <a:off x="40994" y="74983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2"/>
            <p:cNvSpPr/>
            <p:nvPr/>
          </p:nvSpPr>
          <p:spPr>
            <a:xfrm rot="8716295">
              <a:off x="-44934" y="551941"/>
              <a:ext cx="152592" cy="165412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32"/>
            <p:cNvSpPr/>
            <p:nvPr/>
          </p:nvSpPr>
          <p:spPr>
            <a:xfrm rot="8716295">
              <a:off x="-69806" y="4587027"/>
              <a:ext cx="183810" cy="187594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32"/>
            <p:cNvSpPr/>
            <p:nvPr/>
          </p:nvSpPr>
          <p:spPr>
            <a:xfrm rot="8716295">
              <a:off x="2260816" y="1871889"/>
              <a:ext cx="76563" cy="79800"/>
            </a:xfrm>
            <a:custGeom>
              <a:rect b="b" l="l" r="r" t="t"/>
              <a:pathLst>
                <a:path extrusionOk="0" h="79800" w="76563">
                  <a:moveTo>
                    <a:pt x="1561" y="67386"/>
                  </a:moveTo>
                  <a:lnTo>
                    <a:pt x="0" y="63688"/>
                  </a:lnTo>
                  <a:lnTo>
                    <a:pt x="52676" y="0"/>
                  </a:lnTo>
                  <a:lnTo>
                    <a:pt x="63632" y="4626"/>
                  </a:lnTo>
                  <a:cubicBezTo>
                    <a:pt x="80874" y="21178"/>
                    <a:pt x="80873" y="49455"/>
                    <a:pt x="63632" y="66697"/>
                  </a:cubicBezTo>
                  <a:cubicBezTo>
                    <a:pt x="55356" y="74973"/>
                    <a:pt x="44321" y="79800"/>
                    <a:pt x="32596" y="79800"/>
                  </a:cubicBezTo>
                  <a:cubicBezTo>
                    <a:pt x="20872" y="79800"/>
                    <a:pt x="9837" y="75662"/>
                    <a:pt x="1561" y="6738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32"/>
            <p:cNvSpPr/>
            <p:nvPr/>
          </p:nvSpPr>
          <p:spPr>
            <a:xfrm rot="8716295">
              <a:off x="2079218" y="1576016"/>
              <a:ext cx="236114" cy="296463"/>
            </a:xfrm>
            <a:custGeom>
              <a:rect b="b" l="l" r="r" t="t"/>
              <a:pathLst>
                <a:path extrusionOk="0" h="296463" w="236114">
                  <a:moveTo>
                    <a:pt x="64875" y="296463"/>
                  </a:moveTo>
                  <a:lnTo>
                    <a:pt x="0" y="175766"/>
                  </a:lnTo>
                  <a:lnTo>
                    <a:pt x="33192" y="83734"/>
                  </a:lnTo>
                  <a:lnTo>
                    <a:pt x="489" y="83734"/>
                  </a:lnTo>
                  <a:lnTo>
                    <a:pt x="69747" y="0"/>
                  </a:lnTo>
                  <a:lnTo>
                    <a:pt x="236114" y="0"/>
                  </a:lnTo>
                  <a:lnTo>
                    <a:pt x="236114" y="83734"/>
                  </a:lnTo>
                  <a:lnTo>
                    <a:pt x="138047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2"/>
            <p:cNvSpPr/>
            <p:nvPr/>
          </p:nvSpPr>
          <p:spPr>
            <a:xfrm rot="8716295">
              <a:off x="1975890" y="1368961"/>
              <a:ext cx="432296" cy="245571"/>
            </a:xfrm>
            <a:custGeom>
              <a:rect b="b" l="l" r="r" t="t"/>
              <a:pathLst>
                <a:path extrusionOk="0" h="245571" w="432296">
                  <a:moveTo>
                    <a:pt x="30685" y="200783"/>
                  </a:moveTo>
                  <a:cubicBezTo>
                    <a:pt x="15547" y="186091"/>
                    <a:pt x="5975" y="166054"/>
                    <a:pt x="187" y="140564"/>
                  </a:cubicBezTo>
                  <a:lnTo>
                    <a:pt x="0" y="138341"/>
                  </a:lnTo>
                  <a:lnTo>
                    <a:pt x="114424" y="0"/>
                  </a:lnTo>
                  <a:lnTo>
                    <a:pt x="116284" y="37935"/>
                  </a:lnTo>
                  <a:cubicBezTo>
                    <a:pt x="119957" y="62758"/>
                    <a:pt x="125968" y="87246"/>
                    <a:pt x="133982" y="110844"/>
                  </a:cubicBezTo>
                  <a:cubicBezTo>
                    <a:pt x="148231" y="150026"/>
                    <a:pt x="184740" y="169617"/>
                    <a:pt x="240841" y="169617"/>
                  </a:cubicBezTo>
                  <a:cubicBezTo>
                    <a:pt x="268446" y="168726"/>
                    <a:pt x="295161" y="163383"/>
                    <a:pt x="320985" y="155369"/>
                  </a:cubicBezTo>
                  <a:cubicBezTo>
                    <a:pt x="358385" y="143792"/>
                    <a:pt x="394895" y="128654"/>
                    <a:pt x="430515" y="110844"/>
                  </a:cubicBezTo>
                  <a:cubicBezTo>
                    <a:pt x="431405" y="114406"/>
                    <a:pt x="432296" y="118858"/>
                    <a:pt x="432296" y="122420"/>
                  </a:cubicBezTo>
                  <a:lnTo>
                    <a:pt x="432296" y="131325"/>
                  </a:lnTo>
                  <a:cubicBezTo>
                    <a:pt x="337904" y="212360"/>
                    <a:pt x="214126" y="240856"/>
                    <a:pt x="140216" y="245308"/>
                  </a:cubicBezTo>
                  <a:cubicBezTo>
                    <a:pt x="99254" y="247980"/>
                    <a:pt x="59182" y="230170"/>
                    <a:pt x="30685" y="20078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2"/>
            <p:cNvSpPr/>
            <p:nvPr/>
          </p:nvSpPr>
          <p:spPr>
            <a:xfrm rot="8716295">
              <a:off x="2107141" y="73528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2"/>
            <p:cNvSpPr/>
            <p:nvPr/>
          </p:nvSpPr>
          <p:spPr>
            <a:xfrm rot="8716295">
              <a:off x="2242282" y="832029"/>
              <a:ext cx="282003" cy="313470"/>
            </a:xfrm>
            <a:custGeom>
              <a:rect b="b" l="l" r="r" t="t"/>
              <a:pathLst>
                <a:path extrusionOk="0" h="313470" w="282003">
                  <a:moveTo>
                    <a:pt x="188208" y="99785"/>
                  </a:moveTo>
                  <a:lnTo>
                    <a:pt x="188208" y="85923"/>
                  </a:lnTo>
                  <a:lnTo>
                    <a:pt x="259276" y="0"/>
                  </a:lnTo>
                  <a:lnTo>
                    <a:pt x="274211" y="28123"/>
                  </a:lnTo>
                  <a:cubicBezTo>
                    <a:pt x="279330" y="44783"/>
                    <a:pt x="282002" y="63922"/>
                    <a:pt x="282003" y="85301"/>
                  </a:cubicBezTo>
                  <a:lnTo>
                    <a:pt x="282002" y="94267"/>
                  </a:lnTo>
                  <a:close/>
                  <a:moveTo>
                    <a:pt x="0" y="313470"/>
                  </a:moveTo>
                  <a:lnTo>
                    <a:pt x="56482" y="245183"/>
                  </a:lnTo>
                  <a:lnTo>
                    <a:pt x="56482" y="2749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2"/>
            <p:cNvSpPr/>
            <p:nvPr/>
          </p:nvSpPr>
          <p:spPr>
            <a:xfrm rot="8716295">
              <a:off x="2174558" y="64895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2"/>
            <p:cNvSpPr/>
            <p:nvPr/>
          </p:nvSpPr>
          <p:spPr>
            <a:xfrm rot="8716295">
              <a:off x="1937270" y="8692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2"/>
            <p:cNvSpPr/>
            <p:nvPr/>
          </p:nvSpPr>
          <p:spPr>
            <a:xfrm rot="8716295">
              <a:off x="1748224" y="55346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2"/>
            <p:cNvSpPr/>
            <p:nvPr/>
          </p:nvSpPr>
          <p:spPr>
            <a:xfrm rot="8716295">
              <a:off x="1729983" y="34341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2"/>
            <p:cNvSpPr/>
            <p:nvPr/>
          </p:nvSpPr>
          <p:spPr>
            <a:xfrm rot="8716295">
              <a:off x="2073759" y="93127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2"/>
            <p:cNvSpPr/>
            <p:nvPr/>
          </p:nvSpPr>
          <p:spPr>
            <a:xfrm rot="8716295">
              <a:off x="2367873" y="489398"/>
              <a:ext cx="81526" cy="84395"/>
            </a:xfrm>
            <a:custGeom>
              <a:rect b="b" l="l" r="r" t="t"/>
              <a:pathLst>
                <a:path extrusionOk="0" h="84395" w="81526">
                  <a:moveTo>
                    <a:pt x="6524" y="71981"/>
                  </a:moveTo>
                  <a:lnTo>
                    <a:pt x="0" y="56529"/>
                  </a:lnTo>
                  <a:lnTo>
                    <a:pt x="46756" y="0"/>
                  </a:lnTo>
                  <a:lnTo>
                    <a:pt x="68595" y="9221"/>
                  </a:lnTo>
                  <a:cubicBezTo>
                    <a:pt x="85837" y="25773"/>
                    <a:pt x="85836" y="54050"/>
                    <a:pt x="68595" y="71292"/>
                  </a:cubicBezTo>
                  <a:cubicBezTo>
                    <a:pt x="60319" y="79568"/>
                    <a:pt x="49284" y="84395"/>
                    <a:pt x="37559" y="84395"/>
                  </a:cubicBezTo>
                  <a:cubicBezTo>
                    <a:pt x="25835" y="84395"/>
                    <a:pt x="14800" y="80257"/>
                    <a:pt x="6524" y="7198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2"/>
            <p:cNvSpPr/>
            <p:nvPr/>
          </p:nvSpPr>
          <p:spPr>
            <a:xfrm rot="8716295">
              <a:off x="2184146" y="191304"/>
              <a:ext cx="250306" cy="296463"/>
            </a:xfrm>
            <a:custGeom>
              <a:rect b="b" l="l" r="r" t="t"/>
              <a:pathLst>
                <a:path extrusionOk="0" h="296463" w="250306">
                  <a:moveTo>
                    <a:pt x="79067" y="296463"/>
                  </a:moveTo>
                  <a:lnTo>
                    <a:pt x="14192" y="175766"/>
                  </a:lnTo>
                  <a:lnTo>
                    <a:pt x="47384" y="83734"/>
                  </a:lnTo>
                  <a:lnTo>
                    <a:pt x="0" y="83734"/>
                  </a:lnTo>
                  <a:lnTo>
                    <a:pt x="69257" y="0"/>
                  </a:lnTo>
                  <a:lnTo>
                    <a:pt x="250306" y="0"/>
                  </a:lnTo>
                  <a:lnTo>
                    <a:pt x="250306" y="83734"/>
                  </a:lnTo>
                  <a:lnTo>
                    <a:pt x="152239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2"/>
            <p:cNvSpPr/>
            <p:nvPr/>
          </p:nvSpPr>
          <p:spPr>
            <a:xfrm rot="8716295">
              <a:off x="2145876" y="32623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2"/>
            <p:cNvSpPr/>
            <p:nvPr/>
          </p:nvSpPr>
          <p:spPr>
            <a:xfrm rot="8716295">
              <a:off x="1834766" y="-57684"/>
              <a:ext cx="186564" cy="129320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2"/>
            <p:cNvSpPr/>
            <p:nvPr/>
          </p:nvSpPr>
          <p:spPr>
            <a:xfrm rot="8716295">
              <a:off x="1969949" y="-13794"/>
              <a:ext cx="394488" cy="14836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2"/>
            <p:cNvSpPr/>
            <p:nvPr/>
          </p:nvSpPr>
          <p:spPr>
            <a:xfrm rot="8716295">
              <a:off x="1736738" y="-7282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2"/>
            <p:cNvSpPr/>
            <p:nvPr/>
          </p:nvSpPr>
          <p:spPr>
            <a:xfrm rot="7484129">
              <a:off x="2394733" y="32841"/>
              <a:ext cx="135077" cy="94074"/>
            </a:xfrm>
            <a:custGeom>
              <a:rect b="b" l="l" r="r" t="t"/>
              <a:pathLst>
                <a:path extrusionOk="0" h="94074" w="135077">
                  <a:moveTo>
                    <a:pt x="100725" y="19729"/>
                  </a:moveTo>
                  <a:lnTo>
                    <a:pt x="135077" y="0"/>
                  </a:lnTo>
                  <a:lnTo>
                    <a:pt x="135077" y="19729"/>
                  </a:lnTo>
                  <a:close/>
                  <a:moveTo>
                    <a:pt x="0" y="77576"/>
                  </a:moveTo>
                  <a:lnTo>
                    <a:pt x="21327" y="65328"/>
                  </a:lnTo>
                  <a:lnTo>
                    <a:pt x="11439" y="9407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- Foncé">
  <p:cSld name="Couverture 2 - Foncé">
    <p:bg>
      <p:bgPr>
        <a:solidFill>
          <a:schemeClr val="dk1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6903" y="2053956"/>
            <a:ext cx="3470194" cy="1035588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3"/>
          <p:cNvSpPr/>
          <p:nvPr/>
        </p:nvSpPr>
        <p:spPr>
          <a:xfrm rot="-5400000">
            <a:off x="6276217" y="2274933"/>
            <a:ext cx="1037443" cy="4698124"/>
          </a:xfrm>
          <a:custGeom>
            <a:rect b="b" l="l" r="r" t="t"/>
            <a:pathLst>
              <a:path extrusionOk="0" h="4698124" w="1037443">
                <a:moveTo>
                  <a:pt x="1037443" y="4698124"/>
                </a:moveTo>
                <a:lnTo>
                  <a:pt x="0" y="4698124"/>
                </a:lnTo>
                <a:lnTo>
                  <a:pt x="38621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0" name="Google Shape;480;p33"/>
          <p:cNvGrpSpPr/>
          <p:nvPr/>
        </p:nvGrpSpPr>
        <p:grpSpPr>
          <a:xfrm>
            <a:off x="4706547" y="4051021"/>
            <a:ext cx="4538481" cy="1229934"/>
            <a:chOff x="4706547" y="4051021"/>
            <a:chExt cx="4538481" cy="1229934"/>
          </a:xfrm>
        </p:grpSpPr>
        <p:sp>
          <p:nvSpPr>
            <p:cNvPr id="481" name="Google Shape;481;p33"/>
            <p:cNvSpPr/>
            <p:nvPr/>
          </p:nvSpPr>
          <p:spPr>
            <a:xfrm rot="8716295">
              <a:off x="8490768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33"/>
            <p:cNvSpPr/>
            <p:nvPr/>
          </p:nvSpPr>
          <p:spPr>
            <a:xfrm rot="8716295">
              <a:off x="5559260" y="4523190"/>
              <a:ext cx="215177" cy="303156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33"/>
            <p:cNvSpPr/>
            <p:nvPr/>
          </p:nvSpPr>
          <p:spPr>
            <a:xfrm rot="8716295">
              <a:off x="5692925" y="4561542"/>
              <a:ext cx="393603" cy="335006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33"/>
            <p:cNvSpPr/>
            <p:nvPr/>
          </p:nvSpPr>
          <p:spPr>
            <a:xfrm rot="8716295">
              <a:off x="5659234" y="4556420"/>
              <a:ext cx="113018" cy="83608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33"/>
            <p:cNvSpPr/>
            <p:nvPr/>
          </p:nvSpPr>
          <p:spPr>
            <a:xfrm rot="8716295">
              <a:off x="5371633" y="4613095"/>
              <a:ext cx="88105" cy="83851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3"/>
            <p:cNvSpPr/>
            <p:nvPr/>
          </p:nvSpPr>
          <p:spPr>
            <a:xfrm rot="8716295">
              <a:off x="5473646" y="4706746"/>
              <a:ext cx="91035" cy="188159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3"/>
            <p:cNvSpPr/>
            <p:nvPr/>
          </p:nvSpPr>
          <p:spPr>
            <a:xfrm rot="8716295">
              <a:off x="6218962" y="4454620"/>
              <a:ext cx="171018" cy="106515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33"/>
            <p:cNvSpPr/>
            <p:nvPr/>
          </p:nvSpPr>
          <p:spPr>
            <a:xfrm rot="8716295">
              <a:off x="6005990" y="4487669"/>
              <a:ext cx="156555" cy="122067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33"/>
            <p:cNvSpPr/>
            <p:nvPr/>
          </p:nvSpPr>
          <p:spPr>
            <a:xfrm rot="7484129">
              <a:off x="6103422" y="4586563"/>
              <a:ext cx="308532" cy="296464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3"/>
            <p:cNvSpPr/>
            <p:nvPr/>
          </p:nvSpPr>
          <p:spPr>
            <a:xfrm rot="-8510606">
              <a:off x="6309616" y="4543919"/>
              <a:ext cx="412568" cy="359948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3"/>
            <p:cNvSpPr/>
            <p:nvPr/>
          </p:nvSpPr>
          <p:spPr>
            <a:xfrm rot="8716295">
              <a:off x="6597507" y="4422612"/>
              <a:ext cx="149044" cy="111064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3"/>
            <p:cNvSpPr/>
            <p:nvPr/>
          </p:nvSpPr>
          <p:spPr>
            <a:xfrm rot="8716295">
              <a:off x="6708126" y="4876229"/>
              <a:ext cx="139286" cy="121327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3"/>
            <p:cNvSpPr/>
            <p:nvPr/>
          </p:nvSpPr>
          <p:spPr>
            <a:xfrm rot="8716295">
              <a:off x="4782105" y="4823045"/>
              <a:ext cx="311921" cy="362797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3"/>
            <p:cNvSpPr/>
            <p:nvPr/>
          </p:nvSpPr>
          <p:spPr>
            <a:xfrm rot="8716295">
              <a:off x="5132149" y="4738008"/>
              <a:ext cx="148614" cy="131720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3"/>
            <p:cNvSpPr/>
            <p:nvPr/>
          </p:nvSpPr>
          <p:spPr>
            <a:xfrm rot="8716295">
              <a:off x="5043572" y="4624951"/>
              <a:ext cx="150722" cy="101024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3"/>
            <p:cNvSpPr/>
            <p:nvPr/>
          </p:nvSpPr>
          <p:spPr>
            <a:xfrm rot="8716295">
              <a:off x="8546573" y="4108588"/>
              <a:ext cx="215176" cy="31356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3"/>
            <p:cNvSpPr/>
            <p:nvPr/>
          </p:nvSpPr>
          <p:spPr>
            <a:xfrm rot="8716295">
              <a:off x="8681306" y="4151041"/>
              <a:ext cx="394490" cy="343138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3"/>
            <p:cNvSpPr/>
            <p:nvPr/>
          </p:nvSpPr>
          <p:spPr>
            <a:xfrm rot="8716295">
              <a:off x="8646997" y="4143256"/>
              <a:ext cx="121064" cy="89924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3"/>
            <p:cNvSpPr/>
            <p:nvPr/>
          </p:nvSpPr>
          <p:spPr>
            <a:xfrm rot="8716295">
              <a:off x="8360649" y="4203945"/>
              <a:ext cx="88105" cy="88278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3"/>
            <p:cNvSpPr/>
            <p:nvPr/>
          </p:nvSpPr>
          <p:spPr>
            <a:xfrm rot="8716295">
              <a:off x="8270439" y="4208809"/>
              <a:ext cx="54467" cy="27557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3"/>
            <p:cNvSpPr/>
            <p:nvPr/>
          </p:nvSpPr>
          <p:spPr>
            <a:xfrm rot="8716295">
              <a:off x="8503577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3"/>
            <p:cNvSpPr/>
            <p:nvPr/>
          </p:nvSpPr>
          <p:spPr>
            <a:xfrm rot="8716295">
              <a:off x="8994983" y="4078441"/>
              <a:ext cx="137688" cy="132478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3"/>
            <p:cNvSpPr/>
            <p:nvPr/>
          </p:nvSpPr>
          <p:spPr>
            <a:xfrm rot="7484129">
              <a:off x="9136824" y="4228704"/>
              <a:ext cx="8392" cy="13068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3"/>
            <p:cNvSpPr/>
            <p:nvPr/>
          </p:nvSpPr>
          <p:spPr>
            <a:xfrm rot="8716295">
              <a:off x="8839311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3"/>
            <p:cNvSpPr/>
            <p:nvPr/>
          </p:nvSpPr>
          <p:spPr>
            <a:xfrm rot="8716295">
              <a:off x="8967255" y="4971567"/>
              <a:ext cx="231347" cy="158649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3"/>
            <p:cNvSpPr/>
            <p:nvPr/>
          </p:nvSpPr>
          <p:spPr>
            <a:xfrm rot="8716295">
              <a:off x="8555937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3"/>
            <p:cNvSpPr/>
            <p:nvPr/>
          </p:nvSpPr>
          <p:spPr>
            <a:xfrm rot="8716295">
              <a:off x="9124182" y="4842281"/>
              <a:ext cx="37059" cy="48941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3"/>
            <p:cNvSpPr/>
            <p:nvPr/>
          </p:nvSpPr>
          <p:spPr>
            <a:xfrm rot="8716295">
              <a:off x="8946271" y="4530250"/>
              <a:ext cx="235267" cy="296463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3"/>
            <p:cNvSpPr/>
            <p:nvPr/>
          </p:nvSpPr>
          <p:spPr>
            <a:xfrm rot="8716295">
              <a:off x="8906661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3"/>
            <p:cNvSpPr/>
            <p:nvPr/>
          </p:nvSpPr>
          <p:spPr>
            <a:xfrm rot="-8510606">
              <a:off x="7765620" y="4253518"/>
              <a:ext cx="72828" cy="75543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3"/>
            <p:cNvSpPr/>
            <p:nvPr/>
          </p:nvSpPr>
          <p:spPr>
            <a:xfrm rot="8716295">
              <a:off x="7196646" y="4735107"/>
              <a:ext cx="215177" cy="351729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3"/>
            <p:cNvSpPr/>
            <p:nvPr/>
          </p:nvSpPr>
          <p:spPr>
            <a:xfrm rot="8716295">
              <a:off x="7519762" y="4714342"/>
              <a:ext cx="185667" cy="38345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3"/>
            <p:cNvSpPr/>
            <p:nvPr/>
          </p:nvSpPr>
          <p:spPr>
            <a:xfrm rot="8716295">
              <a:off x="7265319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3"/>
            <p:cNvSpPr/>
            <p:nvPr/>
          </p:nvSpPr>
          <p:spPr>
            <a:xfrm rot="8716295">
              <a:off x="7028032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3"/>
            <p:cNvSpPr/>
            <p:nvPr/>
          </p:nvSpPr>
          <p:spPr>
            <a:xfrm rot="8716295">
              <a:off x="6838986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3"/>
            <p:cNvSpPr/>
            <p:nvPr/>
          </p:nvSpPr>
          <p:spPr>
            <a:xfrm rot="8716295">
              <a:off x="6821466" y="4356542"/>
              <a:ext cx="439901" cy="511464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3"/>
            <p:cNvSpPr/>
            <p:nvPr/>
          </p:nvSpPr>
          <p:spPr>
            <a:xfrm rot="8716295">
              <a:off x="7635467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3"/>
            <p:cNvSpPr/>
            <p:nvPr/>
          </p:nvSpPr>
          <p:spPr>
            <a:xfrm rot="8716295">
              <a:off x="7770766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3"/>
            <p:cNvSpPr/>
            <p:nvPr/>
          </p:nvSpPr>
          <p:spPr>
            <a:xfrm rot="8716295">
              <a:off x="7465596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3"/>
            <p:cNvSpPr/>
            <p:nvPr/>
          </p:nvSpPr>
          <p:spPr>
            <a:xfrm rot="8716295">
              <a:off x="7313509" y="4314181"/>
              <a:ext cx="308532" cy="1427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3"/>
            <p:cNvSpPr/>
            <p:nvPr/>
          </p:nvSpPr>
          <p:spPr>
            <a:xfrm rot="8716295">
              <a:off x="7602084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3"/>
            <p:cNvSpPr/>
            <p:nvPr/>
          </p:nvSpPr>
          <p:spPr>
            <a:xfrm rot="8716295">
              <a:off x="7233779" y="4339176"/>
              <a:ext cx="112931" cy="98229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3"/>
            <p:cNvSpPr/>
            <p:nvPr/>
          </p:nvSpPr>
          <p:spPr>
            <a:xfrm rot="7484129">
              <a:off x="7765134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3"/>
            <p:cNvSpPr/>
            <p:nvPr/>
          </p:nvSpPr>
          <p:spPr>
            <a:xfrm rot="-8510606">
              <a:off x="8005038" y="4814171"/>
              <a:ext cx="409104" cy="218063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3"/>
            <p:cNvSpPr/>
            <p:nvPr/>
          </p:nvSpPr>
          <p:spPr>
            <a:xfrm rot="8716295">
              <a:off x="8200443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3"/>
            <p:cNvSpPr/>
            <p:nvPr/>
          </p:nvSpPr>
          <p:spPr>
            <a:xfrm rot="8716295">
              <a:off x="8122034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3"/>
            <p:cNvSpPr/>
            <p:nvPr/>
          </p:nvSpPr>
          <p:spPr>
            <a:xfrm rot="8716295">
              <a:off x="7753870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3"/>
            <p:cNvSpPr/>
            <p:nvPr/>
          </p:nvSpPr>
          <p:spPr>
            <a:xfrm rot="8716295">
              <a:off x="8030791" y="4210054"/>
              <a:ext cx="154744" cy="110503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9" name="Google Shape;529;p33"/>
          <p:cNvSpPr/>
          <p:nvPr/>
        </p:nvSpPr>
        <p:spPr>
          <a:xfrm>
            <a:off x="0" y="4391025"/>
            <a:ext cx="9153528" cy="752475"/>
          </a:xfrm>
          <a:custGeom>
            <a:rect b="b" l="l" r="r" t="t"/>
            <a:pathLst>
              <a:path extrusionOk="0" h="752475" w="9153528">
                <a:moveTo>
                  <a:pt x="0" y="0"/>
                </a:moveTo>
                <a:lnTo>
                  <a:pt x="9153528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avec image - Foncé ">
  <p:cSld name="Couverture 2 avec image - Foncé ">
    <p:bg>
      <p:bgPr>
        <a:solidFill>
          <a:schemeClr val="dk1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4"/>
          <p:cNvSpPr/>
          <p:nvPr/>
        </p:nvSpPr>
        <p:spPr>
          <a:xfrm>
            <a:off x="0" y="3708637"/>
            <a:ext cx="9153528" cy="1434863"/>
          </a:xfrm>
          <a:custGeom>
            <a:rect b="b" l="l" r="r" t="t"/>
            <a:pathLst>
              <a:path extrusionOk="0" h="1434863" w="9153528">
                <a:moveTo>
                  <a:pt x="0" y="0"/>
                </a:moveTo>
                <a:lnTo>
                  <a:pt x="9097717" y="747887"/>
                </a:lnTo>
                <a:lnTo>
                  <a:pt x="9153528" y="752475"/>
                </a:lnTo>
                <a:lnTo>
                  <a:pt x="9153528" y="1434863"/>
                </a:lnTo>
                <a:lnTo>
                  <a:pt x="0" y="1434863"/>
                </a:lnTo>
                <a:lnTo>
                  <a:pt x="0" y="752475"/>
                </a:lnTo>
                <a:lnTo>
                  <a:pt x="0" y="747887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2" name="Google Shape;532;p34"/>
          <p:cNvGrpSpPr/>
          <p:nvPr/>
        </p:nvGrpSpPr>
        <p:grpSpPr>
          <a:xfrm>
            <a:off x="4706547" y="3368633"/>
            <a:ext cx="4538481" cy="1229934"/>
            <a:chOff x="4706547" y="4051021"/>
            <a:chExt cx="4538481" cy="1229934"/>
          </a:xfrm>
        </p:grpSpPr>
        <p:sp>
          <p:nvSpPr>
            <p:cNvPr id="533" name="Google Shape;533;p34"/>
            <p:cNvSpPr/>
            <p:nvPr/>
          </p:nvSpPr>
          <p:spPr>
            <a:xfrm rot="8716295">
              <a:off x="8490768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4"/>
            <p:cNvSpPr/>
            <p:nvPr/>
          </p:nvSpPr>
          <p:spPr>
            <a:xfrm rot="8716295">
              <a:off x="5559260" y="4523190"/>
              <a:ext cx="215177" cy="303156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4"/>
            <p:cNvSpPr/>
            <p:nvPr/>
          </p:nvSpPr>
          <p:spPr>
            <a:xfrm rot="8716295">
              <a:off x="5692925" y="4561542"/>
              <a:ext cx="393603" cy="335006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4"/>
            <p:cNvSpPr/>
            <p:nvPr/>
          </p:nvSpPr>
          <p:spPr>
            <a:xfrm rot="8716295">
              <a:off x="5659234" y="4556420"/>
              <a:ext cx="113018" cy="83608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34"/>
            <p:cNvSpPr/>
            <p:nvPr/>
          </p:nvSpPr>
          <p:spPr>
            <a:xfrm rot="8716295">
              <a:off x="5371633" y="4613095"/>
              <a:ext cx="88105" cy="83851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4"/>
            <p:cNvSpPr/>
            <p:nvPr/>
          </p:nvSpPr>
          <p:spPr>
            <a:xfrm rot="8716295">
              <a:off x="5473646" y="4706746"/>
              <a:ext cx="91035" cy="188159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4"/>
            <p:cNvSpPr/>
            <p:nvPr/>
          </p:nvSpPr>
          <p:spPr>
            <a:xfrm rot="8716295">
              <a:off x="6218962" y="4454620"/>
              <a:ext cx="171018" cy="106515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4"/>
            <p:cNvSpPr/>
            <p:nvPr/>
          </p:nvSpPr>
          <p:spPr>
            <a:xfrm rot="8716295">
              <a:off x="6005990" y="4487669"/>
              <a:ext cx="156555" cy="122067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4"/>
            <p:cNvSpPr/>
            <p:nvPr/>
          </p:nvSpPr>
          <p:spPr>
            <a:xfrm rot="7484129">
              <a:off x="6103422" y="4586563"/>
              <a:ext cx="308532" cy="296464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4"/>
            <p:cNvSpPr/>
            <p:nvPr/>
          </p:nvSpPr>
          <p:spPr>
            <a:xfrm rot="-8510606">
              <a:off x="6309616" y="4543919"/>
              <a:ext cx="412568" cy="359948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4"/>
            <p:cNvSpPr/>
            <p:nvPr/>
          </p:nvSpPr>
          <p:spPr>
            <a:xfrm rot="8716295">
              <a:off x="6597507" y="4422612"/>
              <a:ext cx="149044" cy="111064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4"/>
            <p:cNvSpPr/>
            <p:nvPr/>
          </p:nvSpPr>
          <p:spPr>
            <a:xfrm rot="8716295">
              <a:off x="6708126" y="4876229"/>
              <a:ext cx="139286" cy="121327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4"/>
            <p:cNvSpPr/>
            <p:nvPr/>
          </p:nvSpPr>
          <p:spPr>
            <a:xfrm rot="8716295">
              <a:off x="4782105" y="4823045"/>
              <a:ext cx="311921" cy="362797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4"/>
            <p:cNvSpPr/>
            <p:nvPr/>
          </p:nvSpPr>
          <p:spPr>
            <a:xfrm rot="8716295">
              <a:off x="5132149" y="4738008"/>
              <a:ext cx="148614" cy="131720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4"/>
            <p:cNvSpPr/>
            <p:nvPr/>
          </p:nvSpPr>
          <p:spPr>
            <a:xfrm rot="8716295">
              <a:off x="5043572" y="4624951"/>
              <a:ext cx="150722" cy="101024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4"/>
            <p:cNvSpPr/>
            <p:nvPr/>
          </p:nvSpPr>
          <p:spPr>
            <a:xfrm rot="8716295">
              <a:off x="8546573" y="4108588"/>
              <a:ext cx="215176" cy="31356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4"/>
            <p:cNvSpPr/>
            <p:nvPr/>
          </p:nvSpPr>
          <p:spPr>
            <a:xfrm rot="8716295">
              <a:off x="8681306" y="4151041"/>
              <a:ext cx="394490" cy="343138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4"/>
            <p:cNvSpPr/>
            <p:nvPr/>
          </p:nvSpPr>
          <p:spPr>
            <a:xfrm rot="8716295">
              <a:off x="8646997" y="4143256"/>
              <a:ext cx="121064" cy="89924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4"/>
            <p:cNvSpPr/>
            <p:nvPr/>
          </p:nvSpPr>
          <p:spPr>
            <a:xfrm rot="8716295">
              <a:off x="8360649" y="4203945"/>
              <a:ext cx="88105" cy="88278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4"/>
            <p:cNvSpPr/>
            <p:nvPr/>
          </p:nvSpPr>
          <p:spPr>
            <a:xfrm rot="8716295">
              <a:off x="8270439" y="4208809"/>
              <a:ext cx="54467" cy="27557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34"/>
            <p:cNvSpPr/>
            <p:nvPr/>
          </p:nvSpPr>
          <p:spPr>
            <a:xfrm rot="8716295">
              <a:off x="8503577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34"/>
            <p:cNvSpPr/>
            <p:nvPr/>
          </p:nvSpPr>
          <p:spPr>
            <a:xfrm rot="8716295">
              <a:off x="8994983" y="4078441"/>
              <a:ext cx="137688" cy="132478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34"/>
            <p:cNvSpPr/>
            <p:nvPr/>
          </p:nvSpPr>
          <p:spPr>
            <a:xfrm rot="7484129">
              <a:off x="9136824" y="4228704"/>
              <a:ext cx="8392" cy="13068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4"/>
            <p:cNvSpPr/>
            <p:nvPr/>
          </p:nvSpPr>
          <p:spPr>
            <a:xfrm rot="8716295">
              <a:off x="8839311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4"/>
            <p:cNvSpPr/>
            <p:nvPr/>
          </p:nvSpPr>
          <p:spPr>
            <a:xfrm rot="8716295">
              <a:off x="8967255" y="4971567"/>
              <a:ext cx="231347" cy="158649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4"/>
            <p:cNvSpPr/>
            <p:nvPr/>
          </p:nvSpPr>
          <p:spPr>
            <a:xfrm rot="8716295">
              <a:off x="8555937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4"/>
            <p:cNvSpPr/>
            <p:nvPr/>
          </p:nvSpPr>
          <p:spPr>
            <a:xfrm rot="8716295">
              <a:off x="9124182" y="4842281"/>
              <a:ext cx="37059" cy="48941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4"/>
            <p:cNvSpPr/>
            <p:nvPr/>
          </p:nvSpPr>
          <p:spPr>
            <a:xfrm rot="8716295">
              <a:off x="8946271" y="4530250"/>
              <a:ext cx="235267" cy="296463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4"/>
            <p:cNvSpPr/>
            <p:nvPr/>
          </p:nvSpPr>
          <p:spPr>
            <a:xfrm rot="8716295">
              <a:off x="8906661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4"/>
            <p:cNvSpPr/>
            <p:nvPr/>
          </p:nvSpPr>
          <p:spPr>
            <a:xfrm rot="-8510606">
              <a:off x="7765620" y="4253518"/>
              <a:ext cx="72828" cy="75543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34"/>
            <p:cNvSpPr/>
            <p:nvPr/>
          </p:nvSpPr>
          <p:spPr>
            <a:xfrm rot="8716295">
              <a:off x="7196646" y="4735107"/>
              <a:ext cx="215177" cy="351729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 rot="8716295">
              <a:off x="7519762" y="4714342"/>
              <a:ext cx="185667" cy="38345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4"/>
            <p:cNvSpPr/>
            <p:nvPr/>
          </p:nvSpPr>
          <p:spPr>
            <a:xfrm rot="8716295">
              <a:off x="7265319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4"/>
            <p:cNvSpPr/>
            <p:nvPr/>
          </p:nvSpPr>
          <p:spPr>
            <a:xfrm rot="8716295">
              <a:off x="7028032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4"/>
            <p:cNvSpPr/>
            <p:nvPr/>
          </p:nvSpPr>
          <p:spPr>
            <a:xfrm rot="8716295">
              <a:off x="6838986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4"/>
            <p:cNvSpPr/>
            <p:nvPr/>
          </p:nvSpPr>
          <p:spPr>
            <a:xfrm rot="8716295">
              <a:off x="6821466" y="4356542"/>
              <a:ext cx="439901" cy="511464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4"/>
            <p:cNvSpPr/>
            <p:nvPr/>
          </p:nvSpPr>
          <p:spPr>
            <a:xfrm rot="8716295">
              <a:off x="7635467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34"/>
            <p:cNvSpPr/>
            <p:nvPr/>
          </p:nvSpPr>
          <p:spPr>
            <a:xfrm rot="8716295">
              <a:off x="7770766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34"/>
            <p:cNvSpPr/>
            <p:nvPr/>
          </p:nvSpPr>
          <p:spPr>
            <a:xfrm rot="8716295">
              <a:off x="7465596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4"/>
            <p:cNvSpPr/>
            <p:nvPr/>
          </p:nvSpPr>
          <p:spPr>
            <a:xfrm rot="8716295">
              <a:off x="7313509" y="4314181"/>
              <a:ext cx="308532" cy="1427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4"/>
            <p:cNvSpPr/>
            <p:nvPr/>
          </p:nvSpPr>
          <p:spPr>
            <a:xfrm rot="8716295">
              <a:off x="7602084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4"/>
            <p:cNvSpPr/>
            <p:nvPr/>
          </p:nvSpPr>
          <p:spPr>
            <a:xfrm rot="8716295">
              <a:off x="7233779" y="4339176"/>
              <a:ext cx="112931" cy="98229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4"/>
            <p:cNvSpPr/>
            <p:nvPr/>
          </p:nvSpPr>
          <p:spPr>
            <a:xfrm rot="7484129">
              <a:off x="7765134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4"/>
            <p:cNvSpPr/>
            <p:nvPr/>
          </p:nvSpPr>
          <p:spPr>
            <a:xfrm rot="-8510606">
              <a:off x="8005038" y="4814171"/>
              <a:ext cx="409104" cy="218063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4"/>
            <p:cNvSpPr/>
            <p:nvPr/>
          </p:nvSpPr>
          <p:spPr>
            <a:xfrm rot="8716295">
              <a:off x="8200443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4"/>
            <p:cNvSpPr/>
            <p:nvPr/>
          </p:nvSpPr>
          <p:spPr>
            <a:xfrm rot="8716295">
              <a:off x="8122034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4"/>
            <p:cNvSpPr/>
            <p:nvPr/>
          </p:nvSpPr>
          <p:spPr>
            <a:xfrm rot="8716295">
              <a:off x="7753870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4"/>
            <p:cNvSpPr/>
            <p:nvPr/>
          </p:nvSpPr>
          <p:spPr>
            <a:xfrm rot="8716295">
              <a:off x="8030791" y="4210054"/>
              <a:ext cx="154744" cy="110503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1" name="Google Shape;581;p34"/>
          <p:cNvSpPr/>
          <p:nvPr>
            <p:ph idx="2" type="pic"/>
          </p:nvPr>
        </p:nvSpPr>
        <p:spPr>
          <a:xfrm>
            <a:off x="0" y="-1"/>
            <a:ext cx="9153528" cy="4075643"/>
          </a:xfrm>
          <a:prstGeom prst="rect">
            <a:avLst/>
          </a:prstGeom>
          <a:noFill/>
          <a:ln>
            <a:noFill/>
          </a:ln>
        </p:spPr>
      </p:sp>
      <p:pic>
        <p:nvPicPr>
          <p:cNvPr id="582" name="Google Shape;58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275" y="4150109"/>
            <a:ext cx="2174263" cy="64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uverture 2 - Claire">
  <p:cSld name="Couverture 2 - Claire"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"/>
          <p:cNvSpPr/>
          <p:nvPr/>
        </p:nvSpPr>
        <p:spPr>
          <a:xfrm rot="-5400000">
            <a:off x="6276217" y="2274933"/>
            <a:ext cx="1037443" cy="4698124"/>
          </a:xfrm>
          <a:custGeom>
            <a:rect b="b" l="l" r="r" t="t"/>
            <a:pathLst>
              <a:path extrusionOk="0" h="4698124" w="1037443">
                <a:moveTo>
                  <a:pt x="1037443" y="4698124"/>
                </a:moveTo>
                <a:lnTo>
                  <a:pt x="0" y="4698124"/>
                </a:lnTo>
                <a:lnTo>
                  <a:pt x="38621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5" name="Google Shape;585;p35"/>
          <p:cNvGrpSpPr/>
          <p:nvPr/>
        </p:nvGrpSpPr>
        <p:grpSpPr>
          <a:xfrm>
            <a:off x="4706547" y="4051021"/>
            <a:ext cx="4538481" cy="1229934"/>
            <a:chOff x="4706547" y="4051021"/>
            <a:chExt cx="4538481" cy="1229934"/>
          </a:xfrm>
        </p:grpSpPr>
        <p:sp>
          <p:nvSpPr>
            <p:cNvPr id="586" name="Google Shape;586;p35"/>
            <p:cNvSpPr/>
            <p:nvPr/>
          </p:nvSpPr>
          <p:spPr>
            <a:xfrm rot="8716295">
              <a:off x="8490768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5"/>
            <p:cNvSpPr/>
            <p:nvPr/>
          </p:nvSpPr>
          <p:spPr>
            <a:xfrm rot="8716295">
              <a:off x="5559260" y="4523190"/>
              <a:ext cx="215177" cy="303156"/>
            </a:xfrm>
            <a:custGeom>
              <a:rect b="b" l="l" r="r" t="t"/>
              <a:pathLst>
                <a:path extrusionOk="0" h="303156" w="215177">
                  <a:moveTo>
                    <a:pt x="122761" y="25639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6" y="24139"/>
                    <a:pt x="215177" y="75863"/>
                  </a:cubicBezTo>
                  <a:lnTo>
                    <a:pt x="215176" y="30315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5"/>
            <p:cNvSpPr/>
            <p:nvPr/>
          </p:nvSpPr>
          <p:spPr>
            <a:xfrm rot="8716295">
              <a:off x="5692925" y="4561542"/>
              <a:ext cx="393603" cy="335006"/>
            </a:xfrm>
            <a:custGeom>
              <a:rect b="b" l="l" r="r" t="t"/>
              <a:pathLst>
                <a:path extrusionOk="0" h="335006" w="393603">
                  <a:moveTo>
                    <a:pt x="77932" y="299055"/>
                  </a:moveTo>
                  <a:lnTo>
                    <a:pt x="77932" y="66897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1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5"/>
                  </a:cubicBezTo>
                  <a:lnTo>
                    <a:pt x="231959" y="7837"/>
                  </a:lnTo>
                  <a:lnTo>
                    <a:pt x="393603" y="14074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6" y="58622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lnTo>
                    <a:pt x="148991" y="3350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5"/>
            <p:cNvSpPr/>
            <p:nvPr/>
          </p:nvSpPr>
          <p:spPr>
            <a:xfrm rot="8716295">
              <a:off x="5659234" y="4556420"/>
              <a:ext cx="113018" cy="83608"/>
            </a:xfrm>
            <a:custGeom>
              <a:rect b="b" l="l" r="r" t="t"/>
              <a:pathLst>
                <a:path extrusionOk="0" h="83608" w="113018">
                  <a:moveTo>
                    <a:pt x="0" y="32910"/>
                  </a:moveTo>
                  <a:lnTo>
                    <a:pt x="24482" y="13621"/>
                  </a:lnTo>
                  <a:cubicBezTo>
                    <a:pt x="38534" y="6380"/>
                    <a:pt x="54052" y="1725"/>
                    <a:pt x="70259" y="0"/>
                  </a:cubicBezTo>
                  <a:cubicBezTo>
                    <a:pt x="103363" y="0"/>
                    <a:pt x="113018" y="28966"/>
                    <a:pt x="113018" y="51035"/>
                  </a:cubicBezTo>
                  <a:cubicBezTo>
                    <a:pt x="111984" y="63105"/>
                    <a:pt x="107501" y="74139"/>
                    <a:pt x="100518" y="83363"/>
                  </a:cubicBezTo>
                  <a:lnTo>
                    <a:pt x="100204" y="8360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5"/>
            <p:cNvSpPr/>
            <p:nvPr/>
          </p:nvSpPr>
          <p:spPr>
            <a:xfrm rot="8716295">
              <a:off x="5371633" y="4613095"/>
              <a:ext cx="88105" cy="83851"/>
            </a:xfrm>
            <a:custGeom>
              <a:rect b="b" l="l" r="r" t="t"/>
              <a:pathLst>
                <a:path extrusionOk="0" h="83851" w="88105">
                  <a:moveTo>
                    <a:pt x="6112" y="59305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lnTo>
                    <a:pt x="54626" y="8385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 rot="8716295">
              <a:off x="5473646" y="4706746"/>
              <a:ext cx="91035" cy="188159"/>
            </a:xfrm>
            <a:custGeom>
              <a:rect b="b" l="l" r="r" t="t"/>
              <a:pathLst>
                <a:path extrusionOk="0" h="188159" w="91035">
                  <a:moveTo>
                    <a:pt x="91035" y="188159"/>
                  </a:moveTo>
                  <a:lnTo>
                    <a:pt x="0" y="100571"/>
                  </a:lnTo>
                  <a:lnTo>
                    <a:pt x="0" y="0"/>
                  </a:lnTo>
                  <a:lnTo>
                    <a:pt x="91035" y="7485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 rot="8716295">
              <a:off x="6218962" y="4454620"/>
              <a:ext cx="171018" cy="106515"/>
            </a:xfrm>
            <a:custGeom>
              <a:rect b="b" l="l" r="r" t="t"/>
              <a:pathLst>
                <a:path extrusionOk="0" h="106515" w="171018">
                  <a:moveTo>
                    <a:pt x="0" y="19991"/>
                  </a:moveTo>
                  <a:lnTo>
                    <a:pt x="13365" y="9053"/>
                  </a:lnTo>
                  <a:cubicBezTo>
                    <a:pt x="28538" y="2846"/>
                    <a:pt x="44400" y="-602"/>
                    <a:pt x="60952" y="87"/>
                  </a:cubicBezTo>
                  <a:cubicBezTo>
                    <a:pt x="114229" y="-948"/>
                    <a:pt x="151600" y="26725"/>
                    <a:pt x="166956" y="76705"/>
                  </a:cubicBezTo>
                  <a:lnTo>
                    <a:pt x="171018" y="10651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 rot="8716295">
              <a:off x="6005990" y="4487669"/>
              <a:ext cx="156555" cy="122067"/>
            </a:xfrm>
            <a:custGeom>
              <a:rect b="b" l="l" r="r" t="t"/>
              <a:pathLst>
                <a:path extrusionOk="0" h="122067" w="156555">
                  <a:moveTo>
                    <a:pt x="65519" y="76009"/>
                  </a:moveTo>
                  <a:lnTo>
                    <a:pt x="65519" y="24828"/>
                  </a:lnTo>
                  <a:lnTo>
                    <a:pt x="0" y="24828"/>
                  </a:lnTo>
                  <a:lnTo>
                    <a:pt x="0" y="3449"/>
                  </a:lnTo>
                  <a:cubicBezTo>
                    <a:pt x="49656" y="5517"/>
                    <a:pt x="101381" y="1379"/>
                    <a:pt x="156555" y="0"/>
                  </a:cubicBezTo>
                  <a:lnTo>
                    <a:pt x="156554" y="1220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 rot="7484129">
              <a:off x="6103422" y="4586563"/>
              <a:ext cx="308532" cy="296464"/>
            </a:xfrm>
            <a:custGeom>
              <a:rect b="b" l="l" r="r" t="t"/>
              <a:pathLst>
                <a:path extrusionOk="0" h="296464" w="308532">
                  <a:moveTo>
                    <a:pt x="137293" y="296464"/>
                  </a:moveTo>
                  <a:lnTo>
                    <a:pt x="72419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65017" y="0"/>
                  </a:lnTo>
                  <a:lnTo>
                    <a:pt x="308532" y="75260"/>
                  </a:lnTo>
                  <a:lnTo>
                    <a:pt x="308532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 rot="-8510606">
              <a:off x="6309616" y="4543919"/>
              <a:ext cx="412568" cy="359948"/>
            </a:xfrm>
            <a:custGeom>
              <a:rect b="b" l="l" r="r" t="t"/>
              <a:pathLst>
                <a:path extrusionOk="0" h="359948" w="412568">
                  <a:moveTo>
                    <a:pt x="412568" y="252801"/>
                  </a:moveTo>
                  <a:cubicBezTo>
                    <a:pt x="324041" y="328800"/>
                    <a:pt x="207954" y="355526"/>
                    <a:pt x="138636" y="359701"/>
                  </a:cubicBezTo>
                  <a:cubicBezTo>
                    <a:pt x="100219" y="362207"/>
                    <a:pt x="62637" y="345504"/>
                    <a:pt x="35911" y="317943"/>
                  </a:cubicBezTo>
                  <a:cubicBezTo>
                    <a:pt x="7516" y="290383"/>
                    <a:pt x="0" y="242779"/>
                    <a:pt x="0" y="174296"/>
                  </a:cubicBezTo>
                  <a:lnTo>
                    <a:pt x="0" y="74054"/>
                  </a:lnTo>
                  <a:lnTo>
                    <a:pt x="112066" y="0"/>
                  </a:lnTo>
                  <a:lnTo>
                    <a:pt x="112747" y="94956"/>
                  </a:lnTo>
                  <a:cubicBezTo>
                    <a:pt x="110241" y="141725"/>
                    <a:pt x="117756" y="189329"/>
                    <a:pt x="132789" y="233593"/>
                  </a:cubicBezTo>
                  <a:cubicBezTo>
                    <a:pt x="146153" y="270339"/>
                    <a:pt x="180394" y="288713"/>
                    <a:pt x="233008" y="288713"/>
                  </a:cubicBezTo>
                  <a:cubicBezTo>
                    <a:pt x="258899" y="287878"/>
                    <a:pt x="283953" y="282866"/>
                    <a:pt x="308172" y="275351"/>
                  </a:cubicBezTo>
                  <a:cubicBezTo>
                    <a:pt x="343249" y="264493"/>
                    <a:pt x="377491" y="250296"/>
                    <a:pt x="410898" y="233593"/>
                  </a:cubicBezTo>
                  <a:cubicBezTo>
                    <a:pt x="411732" y="236933"/>
                    <a:pt x="412568" y="241109"/>
                    <a:pt x="412568" y="24444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 rot="8716295">
              <a:off x="6597507" y="4422612"/>
              <a:ext cx="149044" cy="111064"/>
            </a:xfrm>
            <a:custGeom>
              <a:rect b="b" l="l" r="r" t="t"/>
              <a:pathLst>
                <a:path extrusionOk="0" h="111064" w="149044">
                  <a:moveTo>
                    <a:pt x="0" y="51375"/>
                  </a:moveTo>
                  <a:lnTo>
                    <a:pt x="1002" y="50432"/>
                  </a:lnTo>
                  <a:cubicBezTo>
                    <a:pt x="25404" y="21963"/>
                    <a:pt x="60381" y="4067"/>
                    <a:pt x="98612" y="0"/>
                  </a:cubicBezTo>
                  <a:cubicBezTo>
                    <a:pt x="137657" y="0"/>
                    <a:pt x="149044" y="34164"/>
                    <a:pt x="149044" y="60193"/>
                  </a:cubicBezTo>
                  <a:cubicBezTo>
                    <a:pt x="147824" y="74428"/>
                    <a:pt x="142536" y="87443"/>
                    <a:pt x="134300" y="98322"/>
                  </a:cubicBezTo>
                  <a:lnTo>
                    <a:pt x="117977" y="1110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 rot="8716295">
              <a:off x="6708126" y="4876229"/>
              <a:ext cx="139286" cy="121327"/>
            </a:xfrm>
            <a:custGeom>
              <a:rect b="b" l="l" r="r" t="t"/>
              <a:pathLst>
                <a:path extrusionOk="0" h="121327" w="139286">
                  <a:moveTo>
                    <a:pt x="26453" y="96267"/>
                  </a:moveTo>
                  <a:cubicBezTo>
                    <a:pt x="9746" y="79561"/>
                    <a:pt x="0" y="57285"/>
                    <a:pt x="0" y="33618"/>
                  </a:cubicBezTo>
                  <a:lnTo>
                    <a:pt x="0" y="32225"/>
                  </a:lnTo>
                  <a:lnTo>
                    <a:pt x="13607" y="0"/>
                  </a:lnTo>
                  <a:lnTo>
                    <a:pt x="139286" y="103337"/>
                  </a:lnTo>
                  <a:lnTo>
                    <a:pt x="123037" y="114366"/>
                  </a:lnTo>
                  <a:cubicBezTo>
                    <a:pt x="112421" y="118890"/>
                    <a:pt x="100935" y="121327"/>
                    <a:pt x="89101" y="121327"/>
                  </a:cubicBezTo>
                  <a:cubicBezTo>
                    <a:pt x="65435" y="121327"/>
                    <a:pt x="43159" y="112973"/>
                    <a:pt x="26453" y="9626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 rot="8716295">
              <a:off x="4782105" y="4823045"/>
              <a:ext cx="311921" cy="362797"/>
            </a:xfrm>
            <a:custGeom>
              <a:rect b="b" l="l" r="r" t="t"/>
              <a:pathLst>
                <a:path extrusionOk="0" h="362797" w="311921">
                  <a:moveTo>
                    <a:pt x="311920" y="120307"/>
                  </a:moveTo>
                  <a:lnTo>
                    <a:pt x="138360" y="1"/>
                  </a:lnTo>
                  <a:lnTo>
                    <a:pt x="138360" y="0"/>
                  </a:lnTo>
                  <a:lnTo>
                    <a:pt x="311921" y="120307"/>
                  </a:lnTo>
                  <a:close/>
                  <a:moveTo>
                    <a:pt x="0" y="362797"/>
                  </a:moveTo>
                  <a:lnTo>
                    <a:pt x="0" y="320869"/>
                  </a:lnTo>
                  <a:lnTo>
                    <a:pt x="27877" y="34379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5"/>
            <p:cNvSpPr/>
            <p:nvPr/>
          </p:nvSpPr>
          <p:spPr>
            <a:xfrm rot="8716295">
              <a:off x="5132149" y="4738008"/>
              <a:ext cx="148614" cy="131720"/>
            </a:xfrm>
            <a:custGeom>
              <a:rect b="b" l="l" r="r" t="t"/>
              <a:pathLst>
                <a:path extrusionOk="0" h="131720" w="148614">
                  <a:moveTo>
                    <a:pt x="26453" y="106660"/>
                  </a:moveTo>
                  <a:cubicBezTo>
                    <a:pt x="9746" y="89954"/>
                    <a:pt x="0" y="67678"/>
                    <a:pt x="0" y="44011"/>
                  </a:cubicBezTo>
                  <a:lnTo>
                    <a:pt x="0" y="42618"/>
                  </a:lnTo>
                  <a:lnTo>
                    <a:pt x="17995" y="0"/>
                  </a:lnTo>
                  <a:lnTo>
                    <a:pt x="148614" y="107398"/>
                  </a:lnTo>
                  <a:lnTo>
                    <a:pt x="123037" y="124759"/>
                  </a:lnTo>
                  <a:cubicBezTo>
                    <a:pt x="112421" y="129283"/>
                    <a:pt x="100935" y="131720"/>
                    <a:pt x="89101" y="131720"/>
                  </a:cubicBezTo>
                  <a:cubicBezTo>
                    <a:pt x="65435" y="131720"/>
                    <a:pt x="43159" y="123366"/>
                    <a:pt x="26453" y="10666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5"/>
            <p:cNvSpPr/>
            <p:nvPr/>
          </p:nvSpPr>
          <p:spPr>
            <a:xfrm rot="8716295">
              <a:off x="5043572" y="4624951"/>
              <a:ext cx="150722" cy="101024"/>
            </a:xfrm>
            <a:custGeom>
              <a:rect b="b" l="l" r="r" t="t"/>
              <a:pathLst>
                <a:path extrusionOk="0" h="101024" w="150722">
                  <a:moveTo>
                    <a:pt x="0" y="25991"/>
                  </a:moveTo>
                  <a:lnTo>
                    <a:pt x="28034" y="6961"/>
                  </a:lnTo>
                  <a:cubicBezTo>
                    <a:pt x="38649" y="2437"/>
                    <a:pt x="50135" y="0"/>
                    <a:pt x="61968" y="0"/>
                  </a:cubicBezTo>
                  <a:cubicBezTo>
                    <a:pt x="85637" y="0"/>
                    <a:pt x="107912" y="9746"/>
                    <a:pt x="124618" y="26453"/>
                  </a:cubicBezTo>
                  <a:cubicBezTo>
                    <a:pt x="142021" y="43159"/>
                    <a:pt x="150722" y="65782"/>
                    <a:pt x="150722" y="88580"/>
                  </a:cubicBezTo>
                  <a:lnTo>
                    <a:pt x="148306" y="1010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5"/>
            <p:cNvSpPr/>
            <p:nvPr/>
          </p:nvSpPr>
          <p:spPr>
            <a:xfrm rot="8716295">
              <a:off x="8546573" y="4108588"/>
              <a:ext cx="215176" cy="313567"/>
            </a:xfrm>
            <a:custGeom>
              <a:rect b="b" l="l" r="r" t="t"/>
              <a:pathLst>
                <a:path extrusionOk="0" h="313567" w="215176">
                  <a:moveTo>
                    <a:pt x="122760" y="26680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128968" y="0"/>
                  </a:lnTo>
                  <a:cubicBezTo>
                    <a:pt x="184831" y="0"/>
                    <a:pt x="215177" y="24139"/>
                    <a:pt x="215176" y="75863"/>
                  </a:cubicBezTo>
                  <a:lnTo>
                    <a:pt x="215176" y="31356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5"/>
            <p:cNvSpPr/>
            <p:nvPr/>
          </p:nvSpPr>
          <p:spPr>
            <a:xfrm rot="8716295">
              <a:off x="8681306" y="4151041"/>
              <a:ext cx="394490" cy="343138"/>
            </a:xfrm>
            <a:custGeom>
              <a:rect b="b" l="l" r="r" t="t"/>
              <a:pathLst>
                <a:path extrusionOk="0" h="343138" w="394490">
                  <a:moveTo>
                    <a:pt x="77932" y="311621"/>
                  </a:moveTo>
                  <a:lnTo>
                    <a:pt x="77932" y="69053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7"/>
                  </a:lnTo>
                  <a:lnTo>
                    <a:pt x="158624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51730" y="-1293"/>
                    <a:pt x="394490" y="48364"/>
                    <a:pt x="394490" y="133882"/>
                  </a:cubicBezTo>
                  <a:lnTo>
                    <a:pt x="394490" y="142849"/>
                  </a:lnTo>
                  <a:lnTo>
                    <a:pt x="300694" y="148365"/>
                  </a:lnTo>
                  <a:lnTo>
                    <a:pt x="300694" y="123538"/>
                  </a:lnTo>
                  <a:cubicBezTo>
                    <a:pt x="300695" y="86296"/>
                    <a:pt x="279316" y="60778"/>
                    <a:pt x="249660" y="60778"/>
                  </a:cubicBezTo>
                  <a:cubicBezTo>
                    <a:pt x="205521" y="60778"/>
                    <a:pt x="168968" y="119399"/>
                    <a:pt x="168969" y="193194"/>
                  </a:cubicBezTo>
                  <a:lnTo>
                    <a:pt x="168969" y="323541"/>
                  </a:lnTo>
                  <a:lnTo>
                    <a:pt x="140226" y="3431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5"/>
            <p:cNvSpPr/>
            <p:nvPr/>
          </p:nvSpPr>
          <p:spPr>
            <a:xfrm rot="8716295">
              <a:off x="8646997" y="4143256"/>
              <a:ext cx="121064" cy="89924"/>
            </a:xfrm>
            <a:custGeom>
              <a:rect b="b" l="l" r="r" t="t"/>
              <a:pathLst>
                <a:path extrusionOk="0" h="89924" w="121064">
                  <a:moveTo>
                    <a:pt x="0" y="39250"/>
                  </a:moveTo>
                  <a:lnTo>
                    <a:pt x="32528" y="13621"/>
                  </a:lnTo>
                  <a:cubicBezTo>
                    <a:pt x="46580" y="6380"/>
                    <a:pt x="62098" y="1724"/>
                    <a:pt x="78305" y="0"/>
                  </a:cubicBezTo>
                  <a:cubicBezTo>
                    <a:pt x="111409" y="0"/>
                    <a:pt x="121065" y="28966"/>
                    <a:pt x="121064" y="51035"/>
                  </a:cubicBezTo>
                  <a:cubicBezTo>
                    <a:pt x="120030" y="63105"/>
                    <a:pt x="115546" y="74139"/>
                    <a:pt x="108563" y="83363"/>
                  </a:cubicBezTo>
                  <a:lnTo>
                    <a:pt x="100159" y="899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5"/>
            <p:cNvSpPr/>
            <p:nvPr/>
          </p:nvSpPr>
          <p:spPr>
            <a:xfrm rot="8716295">
              <a:off x="8360649" y="4203945"/>
              <a:ext cx="88105" cy="88278"/>
            </a:xfrm>
            <a:custGeom>
              <a:rect b="b" l="l" r="r" t="t"/>
              <a:pathLst>
                <a:path extrusionOk="0" h="88278" w="88105">
                  <a:moveTo>
                    <a:pt x="11702" y="72544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cubicBezTo>
                    <a:pt x="55864" y="0"/>
                    <a:pt x="66899" y="4828"/>
                    <a:pt x="75175" y="13104"/>
                  </a:cubicBezTo>
                  <a:cubicBezTo>
                    <a:pt x="92416" y="29657"/>
                    <a:pt x="92416" y="57933"/>
                    <a:pt x="75175" y="75175"/>
                  </a:cubicBezTo>
                  <a:cubicBezTo>
                    <a:pt x="66899" y="83451"/>
                    <a:pt x="55864" y="88278"/>
                    <a:pt x="44139" y="88278"/>
                  </a:cubicBezTo>
                  <a:lnTo>
                    <a:pt x="37752" y="8572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5"/>
            <p:cNvSpPr/>
            <p:nvPr/>
          </p:nvSpPr>
          <p:spPr>
            <a:xfrm rot="8716295">
              <a:off x="8270439" y="4208809"/>
              <a:ext cx="54467" cy="27557"/>
            </a:xfrm>
            <a:custGeom>
              <a:rect b="b" l="l" r="r" t="t"/>
              <a:pathLst>
                <a:path extrusionOk="0" h="27557" w="54467">
                  <a:moveTo>
                    <a:pt x="0" y="0"/>
                  </a:moveTo>
                  <a:lnTo>
                    <a:pt x="54467" y="0"/>
                  </a:lnTo>
                  <a:lnTo>
                    <a:pt x="54467" y="2755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5"/>
            <p:cNvSpPr/>
            <p:nvPr/>
          </p:nvSpPr>
          <p:spPr>
            <a:xfrm rot="8716295">
              <a:off x="8503577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5"/>
            <p:cNvSpPr/>
            <p:nvPr/>
          </p:nvSpPr>
          <p:spPr>
            <a:xfrm rot="8716295">
              <a:off x="8994983" y="4078441"/>
              <a:ext cx="137688" cy="132478"/>
            </a:xfrm>
            <a:custGeom>
              <a:rect b="b" l="l" r="r" t="t"/>
              <a:pathLst>
                <a:path extrusionOk="0" h="132478" w="137688">
                  <a:moveTo>
                    <a:pt x="46653" y="86420"/>
                  </a:moveTo>
                  <a:lnTo>
                    <a:pt x="46653" y="24828"/>
                  </a:lnTo>
                  <a:lnTo>
                    <a:pt x="0" y="24828"/>
                  </a:lnTo>
                  <a:lnTo>
                    <a:pt x="15342" y="2695"/>
                  </a:lnTo>
                  <a:lnTo>
                    <a:pt x="137688" y="0"/>
                  </a:lnTo>
                  <a:lnTo>
                    <a:pt x="137688" y="13247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5"/>
            <p:cNvSpPr/>
            <p:nvPr/>
          </p:nvSpPr>
          <p:spPr>
            <a:xfrm rot="7484129">
              <a:off x="9136824" y="4228704"/>
              <a:ext cx="8392" cy="13068"/>
            </a:xfrm>
            <a:custGeom>
              <a:rect b="b" l="l" r="r" t="t"/>
              <a:pathLst>
                <a:path extrusionOk="0" h="13068" w="8392">
                  <a:moveTo>
                    <a:pt x="3897" y="13068"/>
                  </a:moveTo>
                  <a:lnTo>
                    <a:pt x="0" y="5818"/>
                  </a:lnTo>
                  <a:lnTo>
                    <a:pt x="8392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5"/>
            <p:cNvSpPr/>
            <p:nvPr/>
          </p:nvSpPr>
          <p:spPr>
            <a:xfrm rot="8716295">
              <a:off x="8839311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37095" y="25713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37096" y="25713"/>
                  </a:lnTo>
                  <a:close/>
                  <a:moveTo>
                    <a:pt x="0" y="40385"/>
                  </a:moveTo>
                  <a:lnTo>
                    <a:pt x="0" y="28525"/>
                  </a:lnTo>
                  <a:lnTo>
                    <a:pt x="9740" y="36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5"/>
            <p:cNvSpPr/>
            <p:nvPr/>
          </p:nvSpPr>
          <p:spPr>
            <a:xfrm rot="8716295">
              <a:off x="8967255" y="4971567"/>
              <a:ext cx="231347" cy="158649"/>
            </a:xfrm>
            <a:custGeom>
              <a:rect b="b" l="l" r="r" t="t"/>
              <a:pathLst>
                <a:path extrusionOk="0" h="158649" w="231347">
                  <a:moveTo>
                    <a:pt x="8965" y="158649"/>
                  </a:moveTo>
                  <a:lnTo>
                    <a:pt x="0" y="146235"/>
                  </a:lnTo>
                  <a:lnTo>
                    <a:pt x="155416" y="0"/>
                  </a:lnTo>
                  <a:lnTo>
                    <a:pt x="231347" y="624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5"/>
            <p:cNvSpPr/>
            <p:nvPr/>
          </p:nvSpPr>
          <p:spPr>
            <a:xfrm rot="8716295">
              <a:off x="8555937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249516" y="83734"/>
                  </a:moveTo>
                  <a:lnTo>
                    <a:pt x="128718" y="0"/>
                  </a:lnTo>
                  <a:lnTo>
                    <a:pt x="128719" y="0"/>
                  </a:lnTo>
                  <a:lnTo>
                    <a:pt x="249519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78196" y="0"/>
                  </a:lnTo>
                  <a:lnTo>
                    <a:pt x="203756" y="1032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5"/>
            <p:cNvSpPr/>
            <p:nvPr/>
          </p:nvSpPr>
          <p:spPr>
            <a:xfrm rot="8716295">
              <a:off x="9124182" y="4842281"/>
              <a:ext cx="37059" cy="48941"/>
            </a:xfrm>
            <a:custGeom>
              <a:rect b="b" l="l" r="r" t="t"/>
              <a:pathLst>
                <a:path extrusionOk="0" h="48941" w="37059">
                  <a:moveTo>
                    <a:pt x="0" y="48941"/>
                  </a:moveTo>
                  <a:lnTo>
                    <a:pt x="33925" y="0"/>
                  </a:lnTo>
                  <a:lnTo>
                    <a:pt x="37059" y="7460"/>
                  </a:lnTo>
                  <a:cubicBezTo>
                    <a:pt x="37059" y="18753"/>
                    <a:pt x="32749" y="30133"/>
                    <a:pt x="24128" y="3875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5"/>
            <p:cNvSpPr/>
            <p:nvPr/>
          </p:nvSpPr>
          <p:spPr>
            <a:xfrm rot="8716295">
              <a:off x="8946271" y="4530250"/>
              <a:ext cx="235267" cy="296463"/>
            </a:xfrm>
            <a:custGeom>
              <a:rect b="b" l="l" r="r" t="t"/>
              <a:pathLst>
                <a:path extrusionOk="0" h="296463" w="235267">
                  <a:moveTo>
                    <a:pt x="64028" y="296463"/>
                  </a:moveTo>
                  <a:lnTo>
                    <a:pt x="0" y="177341"/>
                  </a:lnTo>
                  <a:lnTo>
                    <a:pt x="122928" y="0"/>
                  </a:lnTo>
                  <a:lnTo>
                    <a:pt x="235266" y="0"/>
                  </a:lnTo>
                  <a:lnTo>
                    <a:pt x="235267" y="83734"/>
                  </a:lnTo>
                  <a:lnTo>
                    <a:pt x="137200" y="8373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5"/>
            <p:cNvSpPr/>
            <p:nvPr/>
          </p:nvSpPr>
          <p:spPr>
            <a:xfrm rot="8716295">
              <a:off x="8906661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5"/>
            <p:cNvSpPr/>
            <p:nvPr/>
          </p:nvSpPr>
          <p:spPr>
            <a:xfrm rot="-8510606">
              <a:off x="7765620" y="4253518"/>
              <a:ext cx="72828" cy="75543"/>
            </a:xfrm>
            <a:custGeom>
              <a:rect b="b" l="l" r="r" t="t"/>
              <a:pathLst>
                <a:path extrusionOk="0" h="75543" w="72828">
                  <a:moveTo>
                    <a:pt x="0" y="75543"/>
                  </a:moveTo>
                  <a:lnTo>
                    <a:pt x="0" y="37783"/>
                  </a:lnTo>
                  <a:lnTo>
                    <a:pt x="7282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5"/>
            <p:cNvSpPr/>
            <p:nvPr/>
          </p:nvSpPr>
          <p:spPr>
            <a:xfrm rot="8716295">
              <a:off x="7196646" y="4735107"/>
              <a:ext cx="215177" cy="351729"/>
            </a:xfrm>
            <a:custGeom>
              <a:rect b="b" l="l" r="r" t="t"/>
              <a:pathLst>
                <a:path extrusionOk="0" h="351729" w="215177">
                  <a:moveTo>
                    <a:pt x="122761" y="351729"/>
                  </a:move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5"/>
                    <a:pt x="91726" y="75863"/>
                  </a:cubicBezTo>
                  <a:lnTo>
                    <a:pt x="0" y="75863"/>
                  </a:lnTo>
                  <a:lnTo>
                    <a:pt x="0" y="0"/>
                  </a:lnTo>
                  <a:lnTo>
                    <a:pt x="20033" y="0"/>
                  </a:lnTo>
                  <a:lnTo>
                    <a:pt x="215177" y="160452"/>
                  </a:lnTo>
                  <a:lnTo>
                    <a:pt x="215176" y="3151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5"/>
            <p:cNvSpPr/>
            <p:nvPr/>
          </p:nvSpPr>
          <p:spPr>
            <a:xfrm rot="8716295">
              <a:off x="7519762" y="4714342"/>
              <a:ext cx="185667" cy="383455"/>
            </a:xfrm>
            <a:custGeom>
              <a:rect b="b" l="l" r="r" t="t"/>
              <a:pathLst>
                <a:path extrusionOk="0" h="383455" w="185667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33456" y="0"/>
                  </a:lnTo>
                  <a:lnTo>
                    <a:pt x="158623" y="102916"/>
                  </a:lnTo>
                  <a:lnTo>
                    <a:pt x="158623" y="111726"/>
                  </a:lnTo>
                  <a:lnTo>
                    <a:pt x="160692" y="111726"/>
                  </a:lnTo>
                  <a:lnTo>
                    <a:pt x="162749" y="106308"/>
                  </a:lnTo>
                  <a:lnTo>
                    <a:pt x="185667" y="125152"/>
                  </a:lnTo>
                  <a:lnTo>
                    <a:pt x="168969" y="191038"/>
                  </a:ln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5"/>
            <p:cNvSpPr/>
            <p:nvPr/>
          </p:nvSpPr>
          <p:spPr>
            <a:xfrm rot="8716295">
              <a:off x="7265319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35"/>
            <p:cNvSpPr/>
            <p:nvPr/>
          </p:nvSpPr>
          <p:spPr>
            <a:xfrm rot="8716295">
              <a:off x="7028032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35"/>
            <p:cNvSpPr/>
            <p:nvPr/>
          </p:nvSpPr>
          <p:spPr>
            <a:xfrm rot="8716295">
              <a:off x="6838986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35"/>
            <p:cNvSpPr/>
            <p:nvPr/>
          </p:nvSpPr>
          <p:spPr>
            <a:xfrm rot="8716295">
              <a:off x="6821466" y="4356542"/>
              <a:ext cx="439901" cy="511464"/>
            </a:xfrm>
            <a:custGeom>
              <a:rect b="b" l="l" r="r" t="t"/>
              <a:pathLst>
                <a:path extrusionOk="0" h="511464" w="439901">
                  <a:moveTo>
                    <a:pt x="1873" y="384681"/>
                  </a:moveTo>
                  <a:lnTo>
                    <a:pt x="1725" y="383648"/>
                  </a:lnTo>
                  <a:cubicBezTo>
                    <a:pt x="501" y="368162"/>
                    <a:pt x="0" y="351298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7545" y="298315"/>
                    <a:pt x="125558" y="349072"/>
                    <a:pt x="141587" y="396268"/>
                  </a:cubicBezTo>
                  <a:cubicBezTo>
                    <a:pt x="155836" y="435450"/>
                    <a:pt x="192346" y="455041"/>
                    <a:pt x="248446" y="455041"/>
                  </a:cubicBezTo>
                  <a:cubicBezTo>
                    <a:pt x="276051" y="454150"/>
                    <a:pt x="302766" y="448807"/>
                    <a:pt x="328590" y="440793"/>
                  </a:cubicBezTo>
                  <a:cubicBezTo>
                    <a:pt x="365990" y="429216"/>
                    <a:pt x="402501" y="414078"/>
                    <a:pt x="438120" y="396268"/>
                  </a:cubicBezTo>
                  <a:cubicBezTo>
                    <a:pt x="439010" y="399830"/>
                    <a:pt x="439901" y="404282"/>
                    <a:pt x="439901" y="407844"/>
                  </a:cubicBezTo>
                  <a:lnTo>
                    <a:pt x="439901" y="416749"/>
                  </a:lnTo>
                  <a:cubicBezTo>
                    <a:pt x="392705" y="457267"/>
                    <a:pt x="338163" y="484649"/>
                    <a:pt x="286180" y="502459"/>
                  </a:cubicBezTo>
                  <a:lnTo>
                    <a:pt x="252462" y="5114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5"/>
            <p:cNvSpPr/>
            <p:nvPr/>
          </p:nvSpPr>
          <p:spPr>
            <a:xfrm rot="8716295">
              <a:off x="7635467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5"/>
            <p:cNvSpPr/>
            <p:nvPr/>
          </p:nvSpPr>
          <p:spPr>
            <a:xfrm rot="8716295">
              <a:off x="7770766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35"/>
            <p:cNvSpPr/>
            <p:nvPr/>
          </p:nvSpPr>
          <p:spPr>
            <a:xfrm rot="8716295">
              <a:off x="7465596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35"/>
            <p:cNvSpPr/>
            <p:nvPr/>
          </p:nvSpPr>
          <p:spPr>
            <a:xfrm rot="8716295">
              <a:off x="7313509" y="4314181"/>
              <a:ext cx="308532" cy="142740"/>
            </a:xfrm>
            <a:custGeom>
              <a:rect b="b" l="l" r="r" t="t"/>
              <a:pathLst>
                <a:path extrusionOk="0" h="142740" w="308532">
                  <a:moveTo>
                    <a:pt x="0" y="46525"/>
                  </a:moveTo>
                  <a:lnTo>
                    <a:pt x="0" y="0"/>
                  </a:lnTo>
                  <a:lnTo>
                    <a:pt x="308532" y="0"/>
                  </a:lnTo>
                  <a:lnTo>
                    <a:pt x="308532" y="83734"/>
                  </a:lnTo>
                  <a:lnTo>
                    <a:pt x="210465" y="83734"/>
                  </a:lnTo>
                  <a:lnTo>
                    <a:pt x="190169" y="142740"/>
                  </a:lnTo>
                  <a:lnTo>
                    <a:pt x="100662" y="97454"/>
                  </a:lnTo>
                  <a:lnTo>
                    <a:pt x="105610" y="83734"/>
                  </a:lnTo>
                  <a:lnTo>
                    <a:pt x="73544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35"/>
            <p:cNvSpPr/>
            <p:nvPr/>
          </p:nvSpPr>
          <p:spPr>
            <a:xfrm rot="8716295">
              <a:off x="7602084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35"/>
            <p:cNvSpPr/>
            <p:nvPr/>
          </p:nvSpPr>
          <p:spPr>
            <a:xfrm rot="8716295">
              <a:off x="7233779" y="4339176"/>
              <a:ext cx="112931" cy="98229"/>
            </a:xfrm>
            <a:custGeom>
              <a:rect b="b" l="l" r="r" t="t"/>
              <a:pathLst>
                <a:path extrusionOk="0" h="98229" w="112931">
                  <a:moveTo>
                    <a:pt x="0" y="49475"/>
                  </a:moveTo>
                  <a:lnTo>
                    <a:pt x="13559" y="17362"/>
                  </a:lnTo>
                  <a:cubicBezTo>
                    <a:pt x="24524" y="6397"/>
                    <a:pt x="39145" y="0"/>
                    <a:pt x="54678" y="0"/>
                  </a:cubicBezTo>
                  <a:cubicBezTo>
                    <a:pt x="70213" y="0"/>
                    <a:pt x="84833" y="6397"/>
                    <a:pt x="95798" y="17362"/>
                  </a:cubicBezTo>
                  <a:cubicBezTo>
                    <a:pt x="107220" y="28327"/>
                    <a:pt x="112931" y="43176"/>
                    <a:pt x="112931" y="58139"/>
                  </a:cubicBezTo>
                  <a:lnTo>
                    <a:pt x="96365" y="9822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35"/>
            <p:cNvSpPr/>
            <p:nvPr/>
          </p:nvSpPr>
          <p:spPr>
            <a:xfrm rot="7484129">
              <a:off x="7765134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295165" y="83734"/>
                  </a:moveTo>
                  <a:lnTo>
                    <a:pt x="237109" y="0"/>
                  </a:lnTo>
                  <a:lnTo>
                    <a:pt x="237110" y="0"/>
                  </a:lnTo>
                  <a:lnTo>
                    <a:pt x="295167" y="83734"/>
                  </a:lnTo>
                  <a:close/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6381" y="0"/>
                  </a:lnTo>
                  <a:lnTo>
                    <a:pt x="197160" y="1224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35"/>
            <p:cNvSpPr/>
            <p:nvPr/>
          </p:nvSpPr>
          <p:spPr>
            <a:xfrm rot="-8510606">
              <a:off x="8005038" y="4814171"/>
              <a:ext cx="409104" cy="218063"/>
            </a:xfrm>
            <a:custGeom>
              <a:rect b="b" l="l" r="r" t="t"/>
              <a:pathLst>
                <a:path extrusionOk="0" h="218063" w="409104">
                  <a:moveTo>
                    <a:pt x="409104" y="110916"/>
                  </a:moveTo>
                  <a:cubicBezTo>
                    <a:pt x="320577" y="186915"/>
                    <a:pt x="204490" y="213641"/>
                    <a:pt x="135172" y="217816"/>
                  </a:cubicBezTo>
                  <a:cubicBezTo>
                    <a:pt x="96755" y="220322"/>
                    <a:pt x="59173" y="203619"/>
                    <a:pt x="32447" y="176058"/>
                  </a:cubicBezTo>
                  <a:cubicBezTo>
                    <a:pt x="18249" y="162278"/>
                    <a:pt x="9272" y="143487"/>
                    <a:pt x="3843" y="119581"/>
                  </a:cubicBezTo>
                  <a:lnTo>
                    <a:pt x="0" y="73735"/>
                  </a:lnTo>
                  <a:lnTo>
                    <a:pt x="111583" y="0"/>
                  </a:lnTo>
                  <a:lnTo>
                    <a:pt x="112727" y="23329"/>
                  </a:lnTo>
                  <a:cubicBezTo>
                    <a:pt x="116171" y="46609"/>
                    <a:pt x="121808" y="69576"/>
                    <a:pt x="129325" y="91708"/>
                  </a:cubicBezTo>
                  <a:cubicBezTo>
                    <a:pt x="142689" y="128454"/>
                    <a:pt x="176930" y="146828"/>
                    <a:pt x="229544" y="146828"/>
                  </a:cubicBezTo>
                  <a:cubicBezTo>
                    <a:pt x="255435" y="145993"/>
                    <a:pt x="280489" y="140981"/>
                    <a:pt x="304708" y="133466"/>
                  </a:cubicBezTo>
                  <a:cubicBezTo>
                    <a:pt x="339785" y="122608"/>
                    <a:pt x="374027" y="108411"/>
                    <a:pt x="407434" y="91708"/>
                  </a:cubicBezTo>
                  <a:cubicBezTo>
                    <a:pt x="408268" y="95048"/>
                    <a:pt x="409104" y="99224"/>
                    <a:pt x="409104" y="10256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5"/>
            <p:cNvSpPr/>
            <p:nvPr/>
          </p:nvSpPr>
          <p:spPr>
            <a:xfrm rot="8716295">
              <a:off x="8200443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5"/>
            <p:cNvSpPr/>
            <p:nvPr/>
          </p:nvSpPr>
          <p:spPr>
            <a:xfrm rot="8716295">
              <a:off x="8122034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35"/>
            <p:cNvSpPr/>
            <p:nvPr/>
          </p:nvSpPr>
          <p:spPr>
            <a:xfrm rot="8716295">
              <a:off x="7753870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35"/>
            <p:cNvSpPr/>
            <p:nvPr/>
          </p:nvSpPr>
          <p:spPr>
            <a:xfrm rot="8716295">
              <a:off x="8030791" y="4210054"/>
              <a:ext cx="154744" cy="110503"/>
            </a:xfrm>
            <a:custGeom>
              <a:rect b="b" l="l" r="r" t="t"/>
              <a:pathLst>
                <a:path extrusionOk="0" h="110503" w="154744">
                  <a:moveTo>
                    <a:pt x="0" y="34366"/>
                  </a:moveTo>
                  <a:lnTo>
                    <a:pt x="3342" y="26453"/>
                  </a:lnTo>
                  <a:cubicBezTo>
                    <a:pt x="20048" y="9746"/>
                    <a:pt x="42323" y="0"/>
                    <a:pt x="65990" y="0"/>
                  </a:cubicBezTo>
                  <a:cubicBezTo>
                    <a:pt x="89659" y="0"/>
                    <a:pt x="111934" y="9746"/>
                    <a:pt x="128640" y="26453"/>
                  </a:cubicBezTo>
                  <a:cubicBezTo>
                    <a:pt x="146043" y="43159"/>
                    <a:pt x="154744" y="65782"/>
                    <a:pt x="154744" y="88580"/>
                  </a:cubicBezTo>
                  <a:lnTo>
                    <a:pt x="150487" y="1105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4" name="Google Shape;634;p35"/>
          <p:cNvSpPr/>
          <p:nvPr/>
        </p:nvSpPr>
        <p:spPr>
          <a:xfrm>
            <a:off x="0" y="4391025"/>
            <a:ext cx="9153528" cy="752475"/>
          </a:xfrm>
          <a:custGeom>
            <a:rect b="b" l="l" r="r" t="t"/>
            <a:pathLst>
              <a:path extrusionOk="0" h="752475" w="9153528">
                <a:moveTo>
                  <a:pt x="0" y="0"/>
                </a:moveTo>
                <a:lnTo>
                  <a:pt x="9153528" y="752475"/>
                </a:lnTo>
                <a:lnTo>
                  <a:pt x="0" y="752475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34871" y="2053350"/>
            <a:ext cx="3474258" cy="103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1">
  <p:cSld name="Slide de titre 1">
    <p:bg>
      <p:bgPr>
        <a:solidFill>
          <a:schemeClr val="dk1"/>
        </a:solidFill>
      </p:bgPr>
    </p:bg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7" name="Google Shape;637;p36"/>
          <p:cNvGrpSpPr/>
          <p:nvPr/>
        </p:nvGrpSpPr>
        <p:grpSpPr>
          <a:xfrm>
            <a:off x="-242071" y="-127083"/>
            <a:ext cx="6491255" cy="5477926"/>
            <a:chOff x="-242071" y="-127083"/>
            <a:chExt cx="6491255" cy="5477926"/>
          </a:xfrm>
        </p:grpSpPr>
        <p:sp>
          <p:nvSpPr>
            <p:cNvPr id="638" name="Google Shape;638;p36"/>
            <p:cNvSpPr/>
            <p:nvPr/>
          </p:nvSpPr>
          <p:spPr>
            <a:xfrm rot="8716295">
              <a:off x="1460344" y="348006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36"/>
            <p:cNvSpPr/>
            <p:nvPr/>
          </p:nvSpPr>
          <p:spPr>
            <a:xfrm rot="8716295">
              <a:off x="1595642" y="352432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36"/>
            <p:cNvSpPr/>
            <p:nvPr/>
          </p:nvSpPr>
          <p:spPr>
            <a:xfrm rot="8716295">
              <a:off x="1527760" y="339373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36"/>
            <p:cNvSpPr/>
            <p:nvPr/>
          </p:nvSpPr>
          <p:spPr>
            <a:xfrm rot="8716295">
              <a:off x="1290473" y="361408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36"/>
            <p:cNvSpPr/>
            <p:nvPr/>
          </p:nvSpPr>
          <p:spPr>
            <a:xfrm rot="8716295">
              <a:off x="1101427" y="329824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36"/>
            <p:cNvSpPr/>
            <p:nvPr/>
          </p:nvSpPr>
          <p:spPr>
            <a:xfrm rot="8716295">
              <a:off x="1083185" y="308819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36"/>
            <p:cNvSpPr/>
            <p:nvPr/>
          </p:nvSpPr>
          <p:spPr>
            <a:xfrm rot="8716295">
              <a:off x="1426961" y="367606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36"/>
            <p:cNvSpPr/>
            <p:nvPr/>
          </p:nvSpPr>
          <p:spPr>
            <a:xfrm rot="8716295">
              <a:off x="1897908" y="310145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36"/>
            <p:cNvSpPr/>
            <p:nvPr/>
          </p:nvSpPr>
          <p:spPr>
            <a:xfrm rot="8716295">
              <a:off x="2033206" y="314571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36"/>
            <p:cNvSpPr/>
            <p:nvPr/>
          </p:nvSpPr>
          <p:spPr>
            <a:xfrm rot="8716295">
              <a:off x="1728037" y="32354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36"/>
            <p:cNvSpPr/>
            <p:nvPr/>
          </p:nvSpPr>
          <p:spPr>
            <a:xfrm rot="8716295">
              <a:off x="1538992" y="291963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36"/>
            <p:cNvSpPr/>
            <p:nvPr/>
          </p:nvSpPr>
          <p:spPr>
            <a:xfrm rot="8716295">
              <a:off x="1864525" y="329745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36"/>
            <p:cNvSpPr/>
            <p:nvPr/>
          </p:nvSpPr>
          <p:spPr>
            <a:xfrm rot="8716295">
              <a:off x="1499078" y="307102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36"/>
            <p:cNvSpPr/>
            <p:nvPr/>
          </p:nvSpPr>
          <p:spPr>
            <a:xfrm rot="7484129">
              <a:off x="2023343" y="358706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36"/>
            <p:cNvSpPr/>
            <p:nvPr/>
          </p:nvSpPr>
          <p:spPr>
            <a:xfrm rot="-8510606">
              <a:off x="2181992" y="353641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36"/>
            <p:cNvSpPr/>
            <p:nvPr/>
          </p:nvSpPr>
          <p:spPr>
            <a:xfrm rot="8716295">
              <a:off x="2462883" y="324629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36"/>
            <p:cNvSpPr/>
            <p:nvPr/>
          </p:nvSpPr>
          <p:spPr>
            <a:xfrm rot="8716295">
              <a:off x="2384474" y="308950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36"/>
            <p:cNvSpPr/>
            <p:nvPr/>
          </p:nvSpPr>
          <p:spPr>
            <a:xfrm rot="8716295">
              <a:off x="2016311" y="313524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6"/>
            <p:cNvSpPr/>
            <p:nvPr/>
          </p:nvSpPr>
          <p:spPr>
            <a:xfrm rot="8716295">
              <a:off x="2284892" y="289422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6"/>
            <p:cNvSpPr/>
            <p:nvPr/>
          </p:nvSpPr>
          <p:spPr>
            <a:xfrm rot="8716295">
              <a:off x="1798117" y="44785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36"/>
            <p:cNvSpPr/>
            <p:nvPr/>
          </p:nvSpPr>
          <p:spPr>
            <a:xfrm rot="8716295">
              <a:off x="1933415" y="452281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36"/>
            <p:cNvSpPr/>
            <p:nvPr/>
          </p:nvSpPr>
          <p:spPr>
            <a:xfrm rot="8716295">
              <a:off x="1865533" y="43922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36"/>
            <p:cNvSpPr/>
            <p:nvPr/>
          </p:nvSpPr>
          <p:spPr>
            <a:xfrm rot="8716295">
              <a:off x="1628246" y="461256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36"/>
            <p:cNvSpPr/>
            <p:nvPr/>
          </p:nvSpPr>
          <p:spPr>
            <a:xfrm rot="8716295">
              <a:off x="1439200" y="42967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36"/>
            <p:cNvSpPr/>
            <p:nvPr/>
          </p:nvSpPr>
          <p:spPr>
            <a:xfrm rot="8716295">
              <a:off x="1420958" y="40866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36"/>
            <p:cNvSpPr/>
            <p:nvPr/>
          </p:nvSpPr>
          <p:spPr>
            <a:xfrm rot="8716295">
              <a:off x="1764734" y="46745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36"/>
            <p:cNvSpPr/>
            <p:nvPr/>
          </p:nvSpPr>
          <p:spPr>
            <a:xfrm rot="8716295">
              <a:off x="2235681" y="40999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36"/>
            <p:cNvSpPr/>
            <p:nvPr/>
          </p:nvSpPr>
          <p:spPr>
            <a:xfrm rot="8716295">
              <a:off x="2370979" y="41441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36"/>
            <p:cNvSpPr/>
            <p:nvPr/>
          </p:nvSpPr>
          <p:spPr>
            <a:xfrm rot="8716295">
              <a:off x="2065810" y="42339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6"/>
            <p:cNvSpPr/>
            <p:nvPr/>
          </p:nvSpPr>
          <p:spPr>
            <a:xfrm rot="8716295">
              <a:off x="1876765" y="39181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6"/>
            <p:cNvSpPr/>
            <p:nvPr/>
          </p:nvSpPr>
          <p:spPr>
            <a:xfrm rot="8716295">
              <a:off x="2202298" y="429593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6"/>
            <p:cNvSpPr/>
            <p:nvPr/>
          </p:nvSpPr>
          <p:spPr>
            <a:xfrm rot="8716295">
              <a:off x="1836851" y="40695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6"/>
            <p:cNvSpPr/>
            <p:nvPr/>
          </p:nvSpPr>
          <p:spPr>
            <a:xfrm rot="7484129">
              <a:off x="2361116" y="458555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6"/>
            <p:cNvSpPr/>
            <p:nvPr/>
          </p:nvSpPr>
          <p:spPr>
            <a:xfrm rot="-8510606">
              <a:off x="2519765" y="453489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6"/>
            <p:cNvSpPr/>
            <p:nvPr/>
          </p:nvSpPr>
          <p:spPr>
            <a:xfrm rot="8716295">
              <a:off x="2800656" y="424478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6"/>
            <p:cNvSpPr/>
            <p:nvPr/>
          </p:nvSpPr>
          <p:spPr>
            <a:xfrm rot="8716295">
              <a:off x="2722247" y="408798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6"/>
            <p:cNvSpPr/>
            <p:nvPr/>
          </p:nvSpPr>
          <p:spPr>
            <a:xfrm rot="8716295">
              <a:off x="2354084" y="41337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6"/>
            <p:cNvSpPr/>
            <p:nvPr/>
          </p:nvSpPr>
          <p:spPr>
            <a:xfrm rot="8716295">
              <a:off x="2622665" y="38927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6"/>
            <p:cNvSpPr/>
            <p:nvPr/>
          </p:nvSpPr>
          <p:spPr>
            <a:xfrm rot="8716295">
              <a:off x="1836002" y="5051565"/>
              <a:ext cx="229466" cy="172677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6"/>
            <p:cNvSpPr/>
            <p:nvPr/>
          </p:nvSpPr>
          <p:spPr>
            <a:xfrm rot="8716295">
              <a:off x="2865171" y="5107739"/>
              <a:ext cx="36955" cy="50812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6"/>
            <p:cNvSpPr/>
            <p:nvPr/>
          </p:nvSpPr>
          <p:spPr>
            <a:xfrm rot="8716295">
              <a:off x="2291544" y="4886156"/>
              <a:ext cx="209028" cy="296463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6"/>
            <p:cNvSpPr/>
            <p:nvPr/>
          </p:nvSpPr>
          <p:spPr>
            <a:xfrm rot="8716295">
              <a:off x="2159594" y="5061280"/>
              <a:ext cx="112869" cy="105684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6"/>
            <p:cNvSpPr/>
            <p:nvPr/>
          </p:nvSpPr>
          <p:spPr>
            <a:xfrm rot="8716295">
              <a:off x="3051941" y="5073759"/>
              <a:ext cx="145251" cy="115110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6"/>
            <p:cNvSpPr/>
            <p:nvPr/>
          </p:nvSpPr>
          <p:spPr>
            <a:xfrm rot="8716295">
              <a:off x="2953631" y="488922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6"/>
            <p:cNvSpPr/>
            <p:nvPr/>
          </p:nvSpPr>
          <p:spPr>
            <a:xfrm rot="8716295">
              <a:off x="1125067" y="247965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6"/>
            <p:cNvSpPr/>
            <p:nvPr/>
          </p:nvSpPr>
          <p:spPr>
            <a:xfrm rot="8716295">
              <a:off x="1260365" y="252391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6"/>
            <p:cNvSpPr/>
            <p:nvPr/>
          </p:nvSpPr>
          <p:spPr>
            <a:xfrm rot="8716295">
              <a:off x="1192483" y="2393326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6"/>
            <p:cNvSpPr/>
            <p:nvPr/>
          </p:nvSpPr>
          <p:spPr>
            <a:xfrm rot="8716295">
              <a:off x="955196" y="261367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6"/>
            <p:cNvSpPr/>
            <p:nvPr/>
          </p:nvSpPr>
          <p:spPr>
            <a:xfrm rot="8716295">
              <a:off x="766149" y="22978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6"/>
            <p:cNvSpPr/>
            <p:nvPr/>
          </p:nvSpPr>
          <p:spPr>
            <a:xfrm rot="8716295">
              <a:off x="747908" y="208778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6"/>
            <p:cNvSpPr/>
            <p:nvPr/>
          </p:nvSpPr>
          <p:spPr>
            <a:xfrm rot="8716295">
              <a:off x="1091684" y="267565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6"/>
            <p:cNvSpPr/>
            <p:nvPr/>
          </p:nvSpPr>
          <p:spPr>
            <a:xfrm rot="8716295">
              <a:off x="1562630" y="210103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6"/>
            <p:cNvSpPr/>
            <p:nvPr/>
          </p:nvSpPr>
          <p:spPr>
            <a:xfrm rot="8716295">
              <a:off x="1697929" y="214529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36"/>
            <p:cNvSpPr/>
            <p:nvPr/>
          </p:nvSpPr>
          <p:spPr>
            <a:xfrm rot="8716295">
              <a:off x="1392759" y="223505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36"/>
            <p:cNvSpPr/>
            <p:nvPr/>
          </p:nvSpPr>
          <p:spPr>
            <a:xfrm rot="8716295">
              <a:off x="1203715" y="19192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36"/>
            <p:cNvSpPr/>
            <p:nvPr/>
          </p:nvSpPr>
          <p:spPr>
            <a:xfrm rot="8716295">
              <a:off x="1529248" y="229703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36"/>
            <p:cNvSpPr/>
            <p:nvPr/>
          </p:nvSpPr>
          <p:spPr>
            <a:xfrm rot="8716295">
              <a:off x="1163801" y="207061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36"/>
            <p:cNvSpPr/>
            <p:nvPr/>
          </p:nvSpPr>
          <p:spPr>
            <a:xfrm rot="7484129">
              <a:off x="1688065" y="258665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36"/>
            <p:cNvSpPr/>
            <p:nvPr/>
          </p:nvSpPr>
          <p:spPr>
            <a:xfrm rot="-8510606">
              <a:off x="1846715" y="253600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36"/>
            <p:cNvSpPr/>
            <p:nvPr/>
          </p:nvSpPr>
          <p:spPr>
            <a:xfrm rot="8716295">
              <a:off x="2127606" y="224588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36"/>
            <p:cNvSpPr/>
            <p:nvPr/>
          </p:nvSpPr>
          <p:spPr>
            <a:xfrm rot="8716295">
              <a:off x="2049197" y="208909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36"/>
            <p:cNvSpPr/>
            <p:nvPr/>
          </p:nvSpPr>
          <p:spPr>
            <a:xfrm rot="8716295">
              <a:off x="1681033" y="21348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36"/>
            <p:cNvSpPr/>
            <p:nvPr/>
          </p:nvSpPr>
          <p:spPr>
            <a:xfrm rot="8716295">
              <a:off x="1949615" y="189381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36"/>
            <p:cNvSpPr/>
            <p:nvPr/>
          </p:nvSpPr>
          <p:spPr>
            <a:xfrm rot="8716295">
              <a:off x="787294" y="148117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36"/>
            <p:cNvSpPr/>
            <p:nvPr/>
          </p:nvSpPr>
          <p:spPr>
            <a:xfrm rot="8716295">
              <a:off x="922592" y="152543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36"/>
            <p:cNvSpPr/>
            <p:nvPr/>
          </p:nvSpPr>
          <p:spPr>
            <a:xfrm rot="8716295">
              <a:off x="854710" y="1394843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36"/>
            <p:cNvSpPr/>
            <p:nvPr/>
          </p:nvSpPr>
          <p:spPr>
            <a:xfrm rot="8716295">
              <a:off x="617423" y="161518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36"/>
            <p:cNvSpPr/>
            <p:nvPr/>
          </p:nvSpPr>
          <p:spPr>
            <a:xfrm rot="8716295">
              <a:off x="428376" y="129935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36"/>
            <p:cNvSpPr/>
            <p:nvPr/>
          </p:nvSpPr>
          <p:spPr>
            <a:xfrm rot="8716295">
              <a:off x="410135" y="108930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36"/>
            <p:cNvSpPr/>
            <p:nvPr/>
          </p:nvSpPr>
          <p:spPr>
            <a:xfrm rot="8716295">
              <a:off x="753911" y="1677170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36"/>
            <p:cNvSpPr/>
            <p:nvPr/>
          </p:nvSpPr>
          <p:spPr>
            <a:xfrm rot="8716295">
              <a:off x="1224858" y="110255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36"/>
            <p:cNvSpPr/>
            <p:nvPr/>
          </p:nvSpPr>
          <p:spPr>
            <a:xfrm rot="8716295">
              <a:off x="1360156" y="1146815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36"/>
            <p:cNvSpPr/>
            <p:nvPr/>
          </p:nvSpPr>
          <p:spPr>
            <a:xfrm rot="8716295">
              <a:off x="1054986" y="123657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36"/>
            <p:cNvSpPr/>
            <p:nvPr/>
          </p:nvSpPr>
          <p:spPr>
            <a:xfrm rot="8716295">
              <a:off x="865942" y="9207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36"/>
            <p:cNvSpPr/>
            <p:nvPr/>
          </p:nvSpPr>
          <p:spPr>
            <a:xfrm rot="8716295">
              <a:off x="1191475" y="1298554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36"/>
            <p:cNvSpPr/>
            <p:nvPr/>
          </p:nvSpPr>
          <p:spPr>
            <a:xfrm rot="8716295">
              <a:off x="826028" y="107212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36"/>
            <p:cNvSpPr/>
            <p:nvPr/>
          </p:nvSpPr>
          <p:spPr>
            <a:xfrm rot="7484129">
              <a:off x="1350292" y="158817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36"/>
            <p:cNvSpPr/>
            <p:nvPr/>
          </p:nvSpPr>
          <p:spPr>
            <a:xfrm rot="-8510606">
              <a:off x="1508942" y="1537520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36"/>
            <p:cNvSpPr/>
            <p:nvPr/>
          </p:nvSpPr>
          <p:spPr>
            <a:xfrm rot="8716295">
              <a:off x="1789833" y="1247402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36"/>
            <p:cNvSpPr/>
            <p:nvPr/>
          </p:nvSpPr>
          <p:spPr>
            <a:xfrm rot="8716295">
              <a:off x="1711424" y="10906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36"/>
            <p:cNvSpPr/>
            <p:nvPr/>
          </p:nvSpPr>
          <p:spPr>
            <a:xfrm rot="8716295">
              <a:off x="1343261" y="11363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36"/>
            <p:cNvSpPr/>
            <p:nvPr/>
          </p:nvSpPr>
          <p:spPr>
            <a:xfrm rot="8716295">
              <a:off x="1611842" y="89533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36"/>
            <p:cNvSpPr/>
            <p:nvPr/>
          </p:nvSpPr>
          <p:spPr>
            <a:xfrm rot="8716295">
              <a:off x="455920" y="4791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36"/>
            <p:cNvSpPr/>
            <p:nvPr/>
          </p:nvSpPr>
          <p:spPr>
            <a:xfrm rot="8716295">
              <a:off x="591219" y="5233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36"/>
            <p:cNvSpPr/>
            <p:nvPr/>
          </p:nvSpPr>
          <p:spPr>
            <a:xfrm rot="8716295">
              <a:off x="523336" y="39278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6"/>
            <p:cNvSpPr/>
            <p:nvPr/>
          </p:nvSpPr>
          <p:spPr>
            <a:xfrm rot="8716295">
              <a:off x="286049" y="6131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6"/>
            <p:cNvSpPr/>
            <p:nvPr/>
          </p:nvSpPr>
          <p:spPr>
            <a:xfrm rot="8716295">
              <a:off x="97003" y="2972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6"/>
            <p:cNvSpPr/>
            <p:nvPr/>
          </p:nvSpPr>
          <p:spPr>
            <a:xfrm rot="8716295">
              <a:off x="78761" y="87249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6"/>
            <p:cNvSpPr/>
            <p:nvPr/>
          </p:nvSpPr>
          <p:spPr>
            <a:xfrm rot="8716295">
              <a:off x="422537" y="6751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6"/>
            <p:cNvSpPr/>
            <p:nvPr/>
          </p:nvSpPr>
          <p:spPr>
            <a:xfrm rot="8716295">
              <a:off x="893484" y="10050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6"/>
            <p:cNvSpPr/>
            <p:nvPr/>
          </p:nvSpPr>
          <p:spPr>
            <a:xfrm rot="8716295">
              <a:off x="1028783" y="14476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6"/>
            <p:cNvSpPr/>
            <p:nvPr/>
          </p:nvSpPr>
          <p:spPr>
            <a:xfrm rot="8716295">
              <a:off x="723613" y="23451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6"/>
            <p:cNvSpPr/>
            <p:nvPr/>
          </p:nvSpPr>
          <p:spPr>
            <a:xfrm rot="8716295">
              <a:off x="547803" y="-17289"/>
              <a:ext cx="308531" cy="226033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6"/>
            <p:cNvSpPr/>
            <p:nvPr/>
          </p:nvSpPr>
          <p:spPr>
            <a:xfrm rot="8716295">
              <a:off x="860101" y="2965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6"/>
            <p:cNvSpPr/>
            <p:nvPr/>
          </p:nvSpPr>
          <p:spPr>
            <a:xfrm rot="8716295">
              <a:off x="494655" y="700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6"/>
            <p:cNvSpPr/>
            <p:nvPr/>
          </p:nvSpPr>
          <p:spPr>
            <a:xfrm rot="7484129">
              <a:off x="1018919" y="5861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6"/>
            <p:cNvSpPr/>
            <p:nvPr/>
          </p:nvSpPr>
          <p:spPr>
            <a:xfrm rot="-8510606">
              <a:off x="1177568" y="5354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6"/>
            <p:cNvSpPr/>
            <p:nvPr/>
          </p:nvSpPr>
          <p:spPr>
            <a:xfrm rot="8716295">
              <a:off x="1458459" y="24534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6"/>
            <p:cNvSpPr/>
            <p:nvPr/>
          </p:nvSpPr>
          <p:spPr>
            <a:xfrm rot="8716295">
              <a:off x="1380050" y="885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6"/>
            <p:cNvSpPr/>
            <p:nvPr/>
          </p:nvSpPr>
          <p:spPr>
            <a:xfrm rot="8716295">
              <a:off x="1011887" y="1342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6"/>
            <p:cNvSpPr/>
            <p:nvPr/>
          </p:nvSpPr>
          <p:spPr>
            <a:xfrm rot="8716295">
              <a:off x="1291652" y="-36449"/>
              <a:ext cx="134197" cy="106947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6"/>
            <p:cNvSpPr/>
            <p:nvPr/>
          </p:nvSpPr>
          <p:spPr>
            <a:xfrm rot="-8510606">
              <a:off x="990163" y="-39748"/>
              <a:ext cx="111277" cy="115595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6"/>
            <p:cNvSpPr/>
            <p:nvPr/>
          </p:nvSpPr>
          <p:spPr>
            <a:xfrm rot="8716295">
              <a:off x="121288" y="414134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6"/>
            <p:cNvSpPr/>
            <p:nvPr/>
          </p:nvSpPr>
          <p:spPr>
            <a:xfrm rot="8716295">
              <a:off x="256586" y="418560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6"/>
            <p:cNvSpPr/>
            <p:nvPr/>
          </p:nvSpPr>
          <p:spPr>
            <a:xfrm rot="8716295">
              <a:off x="188704" y="405501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6"/>
            <p:cNvSpPr/>
            <p:nvPr/>
          </p:nvSpPr>
          <p:spPr>
            <a:xfrm rot="8716295">
              <a:off x="-22408" y="4278013"/>
              <a:ext cx="57413" cy="71926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6"/>
            <p:cNvSpPr/>
            <p:nvPr/>
          </p:nvSpPr>
          <p:spPr>
            <a:xfrm rot="8716295">
              <a:off x="-36969" y="4107248"/>
              <a:ext cx="147272" cy="83734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6"/>
            <p:cNvSpPr/>
            <p:nvPr/>
          </p:nvSpPr>
          <p:spPr>
            <a:xfrm rot="8716295">
              <a:off x="43378" y="3712531"/>
              <a:ext cx="125537" cy="468763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36"/>
            <p:cNvSpPr/>
            <p:nvPr/>
          </p:nvSpPr>
          <p:spPr>
            <a:xfrm rot="8716295">
              <a:off x="87905" y="4337347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36"/>
            <p:cNvSpPr/>
            <p:nvPr/>
          </p:nvSpPr>
          <p:spPr>
            <a:xfrm rot="8716295">
              <a:off x="558851" y="37627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36"/>
            <p:cNvSpPr/>
            <p:nvPr/>
          </p:nvSpPr>
          <p:spPr>
            <a:xfrm rot="8716295">
              <a:off x="694150" y="38069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36"/>
            <p:cNvSpPr/>
            <p:nvPr/>
          </p:nvSpPr>
          <p:spPr>
            <a:xfrm rot="8716295">
              <a:off x="388980" y="38967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36"/>
            <p:cNvSpPr/>
            <p:nvPr/>
          </p:nvSpPr>
          <p:spPr>
            <a:xfrm rot="8716295">
              <a:off x="199936" y="358091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36"/>
            <p:cNvSpPr/>
            <p:nvPr/>
          </p:nvSpPr>
          <p:spPr>
            <a:xfrm rot="8716295">
              <a:off x="525469" y="3958731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36"/>
            <p:cNvSpPr/>
            <p:nvPr/>
          </p:nvSpPr>
          <p:spPr>
            <a:xfrm rot="8716295">
              <a:off x="160022" y="3732305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36"/>
            <p:cNvSpPr/>
            <p:nvPr/>
          </p:nvSpPr>
          <p:spPr>
            <a:xfrm rot="7484129">
              <a:off x="684286" y="424834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36"/>
            <p:cNvSpPr/>
            <p:nvPr/>
          </p:nvSpPr>
          <p:spPr>
            <a:xfrm rot="-8510606">
              <a:off x="842936" y="4197697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36"/>
            <p:cNvSpPr/>
            <p:nvPr/>
          </p:nvSpPr>
          <p:spPr>
            <a:xfrm rot="8716295">
              <a:off x="1123827" y="390757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36"/>
            <p:cNvSpPr/>
            <p:nvPr/>
          </p:nvSpPr>
          <p:spPr>
            <a:xfrm rot="8716295">
              <a:off x="1045418" y="375078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36"/>
            <p:cNvSpPr/>
            <p:nvPr/>
          </p:nvSpPr>
          <p:spPr>
            <a:xfrm rot="8716295">
              <a:off x="677254" y="379652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36"/>
            <p:cNvSpPr/>
            <p:nvPr/>
          </p:nvSpPr>
          <p:spPr>
            <a:xfrm rot="8716295">
              <a:off x="945836" y="355550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36"/>
            <p:cNvSpPr/>
            <p:nvPr/>
          </p:nvSpPr>
          <p:spPr>
            <a:xfrm rot="8716295">
              <a:off x="601570" y="5027951"/>
              <a:ext cx="169680" cy="113030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36"/>
            <p:cNvSpPr/>
            <p:nvPr/>
          </p:nvSpPr>
          <p:spPr>
            <a:xfrm rot="8716295">
              <a:off x="197311" y="4925365"/>
              <a:ext cx="194366" cy="296463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36"/>
            <p:cNvSpPr/>
            <p:nvPr/>
          </p:nvSpPr>
          <p:spPr>
            <a:xfrm rot="8716295">
              <a:off x="81902" y="474796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36"/>
            <p:cNvSpPr/>
            <p:nvPr/>
          </p:nvSpPr>
          <p:spPr>
            <a:xfrm rot="8716295">
              <a:off x="896624" y="476121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36"/>
            <p:cNvSpPr/>
            <p:nvPr/>
          </p:nvSpPr>
          <p:spPr>
            <a:xfrm rot="8716295">
              <a:off x="1032483" y="4799006"/>
              <a:ext cx="389853" cy="38345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36"/>
            <p:cNvSpPr/>
            <p:nvPr/>
          </p:nvSpPr>
          <p:spPr>
            <a:xfrm rot="8716295">
              <a:off x="726753" y="48952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36"/>
            <p:cNvSpPr/>
            <p:nvPr/>
          </p:nvSpPr>
          <p:spPr>
            <a:xfrm rot="8716295">
              <a:off x="537709" y="457939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36"/>
            <p:cNvSpPr/>
            <p:nvPr/>
          </p:nvSpPr>
          <p:spPr>
            <a:xfrm rot="8716295">
              <a:off x="826576" y="4988476"/>
              <a:ext cx="91035" cy="19864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36"/>
            <p:cNvSpPr/>
            <p:nvPr/>
          </p:nvSpPr>
          <p:spPr>
            <a:xfrm rot="8716295">
              <a:off x="497795" y="473078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36"/>
            <p:cNvSpPr/>
            <p:nvPr/>
          </p:nvSpPr>
          <p:spPr>
            <a:xfrm rot="8716295">
              <a:off x="1459248" y="4904357"/>
              <a:ext cx="328004" cy="223069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36"/>
            <p:cNvSpPr/>
            <p:nvPr/>
          </p:nvSpPr>
          <p:spPr>
            <a:xfrm rot="8716295">
              <a:off x="1383191" y="474927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36"/>
            <p:cNvSpPr/>
            <p:nvPr/>
          </p:nvSpPr>
          <p:spPr>
            <a:xfrm rot="8716295">
              <a:off x="1015027" y="479501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36"/>
            <p:cNvSpPr/>
            <p:nvPr/>
          </p:nvSpPr>
          <p:spPr>
            <a:xfrm rot="8716295">
              <a:off x="1283609" y="45539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36"/>
            <p:cNvSpPr/>
            <p:nvPr/>
          </p:nvSpPr>
          <p:spPr>
            <a:xfrm rot="8716295">
              <a:off x="-30381" y="3359388"/>
              <a:ext cx="98497" cy="75863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36"/>
            <p:cNvSpPr/>
            <p:nvPr/>
          </p:nvSpPr>
          <p:spPr>
            <a:xfrm rot="8716295">
              <a:off x="-77334" y="3178477"/>
              <a:ext cx="389652" cy="385611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36"/>
            <p:cNvSpPr/>
            <p:nvPr/>
          </p:nvSpPr>
          <p:spPr>
            <a:xfrm rot="8716295">
              <a:off x="-71352" y="3029015"/>
              <a:ext cx="193594" cy="189959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36"/>
            <p:cNvSpPr/>
            <p:nvPr/>
          </p:nvSpPr>
          <p:spPr>
            <a:xfrm rot="8716295">
              <a:off x="223574" y="276232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36"/>
            <p:cNvSpPr/>
            <p:nvPr/>
          </p:nvSpPr>
          <p:spPr>
            <a:xfrm rot="8716295">
              <a:off x="358873" y="280657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36"/>
            <p:cNvSpPr/>
            <p:nvPr/>
          </p:nvSpPr>
          <p:spPr>
            <a:xfrm rot="8716295">
              <a:off x="53703" y="289633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36"/>
            <p:cNvSpPr/>
            <p:nvPr/>
          </p:nvSpPr>
          <p:spPr>
            <a:xfrm rot="8716295">
              <a:off x="-92201" y="2622488"/>
              <a:ext cx="271732" cy="238722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36"/>
            <p:cNvSpPr/>
            <p:nvPr/>
          </p:nvSpPr>
          <p:spPr>
            <a:xfrm rot="8716295">
              <a:off x="190192" y="29583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36"/>
            <p:cNvSpPr/>
            <p:nvPr/>
          </p:nvSpPr>
          <p:spPr>
            <a:xfrm rot="7484129">
              <a:off x="349009" y="32479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36"/>
            <p:cNvSpPr/>
            <p:nvPr/>
          </p:nvSpPr>
          <p:spPr>
            <a:xfrm rot="-8510606">
              <a:off x="507659" y="3197284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36"/>
            <p:cNvSpPr/>
            <p:nvPr/>
          </p:nvSpPr>
          <p:spPr>
            <a:xfrm rot="8716295">
              <a:off x="788550" y="2907166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36"/>
            <p:cNvSpPr/>
            <p:nvPr/>
          </p:nvSpPr>
          <p:spPr>
            <a:xfrm rot="8716295">
              <a:off x="710141" y="275037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36"/>
            <p:cNvSpPr/>
            <p:nvPr/>
          </p:nvSpPr>
          <p:spPr>
            <a:xfrm rot="8716295">
              <a:off x="341977" y="279611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36"/>
            <p:cNvSpPr/>
            <p:nvPr/>
          </p:nvSpPr>
          <p:spPr>
            <a:xfrm rot="8716295">
              <a:off x="610559" y="255509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36"/>
            <p:cNvSpPr/>
            <p:nvPr/>
          </p:nvSpPr>
          <p:spPr>
            <a:xfrm rot="8716295">
              <a:off x="-24305" y="2374348"/>
              <a:ext cx="58950" cy="66898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36"/>
            <p:cNvSpPr/>
            <p:nvPr/>
          </p:nvSpPr>
          <p:spPr>
            <a:xfrm rot="8716295">
              <a:off x="-39593" y="1952072"/>
              <a:ext cx="198050" cy="140164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36"/>
            <p:cNvSpPr/>
            <p:nvPr/>
          </p:nvSpPr>
          <p:spPr>
            <a:xfrm rot="8716295">
              <a:off x="21100" y="18080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36"/>
            <p:cNvSpPr/>
            <p:nvPr/>
          </p:nvSpPr>
          <p:spPr>
            <a:xfrm rot="8716295">
              <a:off x="-24330" y="2197782"/>
              <a:ext cx="102508" cy="53362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36"/>
            <p:cNvSpPr/>
            <p:nvPr/>
          </p:nvSpPr>
          <p:spPr>
            <a:xfrm rot="7484129">
              <a:off x="11236" y="224945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36"/>
            <p:cNvSpPr/>
            <p:nvPr/>
          </p:nvSpPr>
          <p:spPr>
            <a:xfrm rot="-8510606">
              <a:off x="169886" y="2198801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36"/>
            <p:cNvSpPr/>
            <p:nvPr/>
          </p:nvSpPr>
          <p:spPr>
            <a:xfrm rot="8716295">
              <a:off x="450777" y="1908683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36"/>
            <p:cNvSpPr/>
            <p:nvPr/>
          </p:nvSpPr>
          <p:spPr>
            <a:xfrm rot="8716295">
              <a:off x="372368" y="17518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36"/>
            <p:cNvSpPr/>
            <p:nvPr/>
          </p:nvSpPr>
          <p:spPr>
            <a:xfrm rot="8716295">
              <a:off x="4204" y="17976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36"/>
            <p:cNvSpPr/>
            <p:nvPr/>
          </p:nvSpPr>
          <p:spPr>
            <a:xfrm rot="8716295">
              <a:off x="272786" y="155661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36"/>
            <p:cNvSpPr/>
            <p:nvPr/>
          </p:nvSpPr>
          <p:spPr>
            <a:xfrm rot="8716295">
              <a:off x="-35149" y="938156"/>
              <a:ext cx="158623" cy="159016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36"/>
            <p:cNvSpPr/>
            <p:nvPr/>
          </p:nvSpPr>
          <p:spPr>
            <a:xfrm rot="7484129">
              <a:off x="-32979" y="1345537"/>
              <a:ext cx="65961" cy="45734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36"/>
            <p:cNvSpPr/>
            <p:nvPr/>
          </p:nvSpPr>
          <p:spPr>
            <a:xfrm rot="-8510606">
              <a:off x="-134707" y="1200752"/>
              <a:ext cx="386820" cy="481345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36"/>
            <p:cNvSpPr/>
            <p:nvPr/>
          </p:nvSpPr>
          <p:spPr>
            <a:xfrm rot="8716295">
              <a:off x="119403" y="90662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36"/>
            <p:cNvSpPr/>
            <p:nvPr/>
          </p:nvSpPr>
          <p:spPr>
            <a:xfrm rot="8716295">
              <a:off x="40994" y="74983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36"/>
            <p:cNvSpPr/>
            <p:nvPr/>
          </p:nvSpPr>
          <p:spPr>
            <a:xfrm rot="8716295">
              <a:off x="-44934" y="551941"/>
              <a:ext cx="152592" cy="165412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36"/>
            <p:cNvSpPr/>
            <p:nvPr/>
          </p:nvSpPr>
          <p:spPr>
            <a:xfrm rot="8716295">
              <a:off x="-69806" y="4587027"/>
              <a:ext cx="183810" cy="187594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36"/>
            <p:cNvSpPr/>
            <p:nvPr/>
          </p:nvSpPr>
          <p:spPr>
            <a:xfrm rot="8716295">
              <a:off x="4450621" y="307495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36"/>
            <p:cNvSpPr/>
            <p:nvPr/>
          </p:nvSpPr>
          <p:spPr>
            <a:xfrm rot="8716295">
              <a:off x="4585920" y="311920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36"/>
            <p:cNvSpPr/>
            <p:nvPr/>
          </p:nvSpPr>
          <p:spPr>
            <a:xfrm rot="8716295">
              <a:off x="4518038" y="298862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36"/>
            <p:cNvSpPr/>
            <p:nvPr/>
          </p:nvSpPr>
          <p:spPr>
            <a:xfrm rot="8716295">
              <a:off x="4280750" y="320896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36"/>
            <p:cNvSpPr/>
            <p:nvPr/>
          </p:nvSpPr>
          <p:spPr>
            <a:xfrm rot="8716295">
              <a:off x="4091704" y="289313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36"/>
            <p:cNvSpPr/>
            <p:nvPr/>
          </p:nvSpPr>
          <p:spPr>
            <a:xfrm rot="8716295">
              <a:off x="4073463" y="2683080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36"/>
            <p:cNvSpPr/>
            <p:nvPr/>
          </p:nvSpPr>
          <p:spPr>
            <a:xfrm rot="8716295">
              <a:off x="4417239" y="327094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36"/>
            <p:cNvSpPr/>
            <p:nvPr/>
          </p:nvSpPr>
          <p:spPr>
            <a:xfrm rot="8716295">
              <a:off x="4888185" y="269633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36"/>
            <p:cNvSpPr/>
            <p:nvPr/>
          </p:nvSpPr>
          <p:spPr>
            <a:xfrm rot="8716295">
              <a:off x="5023484" y="274059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36"/>
            <p:cNvSpPr/>
            <p:nvPr/>
          </p:nvSpPr>
          <p:spPr>
            <a:xfrm rot="8716295">
              <a:off x="4718314" y="283034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36"/>
            <p:cNvSpPr/>
            <p:nvPr/>
          </p:nvSpPr>
          <p:spPr>
            <a:xfrm rot="8716295">
              <a:off x="4529270" y="2514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36"/>
            <p:cNvSpPr/>
            <p:nvPr/>
          </p:nvSpPr>
          <p:spPr>
            <a:xfrm rot="8716295">
              <a:off x="4854803" y="2892332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36"/>
            <p:cNvSpPr/>
            <p:nvPr/>
          </p:nvSpPr>
          <p:spPr>
            <a:xfrm rot="8716295">
              <a:off x="4489356" y="2665906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36"/>
            <p:cNvSpPr/>
            <p:nvPr/>
          </p:nvSpPr>
          <p:spPr>
            <a:xfrm rot="7484129">
              <a:off x="5013620" y="318195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36"/>
            <p:cNvSpPr/>
            <p:nvPr/>
          </p:nvSpPr>
          <p:spPr>
            <a:xfrm rot="-8510606">
              <a:off x="5172270" y="313129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36"/>
            <p:cNvSpPr/>
            <p:nvPr/>
          </p:nvSpPr>
          <p:spPr>
            <a:xfrm rot="8716295">
              <a:off x="5453161" y="2841180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36"/>
            <p:cNvSpPr/>
            <p:nvPr/>
          </p:nvSpPr>
          <p:spPr>
            <a:xfrm rot="8716295">
              <a:off x="5374752" y="268438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36"/>
            <p:cNvSpPr/>
            <p:nvPr/>
          </p:nvSpPr>
          <p:spPr>
            <a:xfrm rot="8716295">
              <a:off x="5006588" y="273012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36"/>
            <p:cNvSpPr/>
            <p:nvPr/>
          </p:nvSpPr>
          <p:spPr>
            <a:xfrm rot="8716295">
              <a:off x="5275170" y="248910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36"/>
            <p:cNvSpPr/>
            <p:nvPr/>
          </p:nvSpPr>
          <p:spPr>
            <a:xfrm rot="8716295">
              <a:off x="4788394" y="40734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36"/>
            <p:cNvSpPr/>
            <p:nvPr/>
          </p:nvSpPr>
          <p:spPr>
            <a:xfrm rot="8716295">
              <a:off x="4923693" y="41176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36"/>
            <p:cNvSpPr/>
            <p:nvPr/>
          </p:nvSpPr>
          <p:spPr>
            <a:xfrm rot="8716295">
              <a:off x="4855811" y="398710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36"/>
            <p:cNvSpPr/>
            <p:nvPr/>
          </p:nvSpPr>
          <p:spPr>
            <a:xfrm rot="8716295">
              <a:off x="4618523" y="42074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36"/>
            <p:cNvSpPr/>
            <p:nvPr/>
          </p:nvSpPr>
          <p:spPr>
            <a:xfrm rot="8716295">
              <a:off x="4429477" y="389161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36"/>
            <p:cNvSpPr/>
            <p:nvPr/>
          </p:nvSpPr>
          <p:spPr>
            <a:xfrm rot="8716295">
              <a:off x="4411236" y="3681563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36"/>
            <p:cNvSpPr/>
            <p:nvPr/>
          </p:nvSpPr>
          <p:spPr>
            <a:xfrm rot="8716295">
              <a:off x="4755012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36"/>
            <p:cNvSpPr/>
            <p:nvPr/>
          </p:nvSpPr>
          <p:spPr>
            <a:xfrm rot="8716295">
              <a:off x="5225958" y="369481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36"/>
            <p:cNvSpPr/>
            <p:nvPr/>
          </p:nvSpPr>
          <p:spPr>
            <a:xfrm rot="8716295">
              <a:off x="5364349" y="3753375"/>
              <a:ext cx="325540" cy="385611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36"/>
            <p:cNvSpPr/>
            <p:nvPr/>
          </p:nvSpPr>
          <p:spPr>
            <a:xfrm rot="8716295">
              <a:off x="5056087" y="382883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36"/>
            <p:cNvSpPr/>
            <p:nvPr/>
          </p:nvSpPr>
          <p:spPr>
            <a:xfrm rot="8716295">
              <a:off x="4867043" y="3512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36"/>
            <p:cNvSpPr/>
            <p:nvPr/>
          </p:nvSpPr>
          <p:spPr>
            <a:xfrm rot="8716295">
              <a:off x="5192576" y="3890815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36"/>
            <p:cNvSpPr/>
            <p:nvPr/>
          </p:nvSpPr>
          <p:spPr>
            <a:xfrm rot="8716295">
              <a:off x="4827129" y="3664389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36"/>
            <p:cNvSpPr/>
            <p:nvPr/>
          </p:nvSpPr>
          <p:spPr>
            <a:xfrm rot="7484129">
              <a:off x="5351393" y="418043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36"/>
            <p:cNvSpPr/>
            <p:nvPr/>
          </p:nvSpPr>
          <p:spPr>
            <a:xfrm rot="-8510606">
              <a:off x="5497067" y="4157639"/>
              <a:ext cx="336155" cy="433969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36"/>
            <p:cNvSpPr/>
            <p:nvPr/>
          </p:nvSpPr>
          <p:spPr>
            <a:xfrm rot="8716295">
              <a:off x="5689139" y="3701707"/>
              <a:ext cx="105382" cy="119090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36"/>
            <p:cNvSpPr/>
            <p:nvPr/>
          </p:nvSpPr>
          <p:spPr>
            <a:xfrm rot="8716295">
              <a:off x="5344361" y="372861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36"/>
            <p:cNvSpPr/>
            <p:nvPr/>
          </p:nvSpPr>
          <p:spPr>
            <a:xfrm rot="8716295">
              <a:off x="5599943" y="3480521"/>
              <a:ext cx="177855" cy="178203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36"/>
            <p:cNvSpPr/>
            <p:nvPr/>
          </p:nvSpPr>
          <p:spPr>
            <a:xfrm rot="8716295">
              <a:off x="5090746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36"/>
            <p:cNvSpPr/>
            <p:nvPr/>
          </p:nvSpPr>
          <p:spPr>
            <a:xfrm rot="8716295">
              <a:off x="5405706" y="5085046"/>
              <a:ext cx="60406" cy="83058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36"/>
            <p:cNvSpPr/>
            <p:nvPr/>
          </p:nvSpPr>
          <p:spPr>
            <a:xfrm rot="8716295">
              <a:off x="5207014" y="4975218"/>
              <a:ext cx="245211" cy="161994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36"/>
            <p:cNvSpPr/>
            <p:nvPr/>
          </p:nvSpPr>
          <p:spPr>
            <a:xfrm rot="8716295">
              <a:off x="4807372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36"/>
            <p:cNvSpPr/>
            <p:nvPr/>
          </p:nvSpPr>
          <p:spPr>
            <a:xfrm rot="8716295">
              <a:off x="4742203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36"/>
            <p:cNvSpPr/>
            <p:nvPr/>
          </p:nvSpPr>
          <p:spPr>
            <a:xfrm rot="8716295">
              <a:off x="5548192" y="4732447"/>
              <a:ext cx="92415" cy="287093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36"/>
            <p:cNvSpPr/>
            <p:nvPr/>
          </p:nvSpPr>
          <p:spPr>
            <a:xfrm rot="8716295">
              <a:off x="5387054" y="482534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36"/>
            <p:cNvSpPr/>
            <p:nvPr/>
          </p:nvSpPr>
          <p:spPr>
            <a:xfrm rot="8716295">
              <a:off x="5198009" y="450950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 rot="8716295">
              <a:off x="5503997" y="4913234"/>
              <a:ext cx="91035" cy="258752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36"/>
            <p:cNvSpPr/>
            <p:nvPr/>
          </p:nvSpPr>
          <p:spPr>
            <a:xfrm rot="8716295">
              <a:off x="5158096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36"/>
            <p:cNvSpPr/>
            <p:nvPr/>
          </p:nvSpPr>
          <p:spPr>
            <a:xfrm rot="8716295">
              <a:off x="4115344" y="207453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36"/>
            <p:cNvSpPr/>
            <p:nvPr/>
          </p:nvSpPr>
          <p:spPr>
            <a:xfrm rot="8716295">
              <a:off x="4250643" y="21187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36"/>
            <p:cNvSpPr/>
            <p:nvPr/>
          </p:nvSpPr>
          <p:spPr>
            <a:xfrm rot="8716295">
              <a:off x="4182761" y="198820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36"/>
            <p:cNvSpPr/>
            <p:nvPr/>
          </p:nvSpPr>
          <p:spPr>
            <a:xfrm rot="8716295">
              <a:off x="3945473" y="220855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36"/>
            <p:cNvSpPr/>
            <p:nvPr/>
          </p:nvSpPr>
          <p:spPr>
            <a:xfrm rot="8716295">
              <a:off x="3756427" y="189271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36"/>
            <p:cNvSpPr/>
            <p:nvPr/>
          </p:nvSpPr>
          <p:spPr>
            <a:xfrm rot="8716295">
              <a:off x="3738186" y="1682667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 rot="8716295">
              <a:off x="4081962" y="2270535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36"/>
            <p:cNvSpPr/>
            <p:nvPr/>
          </p:nvSpPr>
          <p:spPr>
            <a:xfrm rot="8716295">
              <a:off x="4552908" y="169592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36"/>
            <p:cNvSpPr/>
            <p:nvPr/>
          </p:nvSpPr>
          <p:spPr>
            <a:xfrm rot="8716295">
              <a:off x="4688207" y="174018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36"/>
            <p:cNvSpPr/>
            <p:nvPr/>
          </p:nvSpPr>
          <p:spPr>
            <a:xfrm rot="8716295">
              <a:off x="4383037" y="182993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36"/>
            <p:cNvSpPr/>
            <p:nvPr/>
          </p:nvSpPr>
          <p:spPr>
            <a:xfrm rot="8716295">
              <a:off x="4193993" y="151410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 rot="8716295">
              <a:off x="4519525" y="1891919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 rot="8716295">
              <a:off x="4154079" y="1665493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 rot="7484129">
              <a:off x="4678343" y="218153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 rot="-8510606">
              <a:off x="4836993" y="2130885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 rot="8716295">
              <a:off x="5117884" y="1840767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6"/>
            <p:cNvSpPr/>
            <p:nvPr/>
          </p:nvSpPr>
          <p:spPr>
            <a:xfrm rot="8716295">
              <a:off x="5039475" y="168397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36"/>
            <p:cNvSpPr/>
            <p:nvPr/>
          </p:nvSpPr>
          <p:spPr>
            <a:xfrm rot="8716295">
              <a:off x="4671311" y="17297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36"/>
            <p:cNvSpPr/>
            <p:nvPr/>
          </p:nvSpPr>
          <p:spPr>
            <a:xfrm rot="8716295">
              <a:off x="4939893" y="148869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36"/>
            <p:cNvSpPr/>
            <p:nvPr/>
          </p:nvSpPr>
          <p:spPr>
            <a:xfrm rot="8716295">
              <a:off x="3777571" y="107605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36"/>
            <p:cNvSpPr/>
            <p:nvPr/>
          </p:nvSpPr>
          <p:spPr>
            <a:xfrm rot="8716295">
              <a:off x="3912870" y="112031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36"/>
            <p:cNvSpPr/>
            <p:nvPr/>
          </p:nvSpPr>
          <p:spPr>
            <a:xfrm rot="8716295">
              <a:off x="3844988" y="98972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36"/>
            <p:cNvSpPr/>
            <p:nvPr/>
          </p:nvSpPr>
          <p:spPr>
            <a:xfrm rot="8716295">
              <a:off x="3607700" y="121006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36"/>
            <p:cNvSpPr/>
            <p:nvPr/>
          </p:nvSpPr>
          <p:spPr>
            <a:xfrm rot="8716295">
              <a:off x="3418654" y="89423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36"/>
            <p:cNvSpPr/>
            <p:nvPr/>
          </p:nvSpPr>
          <p:spPr>
            <a:xfrm rot="8716295">
              <a:off x="3400413" y="68418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36"/>
            <p:cNvSpPr/>
            <p:nvPr/>
          </p:nvSpPr>
          <p:spPr>
            <a:xfrm rot="8716295">
              <a:off x="3744189" y="1272052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36"/>
            <p:cNvSpPr/>
            <p:nvPr/>
          </p:nvSpPr>
          <p:spPr>
            <a:xfrm rot="8716295">
              <a:off x="4215135" y="69743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36"/>
            <p:cNvSpPr/>
            <p:nvPr/>
          </p:nvSpPr>
          <p:spPr>
            <a:xfrm rot="8716295">
              <a:off x="4350434" y="74169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36"/>
            <p:cNvSpPr/>
            <p:nvPr/>
          </p:nvSpPr>
          <p:spPr>
            <a:xfrm rot="8716295">
              <a:off x="4045264" y="83145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36"/>
            <p:cNvSpPr/>
            <p:nvPr/>
          </p:nvSpPr>
          <p:spPr>
            <a:xfrm rot="8716295">
              <a:off x="3856220" y="5156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36"/>
            <p:cNvSpPr/>
            <p:nvPr/>
          </p:nvSpPr>
          <p:spPr>
            <a:xfrm rot="8716295">
              <a:off x="4181753" y="89343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36"/>
            <p:cNvSpPr/>
            <p:nvPr/>
          </p:nvSpPr>
          <p:spPr>
            <a:xfrm rot="8716295">
              <a:off x="3816306" y="66701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36"/>
            <p:cNvSpPr/>
            <p:nvPr/>
          </p:nvSpPr>
          <p:spPr>
            <a:xfrm rot="7484129">
              <a:off x="4340570" y="118305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36"/>
            <p:cNvSpPr/>
            <p:nvPr/>
          </p:nvSpPr>
          <p:spPr>
            <a:xfrm rot="-8510606">
              <a:off x="4499220" y="1132402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36"/>
            <p:cNvSpPr/>
            <p:nvPr/>
          </p:nvSpPr>
          <p:spPr>
            <a:xfrm rot="8716295">
              <a:off x="4780111" y="84228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36"/>
            <p:cNvSpPr/>
            <p:nvPr/>
          </p:nvSpPr>
          <p:spPr>
            <a:xfrm rot="8716295">
              <a:off x="4701702" y="68549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36"/>
            <p:cNvSpPr/>
            <p:nvPr/>
          </p:nvSpPr>
          <p:spPr>
            <a:xfrm rot="8716295">
              <a:off x="4333538" y="7312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36"/>
            <p:cNvSpPr/>
            <p:nvPr/>
          </p:nvSpPr>
          <p:spPr>
            <a:xfrm rot="8716295">
              <a:off x="4602120" y="49021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36"/>
            <p:cNvSpPr/>
            <p:nvPr/>
          </p:nvSpPr>
          <p:spPr>
            <a:xfrm rot="8716295">
              <a:off x="3446198" y="7400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36"/>
            <p:cNvSpPr/>
            <p:nvPr/>
          </p:nvSpPr>
          <p:spPr>
            <a:xfrm rot="8716295">
              <a:off x="3581496" y="11826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36"/>
            <p:cNvSpPr/>
            <p:nvPr/>
          </p:nvSpPr>
          <p:spPr>
            <a:xfrm rot="8716295">
              <a:off x="3522597" y="36248"/>
              <a:ext cx="234675" cy="172489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36"/>
            <p:cNvSpPr/>
            <p:nvPr/>
          </p:nvSpPr>
          <p:spPr>
            <a:xfrm rot="8716295">
              <a:off x="3276327" y="2080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36"/>
            <p:cNvSpPr/>
            <p:nvPr/>
          </p:nvSpPr>
          <p:spPr>
            <a:xfrm rot="8716295">
              <a:off x="3107933" y="-20072"/>
              <a:ext cx="308531" cy="199994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36"/>
            <p:cNvSpPr/>
            <p:nvPr/>
          </p:nvSpPr>
          <p:spPr>
            <a:xfrm rot="8716295">
              <a:off x="3475628" y="-31540"/>
              <a:ext cx="98161" cy="118527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36"/>
            <p:cNvSpPr/>
            <p:nvPr/>
          </p:nvSpPr>
          <p:spPr>
            <a:xfrm rot="8716295">
              <a:off x="3412815" y="26999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36"/>
            <p:cNvSpPr/>
            <p:nvPr/>
          </p:nvSpPr>
          <p:spPr>
            <a:xfrm rot="8716295">
              <a:off x="3966406" y="-35912"/>
              <a:ext cx="123741" cy="85774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36"/>
            <p:cNvSpPr/>
            <p:nvPr/>
          </p:nvSpPr>
          <p:spPr>
            <a:xfrm rot="8716295">
              <a:off x="4089146" y="-31808"/>
              <a:ext cx="332088" cy="148365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36"/>
            <p:cNvSpPr/>
            <p:nvPr/>
          </p:nvSpPr>
          <p:spPr>
            <a:xfrm rot="8716295">
              <a:off x="3850379" y="-1086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36"/>
            <p:cNvSpPr/>
            <p:nvPr/>
          </p:nvSpPr>
          <p:spPr>
            <a:xfrm rot="7484129">
              <a:off x="4009196" y="18100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36"/>
            <p:cNvSpPr/>
            <p:nvPr/>
          </p:nvSpPr>
          <p:spPr>
            <a:xfrm rot="-8510606">
              <a:off x="4167846" y="13034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36"/>
            <p:cNvSpPr/>
            <p:nvPr/>
          </p:nvSpPr>
          <p:spPr>
            <a:xfrm rot="8716295">
              <a:off x="4488057" y="-10608"/>
              <a:ext cx="169580" cy="136116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36"/>
            <p:cNvSpPr/>
            <p:nvPr/>
          </p:nvSpPr>
          <p:spPr>
            <a:xfrm rot="8716295">
              <a:off x="3111565" y="373623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36"/>
            <p:cNvSpPr/>
            <p:nvPr/>
          </p:nvSpPr>
          <p:spPr>
            <a:xfrm rot="8716295">
              <a:off x="3246864" y="378049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36"/>
            <p:cNvSpPr/>
            <p:nvPr/>
          </p:nvSpPr>
          <p:spPr>
            <a:xfrm rot="8716295">
              <a:off x="3178981" y="364990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36"/>
            <p:cNvSpPr/>
            <p:nvPr/>
          </p:nvSpPr>
          <p:spPr>
            <a:xfrm rot="8716295">
              <a:off x="2941694" y="387024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36"/>
            <p:cNvSpPr/>
            <p:nvPr/>
          </p:nvSpPr>
          <p:spPr>
            <a:xfrm rot="8716295">
              <a:off x="2752648" y="355441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36"/>
            <p:cNvSpPr/>
            <p:nvPr/>
          </p:nvSpPr>
          <p:spPr>
            <a:xfrm rot="8716295">
              <a:off x="2734407" y="334436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36"/>
            <p:cNvSpPr/>
            <p:nvPr/>
          </p:nvSpPr>
          <p:spPr>
            <a:xfrm rot="8716295">
              <a:off x="3078183" y="393222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36"/>
            <p:cNvSpPr/>
            <p:nvPr/>
          </p:nvSpPr>
          <p:spPr>
            <a:xfrm rot="8716295">
              <a:off x="3549129" y="335761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6"/>
            <p:cNvSpPr/>
            <p:nvPr/>
          </p:nvSpPr>
          <p:spPr>
            <a:xfrm rot="8716295">
              <a:off x="3684428" y="340187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36"/>
            <p:cNvSpPr/>
            <p:nvPr/>
          </p:nvSpPr>
          <p:spPr>
            <a:xfrm rot="8716295">
              <a:off x="3379258" y="34916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36"/>
            <p:cNvSpPr/>
            <p:nvPr/>
          </p:nvSpPr>
          <p:spPr>
            <a:xfrm rot="8716295">
              <a:off x="3190213" y="317579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36"/>
            <p:cNvSpPr/>
            <p:nvPr/>
          </p:nvSpPr>
          <p:spPr>
            <a:xfrm rot="8716295">
              <a:off x="3515746" y="355361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36"/>
            <p:cNvSpPr/>
            <p:nvPr/>
          </p:nvSpPr>
          <p:spPr>
            <a:xfrm rot="8716295">
              <a:off x="3150300" y="332718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36"/>
            <p:cNvSpPr/>
            <p:nvPr/>
          </p:nvSpPr>
          <p:spPr>
            <a:xfrm rot="7484129">
              <a:off x="3674564" y="38432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36"/>
            <p:cNvSpPr/>
            <p:nvPr/>
          </p:nvSpPr>
          <p:spPr>
            <a:xfrm rot="-8510606">
              <a:off x="3833214" y="379257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36"/>
            <p:cNvSpPr/>
            <p:nvPr/>
          </p:nvSpPr>
          <p:spPr>
            <a:xfrm rot="8716295">
              <a:off x="4114105" y="350246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36"/>
            <p:cNvSpPr/>
            <p:nvPr/>
          </p:nvSpPr>
          <p:spPr>
            <a:xfrm rot="8716295">
              <a:off x="4035696" y="334566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36"/>
            <p:cNvSpPr/>
            <p:nvPr/>
          </p:nvSpPr>
          <p:spPr>
            <a:xfrm rot="8716295">
              <a:off x="3667532" y="339140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36"/>
            <p:cNvSpPr/>
            <p:nvPr/>
          </p:nvSpPr>
          <p:spPr>
            <a:xfrm rot="8716295">
              <a:off x="3936113" y="315039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36"/>
            <p:cNvSpPr/>
            <p:nvPr/>
          </p:nvSpPr>
          <p:spPr>
            <a:xfrm rot="8716295">
              <a:off x="3449338" y="473471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36"/>
            <p:cNvSpPr/>
            <p:nvPr/>
          </p:nvSpPr>
          <p:spPr>
            <a:xfrm rot="8716295">
              <a:off x="3580975" y="4773824"/>
              <a:ext cx="394489" cy="38345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36"/>
            <p:cNvSpPr/>
            <p:nvPr/>
          </p:nvSpPr>
          <p:spPr>
            <a:xfrm rot="8716295">
              <a:off x="3516754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36"/>
            <p:cNvSpPr/>
            <p:nvPr/>
          </p:nvSpPr>
          <p:spPr>
            <a:xfrm rot="8716295">
              <a:off x="3279467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36"/>
            <p:cNvSpPr/>
            <p:nvPr/>
          </p:nvSpPr>
          <p:spPr>
            <a:xfrm rot="8716295">
              <a:off x="3090421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36"/>
            <p:cNvSpPr/>
            <p:nvPr/>
          </p:nvSpPr>
          <p:spPr>
            <a:xfrm rot="8716295">
              <a:off x="3072180" y="434284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36"/>
            <p:cNvSpPr/>
            <p:nvPr/>
          </p:nvSpPr>
          <p:spPr>
            <a:xfrm rot="8716295">
              <a:off x="3388475" y="4959102"/>
              <a:ext cx="91035" cy="230894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36"/>
            <p:cNvSpPr/>
            <p:nvPr/>
          </p:nvSpPr>
          <p:spPr>
            <a:xfrm rot="8716295">
              <a:off x="3886902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36"/>
            <p:cNvSpPr/>
            <p:nvPr/>
          </p:nvSpPr>
          <p:spPr>
            <a:xfrm rot="8716295">
              <a:off x="4022201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36"/>
            <p:cNvSpPr/>
            <p:nvPr/>
          </p:nvSpPr>
          <p:spPr>
            <a:xfrm rot="8716295">
              <a:off x="3717031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36"/>
            <p:cNvSpPr/>
            <p:nvPr/>
          </p:nvSpPr>
          <p:spPr>
            <a:xfrm rot="8716295">
              <a:off x="3527986" y="417427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36"/>
            <p:cNvSpPr/>
            <p:nvPr/>
          </p:nvSpPr>
          <p:spPr>
            <a:xfrm rot="8716295">
              <a:off x="3853519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36"/>
            <p:cNvSpPr/>
            <p:nvPr/>
          </p:nvSpPr>
          <p:spPr>
            <a:xfrm rot="8716295">
              <a:off x="3488073" y="432567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36"/>
            <p:cNvSpPr/>
            <p:nvPr/>
          </p:nvSpPr>
          <p:spPr>
            <a:xfrm rot="7484129">
              <a:off x="4016569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36"/>
            <p:cNvSpPr/>
            <p:nvPr/>
          </p:nvSpPr>
          <p:spPr>
            <a:xfrm rot="-8510606">
              <a:off x="4226447" y="4804985"/>
              <a:ext cx="412568" cy="31406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36"/>
            <p:cNvSpPr/>
            <p:nvPr/>
          </p:nvSpPr>
          <p:spPr>
            <a:xfrm rot="8716295">
              <a:off x="4451878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36"/>
            <p:cNvSpPr/>
            <p:nvPr/>
          </p:nvSpPr>
          <p:spPr>
            <a:xfrm rot="8716295">
              <a:off x="4373469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36"/>
            <p:cNvSpPr/>
            <p:nvPr/>
          </p:nvSpPr>
          <p:spPr>
            <a:xfrm rot="8716295">
              <a:off x="4005305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36"/>
            <p:cNvSpPr/>
            <p:nvPr/>
          </p:nvSpPr>
          <p:spPr>
            <a:xfrm rot="8716295">
              <a:off x="4273886" y="414887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36"/>
            <p:cNvSpPr/>
            <p:nvPr/>
          </p:nvSpPr>
          <p:spPr>
            <a:xfrm rot="8716295">
              <a:off x="2776288" y="27358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36"/>
            <p:cNvSpPr/>
            <p:nvPr/>
          </p:nvSpPr>
          <p:spPr>
            <a:xfrm rot="8716295">
              <a:off x="2911587" y="278007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36"/>
            <p:cNvSpPr/>
            <p:nvPr/>
          </p:nvSpPr>
          <p:spPr>
            <a:xfrm rot="8716295">
              <a:off x="2843704" y="264948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36"/>
            <p:cNvSpPr/>
            <p:nvPr/>
          </p:nvSpPr>
          <p:spPr>
            <a:xfrm rot="8716295">
              <a:off x="2606417" y="28698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36"/>
            <p:cNvSpPr/>
            <p:nvPr/>
          </p:nvSpPr>
          <p:spPr>
            <a:xfrm rot="8716295">
              <a:off x="2417371" y="2553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36"/>
            <p:cNvSpPr/>
            <p:nvPr/>
          </p:nvSpPr>
          <p:spPr>
            <a:xfrm rot="8716295">
              <a:off x="2399130" y="234394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36"/>
            <p:cNvSpPr/>
            <p:nvPr/>
          </p:nvSpPr>
          <p:spPr>
            <a:xfrm rot="8716295">
              <a:off x="2742905" y="29318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36"/>
            <p:cNvSpPr/>
            <p:nvPr/>
          </p:nvSpPr>
          <p:spPr>
            <a:xfrm rot="8716295">
              <a:off x="3213852" y="235720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36"/>
            <p:cNvSpPr/>
            <p:nvPr/>
          </p:nvSpPr>
          <p:spPr>
            <a:xfrm rot="8716295">
              <a:off x="3349151" y="240146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36"/>
            <p:cNvSpPr/>
            <p:nvPr/>
          </p:nvSpPr>
          <p:spPr>
            <a:xfrm rot="8716295">
              <a:off x="3043981" y="249121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36"/>
            <p:cNvSpPr/>
            <p:nvPr/>
          </p:nvSpPr>
          <p:spPr>
            <a:xfrm rot="8716295">
              <a:off x="2854936" y="217538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6"/>
            <p:cNvSpPr/>
            <p:nvPr/>
          </p:nvSpPr>
          <p:spPr>
            <a:xfrm rot="8716295">
              <a:off x="3180469" y="25532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6"/>
            <p:cNvSpPr/>
            <p:nvPr/>
          </p:nvSpPr>
          <p:spPr>
            <a:xfrm rot="8716295">
              <a:off x="2815023" y="23267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6"/>
            <p:cNvSpPr/>
            <p:nvPr/>
          </p:nvSpPr>
          <p:spPr>
            <a:xfrm rot="7484129">
              <a:off x="3339287" y="28428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6"/>
            <p:cNvSpPr/>
            <p:nvPr/>
          </p:nvSpPr>
          <p:spPr>
            <a:xfrm rot="-8510606">
              <a:off x="3497937" y="27921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6"/>
            <p:cNvSpPr/>
            <p:nvPr/>
          </p:nvSpPr>
          <p:spPr>
            <a:xfrm rot="8716295">
              <a:off x="3778828" y="250204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6"/>
            <p:cNvSpPr/>
            <p:nvPr/>
          </p:nvSpPr>
          <p:spPr>
            <a:xfrm rot="8716295">
              <a:off x="3700418" y="23452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6"/>
            <p:cNvSpPr/>
            <p:nvPr/>
          </p:nvSpPr>
          <p:spPr>
            <a:xfrm rot="8716295">
              <a:off x="3332255" y="23909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6"/>
            <p:cNvSpPr/>
            <p:nvPr/>
          </p:nvSpPr>
          <p:spPr>
            <a:xfrm rot="8716295">
              <a:off x="3600836" y="214997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6"/>
            <p:cNvSpPr/>
            <p:nvPr/>
          </p:nvSpPr>
          <p:spPr>
            <a:xfrm rot="8716295">
              <a:off x="2438515" y="17373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6"/>
            <p:cNvSpPr/>
            <p:nvPr/>
          </p:nvSpPr>
          <p:spPr>
            <a:xfrm rot="8716295">
              <a:off x="2573814" y="17815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6"/>
            <p:cNvSpPr/>
            <p:nvPr/>
          </p:nvSpPr>
          <p:spPr>
            <a:xfrm rot="8716295">
              <a:off x="2505931" y="165100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6"/>
            <p:cNvSpPr/>
            <p:nvPr/>
          </p:nvSpPr>
          <p:spPr>
            <a:xfrm rot="8716295">
              <a:off x="2268644" y="18713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6"/>
            <p:cNvSpPr/>
            <p:nvPr/>
          </p:nvSpPr>
          <p:spPr>
            <a:xfrm rot="8716295">
              <a:off x="2079598" y="1555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6"/>
            <p:cNvSpPr/>
            <p:nvPr/>
          </p:nvSpPr>
          <p:spPr>
            <a:xfrm rot="8716295">
              <a:off x="2061357" y="134546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6"/>
            <p:cNvSpPr/>
            <p:nvPr/>
          </p:nvSpPr>
          <p:spPr>
            <a:xfrm rot="8716295">
              <a:off x="2405132" y="193333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6"/>
            <p:cNvSpPr/>
            <p:nvPr/>
          </p:nvSpPr>
          <p:spPr>
            <a:xfrm rot="8716295">
              <a:off x="2876079" y="13587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6"/>
            <p:cNvSpPr/>
            <p:nvPr/>
          </p:nvSpPr>
          <p:spPr>
            <a:xfrm rot="8716295">
              <a:off x="3011378" y="14029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6"/>
            <p:cNvSpPr/>
            <p:nvPr/>
          </p:nvSpPr>
          <p:spPr>
            <a:xfrm rot="8716295">
              <a:off x="2706208" y="14927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6"/>
            <p:cNvSpPr/>
            <p:nvPr/>
          </p:nvSpPr>
          <p:spPr>
            <a:xfrm rot="8716295">
              <a:off x="2517163" y="11768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6"/>
            <p:cNvSpPr/>
            <p:nvPr/>
          </p:nvSpPr>
          <p:spPr>
            <a:xfrm rot="8716295">
              <a:off x="2842696" y="155471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6"/>
            <p:cNvSpPr/>
            <p:nvPr/>
          </p:nvSpPr>
          <p:spPr>
            <a:xfrm rot="8716295">
              <a:off x="2477250" y="132829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6"/>
            <p:cNvSpPr/>
            <p:nvPr/>
          </p:nvSpPr>
          <p:spPr>
            <a:xfrm rot="7484129">
              <a:off x="3001514" y="18443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6"/>
            <p:cNvSpPr/>
            <p:nvPr/>
          </p:nvSpPr>
          <p:spPr>
            <a:xfrm rot="-8510606">
              <a:off x="3160164" y="179368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6"/>
            <p:cNvSpPr/>
            <p:nvPr/>
          </p:nvSpPr>
          <p:spPr>
            <a:xfrm rot="8716295">
              <a:off x="3441055" y="150356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6"/>
            <p:cNvSpPr/>
            <p:nvPr/>
          </p:nvSpPr>
          <p:spPr>
            <a:xfrm rot="8716295">
              <a:off x="3362645" y="134677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6"/>
            <p:cNvSpPr/>
            <p:nvPr/>
          </p:nvSpPr>
          <p:spPr>
            <a:xfrm rot="8716295">
              <a:off x="2994482" y="13925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6"/>
            <p:cNvSpPr/>
            <p:nvPr/>
          </p:nvSpPr>
          <p:spPr>
            <a:xfrm rot="8716295">
              <a:off x="3263063" y="115149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6"/>
            <p:cNvSpPr/>
            <p:nvPr/>
          </p:nvSpPr>
          <p:spPr>
            <a:xfrm rot="8716295">
              <a:off x="2107141" y="73528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6"/>
            <p:cNvSpPr/>
            <p:nvPr/>
          </p:nvSpPr>
          <p:spPr>
            <a:xfrm rot="8716295">
              <a:off x="2242440" y="77954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6"/>
            <p:cNvSpPr/>
            <p:nvPr/>
          </p:nvSpPr>
          <p:spPr>
            <a:xfrm rot="8716295">
              <a:off x="2174558" y="64895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36"/>
            <p:cNvSpPr/>
            <p:nvPr/>
          </p:nvSpPr>
          <p:spPr>
            <a:xfrm rot="8716295">
              <a:off x="1937270" y="8692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36"/>
            <p:cNvSpPr/>
            <p:nvPr/>
          </p:nvSpPr>
          <p:spPr>
            <a:xfrm rot="8716295">
              <a:off x="1748224" y="55346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36"/>
            <p:cNvSpPr/>
            <p:nvPr/>
          </p:nvSpPr>
          <p:spPr>
            <a:xfrm rot="8716295">
              <a:off x="1729983" y="34341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36"/>
            <p:cNvSpPr/>
            <p:nvPr/>
          </p:nvSpPr>
          <p:spPr>
            <a:xfrm rot="8716295">
              <a:off x="2073759" y="93127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36"/>
            <p:cNvSpPr/>
            <p:nvPr/>
          </p:nvSpPr>
          <p:spPr>
            <a:xfrm rot="8716295">
              <a:off x="2544705" y="35666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36"/>
            <p:cNvSpPr/>
            <p:nvPr/>
          </p:nvSpPr>
          <p:spPr>
            <a:xfrm rot="8716295">
              <a:off x="2680004" y="40092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36"/>
            <p:cNvSpPr/>
            <p:nvPr/>
          </p:nvSpPr>
          <p:spPr>
            <a:xfrm rot="8716295">
              <a:off x="2374834" y="49068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36"/>
            <p:cNvSpPr/>
            <p:nvPr/>
          </p:nvSpPr>
          <p:spPr>
            <a:xfrm rot="8716295">
              <a:off x="2185790" y="17484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6"/>
            <p:cNvSpPr/>
            <p:nvPr/>
          </p:nvSpPr>
          <p:spPr>
            <a:xfrm rot="8716295">
              <a:off x="2511323" y="55266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6"/>
            <p:cNvSpPr/>
            <p:nvPr/>
          </p:nvSpPr>
          <p:spPr>
            <a:xfrm rot="8716295">
              <a:off x="2145876" y="32623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6"/>
            <p:cNvSpPr/>
            <p:nvPr/>
          </p:nvSpPr>
          <p:spPr>
            <a:xfrm rot="7484129">
              <a:off x="2670140" y="84228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6"/>
            <p:cNvSpPr/>
            <p:nvPr/>
          </p:nvSpPr>
          <p:spPr>
            <a:xfrm rot="-8510606">
              <a:off x="2828790" y="79162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6"/>
            <p:cNvSpPr/>
            <p:nvPr/>
          </p:nvSpPr>
          <p:spPr>
            <a:xfrm rot="8716295">
              <a:off x="3109681" y="50151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6"/>
            <p:cNvSpPr/>
            <p:nvPr/>
          </p:nvSpPr>
          <p:spPr>
            <a:xfrm rot="8716295">
              <a:off x="3031272" y="34471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6"/>
            <p:cNvSpPr/>
            <p:nvPr/>
          </p:nvSpPr>
          <p:spPr>
            <a:xfrm rot="8716295">
              <a:off x="2663108" y="39046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36"/>
            <p:cNvSpPr/>
            <p:nvPr/>
          </p:nvSpPr>
          <p:spPr>
            <a:xfrm rot="8716295">
              <a:off x="2931690" y="14944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6"/>
            <p:cNvSpPr/>
            <p:nvPr/>
          </p:nvSpPr>
          <p:spPr>
            <a:xfrm rot="8716295">
              <a:off x="1834766" y="-57684"/>
              <a:ext cx="186564" cy="129320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6"/>
            <p:cNvSpPr/>
            <p:nvPr/>
          </p:nvSpPr>
          <p:spPr>
            <a:xfrm rot="8716295">
              <a:off x="1969949" y="-13794"/>
              <a:ext cx="394488" cy="14836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6"/>
            <p:cNvSpPr/>
            <p:nvPr/>
          </p:nvSpPr>
          <p:spPr>
            <a:xfrm rot="8716295">
              <a:off x="1736738" y="-7282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6"/>
            <p:cNvSpPr/>
            <p:nvPr/>
          </p:nvSpPr>
          <p:spPr>
            <a:xfrm rot="7484129">
              <a:off x="2399917" y="-21262"/>
              <a:ext cx="233243" cy="158079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6"/>
            <p:cNvSpPr/>
            <p:nvPr/>
          </p:nvSpPr>
          <p:spPr>
            <a:xfrm rot="-8510606">
              <a:off x="2721869" y="-65503"/>
              <a:ext cx="128296" cy="425348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6"/>
            <p:cNvSpPr/>
            <p:nvPr/>
          </p:nvSpPr>
          <p:spPr>
            <a:xfrm rot="8716295">
              <a:off x="5604774" y="3024342"/>
              <a:ext cx="274455" cy="13216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6"/>
            <p:cNvSpPr/>
            <p:nvPr/>
          </p:nvSpPr>
          <p:spPr>
            <a:xfrm rot="8716295">
              <a:off x="5742786" y="2375436"/>
              <a:ext cx="92417" cy="296278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6"/>
            <p:cNvSpPr/>
            <p:nvPr/>
          </p:nvSpPr>
          <p:spPr>
            <a:xfrm rot="8716295">
              <a:off x="5579033" y="24691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6"/>
            <p:cNvSpPr/>
            <p:nvPr/>
          </p:nvSpPr>
          <p:spPr>
            <a:xfrm rot="8716295">
              <a:off x="5389987" y="21533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6"/>
            <p:cNvSpPr/>
            <p:nvPr/>
          </p:nvSpPr>
          <p:spPr>
            <a:xfrm rot="8716295">
              <a:off x="5371746" y="194326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6"/>
            <p:cNvSpPr/>
            <p:nvPr/>
          </p:nvSpPr>
          <p:spPr>
            <a:xfrm rot="8716295">
              <a:off x="5716764" y="2550542"/>
              <a:ext cx="91035" cy="331729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6"/>
            <p:cNvSpPr/>
            <p:nvPr/>
          </p:nvSpPr>
          <p:spPr>
            <a:xfrm rot="8716295">
              <a:off x="5787639" y="192609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6"/>
            <p:cNvSpPr/>
            <p:nvPr/>
          </p:nvSpPr>
          <p:spPr>
            <a:xfrm rot="8716295">
              <a:off x="5411131" y="13366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6"/>
            <p:cNvSpPr/>
            <p:nvPr/>
          </p:nvSpPr>
          <p:spPr>
            <a:xfrm rot="8716295">
              <a:off x="5547629" y="1389153"/>
              <a:ext cx="346795" cy="385612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6"/>
            <p:cNvSpPr/>
            <p:nvPr/>
          </p:nvSpPr>
          <p:spPr>
            <a:xfrm rot="8716295">
              <a:off x="5478548" y="12503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6"/>
            <p:cNvSpPr/>
            <p:nvPr/>
          </p:nvSpPr>
          <p:spPr>
            <a:xfrm rot="8716295">
              <a:off x="5241260" y="14706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6"/>
            <p:cNvSpPr/>
            <p:nvPr/>
          </p:nvSpPr>
          <p:spPr>
            <a:xfrm rot="8716295">
              <a:off x="5052214" y="11548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6"/>
            <p:cNvSpPr/>
            <p:nvPr/>
          </p:nvSpPr>
          <p:spPr>
            <a:xfrm rot="8716295">
              <a:off x="5033973" y="9447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6"/>
            <p:cNvSpPr/>
            <p:nvPr/>
          </p:nvSpPr>
          <p:spPr>
            <a:xfrm rot="8716295">
              <a:off x="5377749" y="15326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6"/>
            <p:cNvSpPr/>
            <p:nvPr/>
          </p:nvSpPr>
          <p:spPr>
            <a:xfrm rot="8716295">
              <a:off x="5847873" y="996679"/>
              <a:ext cx="92417" cy="314872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6"/>
            <p:cNvSpPr/>
            <p:nvPr/>
          </p:nvSpPr>
          <p:spPr>
            <a:xfrm rot="8716295">
              <a:off x="5678824" y="10920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6"/>
            <p:cNvSpPr/>
            <p:nvPr/>
          </p:nvSpPr>
          <p:spPr>
            <a:xfrm rot="8716295">
              <a:off x="5489780" y="7762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6"/>
            <p:cNvSpPr/>
            <p:nvPr/>
          </p:nvSpPr>
          <p:spPr>
            <a:xfrm rot="8716295">
              <a:off x="5816554" y="1173443"/>
              <a:ext cx="91037" cy="331731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36"/>
            <p:cNvSpPr/>
            <p:nvPr/>
          </p:nvSpPr>
          <p:spPr>
            <a:xfrm rot="8716295">
              <a:off x="5449866" y="9276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36"/>
            <p:cNvSpPr/>
            <p:nvPr/>
          </p:nvSpPr>
          <p:spPr>
            <a:xfrm rot="8716295">
              <a:off x="5954717" y="1002572"/>
              <a:ext cx="48491" cy="55034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36"/>
            <p:cNvSpPr/>
            <p:nvPr/>
          </p:nvSpPr>
          <p:spPr>
            <a:xfrm rot="8716295">
              <a:off x="5079758" y="3345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36"/>
            <p:cNvSpPr/>
            <p:nvPr/>
          </p:nvSpPr>
          <p:spPr>
            <a:xfrm rot="8716295">
              <a:off x="5215056" y="3788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36"/>
            <p:cNvSpPr/>
            <p:nvPr/>
          </p:nvSpPr>
          <p:spPr>
            <a:xfrm rot="8716295">
              <a:off x="5147174" y="24826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6"/>
            <p:cNvSpPr/>
            <p:nvPr/>
          </p:nvSpPr>
          <p:spPr>
            <a:xfrm rot="8716295">
              <a:off x="4909887" y="4686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6"/>
            <p:cNvSpPr/>
            <p:nvPr/>
          </p:nvSpPr>
          <p:spPr>
            <a:xfrm rot="8716295">
              <a:off x="4720840" y="15277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6"/>
            <p:cNvSpPr/>
            <p:nvPr/>
          </p:nvSpPr>
          <p:spPr>
            <a:xfrm rot="8716295">
              <a:off x="4702019" y="-47743"/>
              <a:ext cx="439901" cy="516041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6"/>
            <p:cNvSpPr/>
            <p:nvPr/>
          </p:nvSpPr>
          <p:spPr>
            <a:xfrm rot="8716295">
              <a:off x="5046375" y="53059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6"/>
            <p:cNvSpPr/>
            <p:nvPr/>
          </p:nvSpPr>
          <p:spPr>
            <a:xfrm rot="8716295">
              <a:off x="5517321" y="-440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6"/>
            <p:cNvSpPr/>
            <p:nvPr/>
          </p:nvSpPr>
          <p:spPr>
            <a:xfrm rot="8716295">
              <a:off x="5660365" y="29418"/>
              <a:ext cx="361480" cy="358038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6"/>
            <p:cNvSpPr/>
            <p:nvPr/>
          </p:nvSpPr>
          <p:spPr>
            <a:xfrm rot="8716295">
              <a:off x="5347450" y="899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6"/>
            <p:cNvSpPr/>
            <p:nvPr/>
          </p:nvSpPr>
          <p:spPr>
            <a:xfrm rot="8716295">
              <a:off x="5220022" y="-7080"/>
              <a:ext cx="219414" cy="84041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6"/>
            <p:cNvSpPr/>
            <p:nvPr/>
          </p:nvSpPr>
          <p:spPr>
            <a:xfrm rot="8716295">
              <a:off x="5483939" y="15198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6"/>
            <p:cNvSpPr/>
            <p:nvPr/>
          </p:nvSpPr>
          <p:spPr>
            <a:xfrm rot="8716295">
              <a:off x="5128323" y="-20358"/>
              <a:ext cx="80664" cy="63766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6"/>
            <p:cNvSpPr/>
            <p:nvPr/>
          </p:nvSpPr>
          <p:spPr>
            <a:xfrm rot="7484129">
              <a:off x="5642756" y="4415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6"/>
            <p:cNvSpPr/>
            <p:nvPr/>
          </p:nvSpPr>
          <p:spPr>
            <a:xfrm rot="-8510606">
              <a:off x="5789679" y="415199"/>
              <a:ext cx="360116" cy="446294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6"/>
            <p:cNvSpPr/>
            <p:nvPr/>
          </p:nvSpPr>
          <p:spPr>
            <a:xfrm rot="8716295">
              <a:off x="5996886" y="-12676"/>
              <a:ext cx="90399" cy="122140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6"/>
            <p:cNvSpPr/>
            <p:nvPr/>
          </p:nvSpPr>
          <p:spPr>
            <a:xfrm rot="8716295">
              <a:off x="5631023" y="-8174"/>
              <a:ext cx="87445" cy="82387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38" name="Google Shape;103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3988359"/>
            <a:ext cx="2255854" cy="6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36"/>
          <p:cNvSpPr txBox="1"/>
          <p:nvPr>
            <p:ph idx="1" type="body"/>
          </p:nvPr>
        </p:nvSpPr>
        <p:spPr>
          <a:xfrm>
            <a:off x="1273141" y="526470"/>
            <a:ext cx="7379432" cy="299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</a:defRPr>
            </a:lvl1pPr>
            <a:lvl2pPr indent="-228600" lvl="1" marL="9144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2">
  <p:cSld name="Slide de titre 2">
    <p:bg>
      <p:bgPr>
        <a:solidFill>
          <a:schemeClr val="dk1"/>
        </a:solidFill>
      </p:bgPr>
    </p:bg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37"/>
          <p:cNvGrpSpPr/>
          <p:nvPr/>
        </p:nvGrpSpPr>
        <p:grpSpPr>
          <a:xfrm>
            <a:off x="-242071" y="-127083"/>
            <a:ext cx="6491255" cy="5477926"/>
            <a:chOff x="-242071" y="-127083"/>
            <a:chExt cx="6491255" cy="5477926"/>
          </a:xfrm>
        </p:grpSpPr>
        <p:sp>
          <p:nvSpPr>
            <p:cNvPr id="1042" name="Google Shape;1042;p37"/>
            <p:cNvSpPr/>
            <p:nvPr/>
          </p:nvSpPr>
          <p:spPr>
            <a:xfrm rot="8716295">
              <a:off x="1460344" y="348006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7"/>
            <p:cNvSpPr/>
            <p:nvPr/>
          </p:nvSpPr>
          <p:spPr>
            <a:xfrm rot="8716295">
              <a:off x="1595642" y="352432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7"/>
            <p:cNvSpPr/>
            <p:nvPr/>
          </p:nvSpPr>
          <p:spPr>
            <a:xfrm rot="8716295">
              <a:off x="1527760" y="339373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7"/>
            <p:cNvSpPr/>
            <p:nvPr/>
          </p:nvSpPr>
          <p:spPr>
            <a:xfrm rot="8716295">
              <a:off x="1290473" y="361408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7"/>
            <p:cNvSpPr/>
            <p:nvPr/>
          </p:nvSpPr>
          <p:spPr>
            <a:xfrm rot="8716295">
              <a:off x="1101427" y="329824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7"/>
            <p:cNvSpPr/>
            <p:nvPr/>
          </p:nvSpPr>
          <p:spPr>
            <a:xfrm rot="8716295">
              <a:off x="1083185" y="308819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7"/>
            <p:cNvSpPr/>
            <p:nvPr/>
          </p:nvSpPr>
          <p:spPr>
            <a:xfrm rot="8716295">
              <a:off x="1426961" y="367606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7"/>
            <p:cNvSpPr/>
            <p:nvPr/>
          </p:nvSpPr>
          <p:spPr>
            <a:xfrm rot="8716295">
              <a:off x="1897908" y="310145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7"/>
            <p:cNvSpPr/>
            <p:nvPr/>
          </p:nvSpPr>
          <p:spPr>
            <a:xfrm rot="8716295">
              <a:off x="2033206" y="314571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7"/>
            <p:cNvSpPr/>
            <p:nvPr/>
          </p:nvSpPr>
          <p:spPr>
            <a:xfrm rot="8716295">
              <a:off x="1728037" y="32354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7"/>
            <p:cNvSpPr/>
            <p:nvPr/>
          </p:nvSpPr>
          <p:spPr>
            <a:xfrm rot="8716295">
              <a:off x="1538992" y="291963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7"/>
            <p:cNvSpPr/>
            <p:nvPr/>
          </p:nvSpPr>
          <p:spPr>
            <a:xfrm rot="8716295">
              <a:off x="1864525" y="329745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7"/>
            <p:cNvSpPr/>
            <p:nvPr/>
          </p:nvSpPr>
          <p:spPr>
            <a:xfrm rot="8716295">
              <a:off x="1499078" y="307102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7"/>
            <p:cNvSpPr/>
            <p:nvPr/>
          </p:nvSpPr>
          <p:spPr>
            <a:xfrm rot="7484129">
              <a:off x="2023343" y="358706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7"/>
            <p:cNvSpPr/>
            <p:nvPr/>
          </p:nvSpPr>
          <p:spPr>
            <a:xfrm rot="-8510606">
              <a:off x="2181992" y="353641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37"/>
            <p:cNvSpPr/>
            <p:nvPr/>
          </p:nvSpPr>
          <p:spPr>
            <a:xfrm rot="8716295">
              <a:off x="2462883" y="324629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37"/>
            <p:cNvSpPr/>
            <p:nvPr/>
          </p:nvSpPr>
          <p:spPr>
            <a:xfrm rot="8716295">
              <a:off x="2384474" y="308950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7"/>
            <p:cNvSpPr/>
            <p:nvPr/>
          </p:nvSpPr>
          <p:spPr>
            <a:xfrm rot="8716295">
              <a:off x="2016311" y="313524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7"/>
            <p:cNvSpPr/>
            <p:nvPr/>
          </p:nvSpPr>
          <p:spPr>
            <a:xfrm rot="8716295">
              <a:off x="2284892" y="289422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7"/>
            <p:cNvSpPr/>
            <p:nvPr/>
          </p:nvSpPr>
          <p:spPr>
            <a:xfrm rot="8716295">
              <a:off x="1798117" y="44785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7"/>
            <p:cNvSpPr/>
            <p:nvPr/>
          </p:nvSpPr>
          <p:spPr>
            <a:xfrm rot="8716295">
              <a:off x="1933415" y="452281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7"/>
            <p:cNvSpPr/>
            <p:nvPr/>
          </p:nvSpPr>
          <p:spPr>
            <a:xfrm rot="8716295">
              <a:off x="1865533" y="43922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7"/>
            <p:cNvSpPr/>
            <p:nvPr/>
          </p:nvSpPr>
          <p:spPr>
            <a:xfrm rot="8716295">
              <a:off x="1628246" y="461256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37"/>
            <p:cNvSpPr/>
            <p:nvPr/>
          </p:nvSpPr>
          <p:spPr>
            <a:xfrm rot="8716295">
              <a:off x="1439200" y="42967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37"/>
            <p:cNvSpPr/>
            <p:nvPr/>
          </p:nvSpPr>
          <p:spPr>
            <a:xfrm rot="8716295">
              <a:off x="1420958" y="40866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37"/>
            <p:cNvSpPr/>
            <p:nvPr/>
          </p:nvSpPr>
          <p:spPr>
            <a:xfrm rot="8716295">
              <a:off x="1764734" y="46745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37"/>
            <p:cNvSpPr/>
            <p:nvPr/>
          </p:nvSpPr>
          <p:spPr>
            <a:xfrm rot="8716295">
              <a:off x="2235681" y="40999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7"/>
            <p:cNvSpPr/>
            <p:nvPr/>
          </p:nvSpPr>
          <p:spPr>
            <a:xfrm rot="8716295">
              <a:off x="2370979" y="41441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7"/>
            <p:cNvSpPr/>
            <p:nvPr/>
          </p:nvSpPr>
          <p:spPr>
            <a:xfrm rot="8716295">
              <a:off x="2065810" y="42339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7"/>
            <p:cNvSpPr/>
            <p:nvPr/>
          </p:nvSpPr>
          <p:spPr>
            <a:xfrm rot="8716295">
              <a:off x="1876765" y="39181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7"/>
            <p:cNvSpPr/>
            <p:nvPr/>
          </p:nvSpPr>
          <p:spPr>
            <a:xfrm rot="8716295">
              <a:off x="2202298" y="429593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7"/>
            <p:cNvSpPr/>
            <p:nvPr/>
          </p:nvSpPr>
          <p:spPr>
            <a:xfrm rot="8716295">
              <a:off x="1836851" y="40695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7"/>
            <p:cNvSpPr/>
            <p:nvPr/>
          </p:nvSpPr>
          <p:spPr>
            <a:xfrm rot="7484129">
              <a:off x="2361116" y="458555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7"/>
            <p:cNvSpPr/>
            <p:nvPr/>
          </p:nvSpPr>
          <p:spPr>
            <a:xfrm rot="-8510606">
              <a:off x="2519765" y="453489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7"/>
            <p:cNvSpPr/>
            <p:nvPr/>
          </p:nvSpPr>
          <p:spPr>
            <a:xfrm rot="8716295">
              <a:off x="2800656" y="424478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7"/>
            <p:cNvSpPr/>
            <p:nvPr/>
          </p:nvSpPr>
          <p:spPr>
            <a:xfrm rot="8716295">
              <a:off x="2722247" y="408798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7"/>
            <p:cNvSpPr/>
            <p:nvPr/>
          </p:nvSpPr>
          <p:spPr>
            <a:xfrm rot="8716295">
              <a:off x="2354084" y="41337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37"/>
            <p:cNvSpPr/>
            <p:nvPr/>
          </p:nvSpPr>
          <p:spPr>
            <a:xfrm rot="8716295">
              <a:off x="2622665" y="38927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7"/>
            <p:cNvSpPr/>
            <p:nvPr/>
          </p:nvSpPr>
          <p:spPr>
            <a:xfrm rot="8716295">
              <a:off x="1836002" y="5051565"/>
              <a:ext cx="229466" cy="172677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7"/>
            <p:cNvSpPr/>
            <p:nvPr/>
          </p:nvSpPr>
          <p:spPr>
            <a:xfrm rot="8716295">
              <a:off x="2865171" y="5107739"/>
              <a:ext cx="36955" cy="50812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7"/>
            <p:cNvSpPr/>
            <p:nvPr/>
          </p:nvSpPr>
          <p:spPr>
            <a:xfrm rot="8716295">
              <a:off x="2291544" y="4886156"/>
              <a:ext cx="209028" cy="296463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7"/>
            <p:cNvSpPr/>
            <p:nvPr/>
          </p:nvSpPr>
          <p:spPr>
            <a:xfrm rot="8716295">
              <a:off x="2159594" y="5061280"/>
              <a:ext cx="112869" cy="105684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7"/>
            <p:cNvSpPr/>
            <p:nvPr/>
          </p:nvSpPr>
          <p:spPr>
            <a:xfrm rot="8716295">
              <a:off x="3051941" y="5073759"/>
              <a:ext cx="145251" cy="115110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7"/>
            <p:cNvSpPr/>
            <p:nvPr/>
          </p:nvSpPr>
          <p:spPr>
            <a:xfrm rot="8716295">
              <a:off x="2953631" y="488922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7"/>
            <p:cNvSpPr/>
            <p:nvPr/>
          </p:nvSpPr>
          <p:spPr>
            <a:xfrm rot="8716295">
              <a:off x="1125067" y="247965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7"/>
            <p:cNvSpPr/>
            <p:nvPr/>
          </p:nvSpPr>
          <p:spPr>
            <a:xfrm rot="8716295">
              <a:off x="1260365" y="252391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7"/>
            <p:cNvSpPr/>
            <p:nvPr/>
          </p:nvSpPr>
          <p:spPr>
            <a:xfrm rot="8716295">
              <a:off x="1192483" y="2393326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7"/>
            <p:cNvSpPr/>
            <p:nvPr/>
          </p:nvSpPr>
          <p:spPr>
            <a:xfrm rot="8716295">
              <a:off x="955196" y="261367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7"/>
            <p:cNvSpPr/>
            <p:nvPr/>
          </p:nvSpPr>
          <p:spPr>
            <a:xfrm rot="8716295">
              <a:off x="766149" y="22978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37"/>
            <p:cNvSpPr/>
            <p:nvPr/>
          </p:nvSpPr>
          <p:spPr>
            <a:xfrm rot="8716295">
              <a:off x="747908" y="208778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37"/>
            <p:cNvSpPr/>
            <p:nvPr/>
          </p:nvSpPr>
          <p:spPr>
            <a:xfrm rot="8716295">
              <a:off x="1091684" y="267565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37"/>
            <p:cNvSpPr/>
            <p:nvPr/>
          </p:nvSpPr>
          <p:spPr>
            <a:xfrm rot="8716295">
              <a:off x="1562630" y="210103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7"/>
            <p:cNvSpPr/>
            <p:nvPr/>
          </p:nvSpPr>
          <p:spPr>
            <a:xfrm rot="8716295">
              <a:off x="1697929" y="214529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7"/>
            <p:cNvSpPr/>
            <p:nvPr/>
          </p:nvSpPr>
          <p:spPr>
            <a:xfrm rot="8716295">
              <a:off x="1392759" y="223505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37"/>
            <p:cNvSpPr/>
            <p:nvPr/>
          </p:nvSpPr>
          <p:spPr>
            <a:xfrm rot="8716295">
              <a:off x="1203715" y="19192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37"/>
            <p:cNvSpPr/>
            <p:nvPr/>
          </p:nvSpPr>
          <p:spPr>
            <a:xfrm rot="8716295">
              <a:off x="1529248" y="229703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37"/>
            <p:cNvSpPr/>
            <p:nvPr/>
          </p:nvSpPr>
          <p:spPr>
            <a:xfrm rot="8716295">
              <a:off x="1163801" y="207061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37"/>
            <p:cNvSpPr/>
            <p:nvPr/>
          </p:nvSpPr>
          <p:spPr>
            <a:xfrm rot="7484129">
              <a:off x="1688065" y="258665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37"/>
            <p:cNvSpPr/>
            <p:nvPr/>
          </p:nvSpPr>
          <p:spPr>
            <a:xfrm rot="-8510606">
              <a:off x="1846715" y="253600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37"/>
            <p:cNvSpPr/>
            <p:nvPr/>
          </p:nvSpPr>
          <p:spPr>
            <a:xfrm rot="8716295">
              <a:off x="2127606" y="224588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7"/>
            <p:cNvSpPr/>
            <p:nvPr/>
          </p:nvSpPr>
          <p:spPr>
            <a:xfrm rot="8716295">
              <a:off x="2049197" y="208909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7"/>
            <p:cNvSpPr/>
            <p:nvPr/>
          </p:nvSpPr>
          <p:spPr>
            <a:xfrm rot="8716295">
              <a:off x="1681033" y="21348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7"/>
            <p:cNvSpPr/>
            <p:nvPr/>
          </p:nvSpPr>
          <p:spPr>
            <a:xfrm rot="8716295">
              <a:off x="1949615" y="189381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7"/>
            <p:cNvSpPr/>
            <p:nvPr/>
          </p:nvSpPr>
          <p:spPr>
            <a:xfrm rot="8716295">
              <a:off x="787294" y="148117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7"/>
            <p:cNvSpPr/>
            <p:nvPr/>
          </p:nvSpPr>
          <p:spPr>
            <a:xfrm rot="8716295">
              <a:off x="922592" y="152543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7"/>
            <p:cNvSpPr/>
            <p:nvPr/>
          </p:nvSpPr>
          <p:spPr>
            <a:xfrm rot="8716295">
              <a:off x="854710" y="1394843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7"/>
            <p:cNvSpPr/>
            <p:nvPr/>
          </p:nvSpPr>
          <p:spPr>
            <a:xfrm rot="8716295">
              <a:off x="617423" y="161518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7"/>
            <p:cNvSpPr/>
            <p:nvPr/>
          </p:nvSpPr>
          <p:spPr>
            <a:xfrm rot="8716295">
              <a:off x="428376" y="129935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7"/>
            <p:cNvSpPr/>
            <p:nvPr/>
          </p:nvSpPr>
          <p:spPr>
            <a:xfrm rot="8716295">
              <a:off x="410135" y="108930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7"/>
            <p:cNvSpPr/>
            <p:nvPr/>
          </p:nvSpPr>
          <p:spPr>
            <a:xfrm rot="8716295">
              <a:off x="753911" y="1677170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7"/>
            <p:cNvSpPr/>
            <p:nvPr/>
          </p:nvSpPr>
          <p:spPr>
            <a:xfrm rot="8716295">
              <a:off x="1224858" y="110255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7"/>
            <p:cNvSpPr/>
            <p:nvPr/>
          </p:nvSpPr>
          <p:spPr>
            <a:xfrm rot="8716295">
              <a:off x="1360156" y="1146815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7"/>
            <p:cNvSpPr/>
            <p:nvPr/>
          </p:nvSpPr>
          <p:spPr>
            <a:xfrm rot="8716295">
              <a:off x="1054986" y="123657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7"/>
            <p:cNvSpPr/>
            <p:nvPr/>
          </p:nvSpPr>
          <p:spPr>
            <a:xfrm rot="8716295">
              <a:off x="865942" y="9207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7"/>
            <p:cNvSpPr/>
            <p:nvPr/>
          </p:nvSpPr>
          <p:spPr>
            <a:xfrm rot="8716295">
              <a:off x="1191475" y="1298554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7"/>
            <p:cNvSpPr/>
            <p:nvPr/>
          </p:nvSpPr>
          <p:spPr>
            <a:xfrm rot="8716295">
              <a:off x="826028" y="107212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7"/>
            <p:cNvSpPr/>
            <p:nvPr/>
          </p:nvSpPr>
          <p:spPr>
            <a:xfrm rot="7484129">
              <a:off x="1350292" y="158817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37"/>
            <p:cNvSpPr/>
            <p:nvPr/>
          </p:nvSpPr>
          <p:spPr>
            <a:xfrm rot="-8510606">
              <a:off x="1508942" y="1537520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7"/>
            <p:cNvSpPr/>
            <p:nvPr/>
          </p:nvSpPr>
          <p:spPr>
            <a:xfrm rot="8716295">
              <a:off x="1789833" y="1247402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7"/>
            <p:cNvSpPr/>
            <p:nvPr/>
          </p:nvSpPr>
          <p:spPr>
            <a:xfrm rot="8716295">
              <a:off x="1711424" y="10906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7"/>
            <p:cNvSpPr/>
            <p:nvPr/>
          </p:nvSpPr>
          <p:spPr>
            <a:xfrm rot="8716295">
              <a:off x="1343261" y="11363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37"/>
            <p:cNvSpPr/>
            <p:nvPr/>
          </p:nvSpPr>
          <p:spPr>
            <a:xfrm rot="8716295">
              <a:off x="1611842" y="89533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7"/>
            <p:cNvSpPr/>
            <p:nvPr/>
          </p:nvSpPr>
          <p:spPr>
            <a:xfrm rot="8716295">
              <a:off x="455920" y="4791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37"/>
            <p:cNvSpPr/>
            <p:nvPr/>
          </p:nvSpPr>
          <p:spPr>
            <a:xfrm rot="8716295">
              <a:off x="591219" y="5233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7"/>
            <p:cNvSpPr/>
            <p:nvPr/>
          </p:nvSpPr>
          <p:spPr>
            <a:xfrm rot="8716295">
              <a:off x="523336" y="39278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37"/>
            <p:cNvSpPr/>
            <p:nvPr/>
          </p:nvSpPr>
          <p:spPr>
            <a:xfrm rot="8716295">
              <a:off x="286049" y="6131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7"/>
            <p:cNvSpPr/>
            <p:nvPr/>
          </p:nvSpPr>
          <p:spPr>
            <a:xfrm rot="8716295">
              <a:off x="97003" y="2972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37"/>
            <p:cNvSpPr/>
            <p:nvPr/>
          </p:nvSpPr>
          <p:spPr>
            <a:xfrm rot="8716295">
              <a:off x="78761" y="87249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7"/>
            <p:cNvSpPr/>
            <p:nvPr/>
          </p:nvSpPr>
          <p:spPr>
            <a:xfrm rot="8716295">
              <a:off x="422537" y="6751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7"/>
            <p:cNvSpPr/>
            <p:nvPr/>
          </p:nvSpPr>
          <p:spPr>
            <a:xfrm rot="8716295">
              <a:off x="893484" y="10050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7"/>
            <p:cNvSpPr/>
            <p:nvPr/>
          </p:nvSpPr>
          <p:spPr>
            <a:xfrm rot="8716295">
              <a:off x="1028783" y="14476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37"/>
            <p:cNvSpPr/>
            <p:nvPr/>
          </p:nvSpPr>
          <p:spPr>
            <a:xfrm rot="8716295">
              <a:off x="723613" y="23451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7"/>
            <p:cNvSpPr/>
            <p:nvPr/>
          </p:nvSpPr>
          <p:spPr>
            <a:xfrm rot="8716295">
              <a:off x="547803" y="-17289"/>
              <a:ext cx="308531" cy="226033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7"/>
            <p:cNvSpPr/>
            <p:nvPr/>
          </p:nvSpPr>
          <p:spPr>
            <a:xfrm rot="8716295">
              <a:off x="860101" y="2965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7"/>
            <p:cNvSpPr/>
            <p:nvPr/>
          </p:nvSpPr>
          <p:spPr>
            <a:xfrm rot="8716295">
              <a:off x="494655" y="700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7"/>
            <p:cNvSpPr/>
            <p:nvPr/>
          </p:nvSpPr>
          <p:spPr>
            <a:xfrm rot="7484129">
              <a:off x="1018919" y="5861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7"/>
            <p:cNvSpPr/>
            <p:nvPr/>
          </p:nvSpPr>
          <p:spPr>
            <a:xfrm rot="-8510606">
              <a:off x="1177568" y="5354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37"/>
            <p:cNvSpPr/>
            <p:nvPr/>
          </p:nvSpPr>
          <p:spPr>
            <a:xfrm rot="8716295">
              <a:off x="1458459" y="24534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37"/>
            <p:cNvSpPr/>
            <p:nvPr/>
          </p:nvSpPr>
          <p:spPr>
            <a:xfrm rot="8716295">
              <a:off x="1380050" y="885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37"/>
            <p:cNvSpPr/>
            <p:nvPr/>
          </p:nvSpPr>
          <p:spPr>
            <a:xfrm rot="8716295">
              <a:off x="1011887" y="1342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37"/>
            <p:cNvSpPr/>
            <p:nvPr/>
          </p:nvSpPr>
          <p:spPr>
            <a:xfrm rot="8716295">
              <a:off x="1291652" y="-36449"/>
              <a:ext cx="134197" cy="106947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37"/>
            <p:cNvSpPr/>
            <p:nvPr/>
          </p:nvSpPr>
          <p:spPr>
            <a:xfrm rot="-8510606">
              <a:off x="990163" y="-39748"/>
              <a:ext cx="111277" cy="115595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37"/>
            <p:cNvSpPr/>
            <p:nvPr/>
          </p:nvSpPr>
          <p:spPr>
            <a:xfrm rot="8716295">
              <a:off x="121288" y="414134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37"/>
            <p:cNvSpPr/>
            <p:nvPr/>
          </p:nvSpPr>
          <p:spPr>
            <a:xfrm rot="8716295">
              <a:off x="256586" y="418560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37"/>
            <p:cNvSpPr/>
            <p:nvPr/>
          </p:nvSpPr>
          <p:spPr>
            <a:xfrm rot="8716295">
              <a:off x="188704" y="405501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37"/>
            <p:cNvSpPr/>
            <p:nvPr/>
          </p:nvSpPr>
          <p:spPr>
            <a:xfrm rot="8716295">
              <a:off x="-22408" y="4278013"/>
              <a:ext cx="57413" cy="71926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37"/>
            <p:cNvSpPr/>
            <p:nvPr/>
          </p:nvSpPr>
          <p:spPr>
            <a:xfrm rot="8716295">
              <a:off x="-36969" y="4107248"/>
              <a:ext cx="147272" cy="83734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37"/>
            <p:cNvSpPr/>
            <p:nvPr/>
          </p:nvSpPr>
          <p:spPr>
            <a:xfrm rot="8716295">
              <a:off x="43378" y="3712531"/>
              <a:ext cx="125537" cy="468763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37"/>
            <p:cNvSpPr/>
            <p:nvPr/>
          </p:nvSpPr>
          <p:spPr>
            <a:xfrm rot="8716295">
              <a:off x="87905" y="4337347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37"/>
            <p:cNvSpPr/>
            <p:nvPr/>
          </p:nvSpPr>
          <p:spPr>
            <a:xfrm rot="8716295">
              <a:off x="558851" y="37627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37"/>
            <p:cNvSpPr/>
            <p:nvPr/>
          </p:nvSpPr>
          <p:spPr>
            <a:xfrm rot="8716295">
              <a:off x="694150" y="38069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7"/>
            <p:cNvSpPr/>
            <p:nvPr/>
          </p:nvSpPr>
          <p:spPr>
            <a:xfrm rot="8716295">
              <a:off x="388980" y="38967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37"/>
            <p:cNvSpPr/>
            <p:nvPr/>
          </p:nvSpPr>
          <p:spPr>
            <a:xfrm rot="8716295">
              <a:off x="199936" y="358091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7"/>
            <p:cNvSpPr/>
            <p:nvPr/>
          </p:nvSpPr>
          <p:spPr>
            <a:xfrm rot="8716295">
              <a:off x="525469" y="3958731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7"/>
            <p:cNvSpPr/>
            <p:nvPr/>
          </p:nvSpPr>
          <p:spPr>
            <a:xfrm rot="8716295">
              <a:off x="160022" y="3732305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7"/>
            <p:cNvSpPr/>
            <p:nvPr/>
          </p:nvSpPr>
          <p:spPr>
            <a:xfrm rot="7484129">
              <a:off x="684286" y="424834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37"/>
            <p:cNvSpPr/>
            <p:nvPr/>
          </p:nvSpPr>
          <p:spPr>
            <a:xfrm rot="-8510606">
              <a:off x="842936" y="4197697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37"/>
            <p:cNvSpPr/>
            <p:nvPr/>
          </p:nvSpPr>
          <p:spPr>
            <a:xfrm rot="8716295">
              <a:off x="1123827" y="390757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37"/>
            <p:cNvSpPr/>
            <p:nvPr/>
          </p:nvSpPr>
          <p:spPr>
            <a:xfrm rot="8716295">
              <a:off x="1045418" y="375078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37"/>
            <p:cNvSpPr/>
            <p:nvPr/>
          </p:nvSpPr>
          <p:spPr>
            <a:xfrm rot="8716295">
              <a:off x="677254" y="379652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37"/>
            <p:cNvSpPr/>
            <p:nvPr/>
          </p:nvSpPr>
          <p:spPr>
            <a:xfrm rot="8716295">
              <a:off x="945836" y="355550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37"/>
            <p:cNvSpPr/>
            <p:nvPr/>
          </p:nvSpPr>
          <p:spPr>
            <a:xfrm rot="8716295">
              <a:off x="601570" y="5027951"/>
              <a:ext cx="169680" cy="113030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37"/>
            <p:cNvSpPr/>
            <p:nvPr/>
          </p:nvSpPr>
          <p:spPr>
            <a:xfrm rot="8716295">
              <a:off x="197311" y="4925365"/>
              <a:ext cx="194366" cy="296463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37"/>
            <p:cNvSpPr/>
            <p:nvPr/>
          </p:nvSpPr>
          <p:spPr>
            <a:xfrm rot="8716295">
              <a:off x="81902" y="474796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37"/>
            <p:cNvSpPr/>
            <p:nvPr/>
          </p:nvSpPr>
          <p:spPr>
            <a:xfrm rot="8716295">
              <a:off x="896624" y="476121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37"/>
            <p:cNvSpPr/>
            <p:nvPr/>
          </p:nvSpPr>
          <p:spPr>
            <a:xfrm rot="8716295">
              <a:off x="1032483" y="4799006"/>
              <a:ext cx="389853" cy="38345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37"/>
            <p:cNvSpPr/>
            <p:nvPr/>
          </p:nvSpPr>
          <p:spPr>
            <a:xfrm rot="8716295">
              <a:off x="726753" y="48952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37"/>
            <p:cNvSpPr/>
            <p:nvPr/>
          </p:nvSpPr>
          <p:spPr>
            <a:xfrm rot="8716295">
              <a:off x="537709" y="457939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37"/>
            <p:cNvSpPr/>
            <p:nvPr/>
          </p:nvSpPr>
          <p:spPr>
            <a:xfrm rot="8716295">
              <a:off x="826576" y="4988476"/>
              <a:ext cx="91035" cy="19864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37"/>
            <p:cNvSpPr/>
            <p:nvPr/>
          </p:nvSpPr>
          <p:spPr>
            <a:xfrm rot="8716295">
              <a:off x="497795" y="473078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37"/>
            <p:cNvSpPr/>
            <p:nvPr/>
          </p:nvSpPr>
          <p:spPr>
            <a:xfrm rot="8716295">
              <a:off x="1459248" y="4904357"/>
              <a:ext cx="328004" cy="223069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37"/>
            <p:cNvSpPr/>
            <p:nvPr/>
          </p:nvSpPr>
          <p:spPr>
            <a:xfrm rot="8716295">
              <a:off x="1383191" y="474927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37"/>
            <p:cNvSpPr/>
            <p:nvPr/>
          </p:nvSpPr>
          <p:spPr>
            <a:xfrm rot="8716295">
              <a:off x="1015027" y="479501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37"/>
            <p:cNvSpPr/>
            <p:nvPr/>
          </p:nvSpPr>
          <p:spPr>
            <a:xfrm rot="8716295">
              <a:off x="1283609" y="45539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37"/>
            <p:cNvSpPr/>
            <p:nvPr/>
          </p:nvSpPr>
          <p:spPr>
            <a:xfrm rot="8716295">
              <a:off x="-30381" y="3359388"/>
              <a:ext cx="98497" cy="75863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37"/>
            <p:cNvSpPr/>
            <p:nvPr/>
          </p:nvSpPr>
          <p:spPr>
            <a:xfrm rot="8716295">
              <a:off x="-77334" y="3178477"/>
              <a:ext cx="389652" cy="385611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37"/>
            <p:cNvSpPr/>
            <p:nvPr/>
          </p:nvSpPr>
          <p:spPr>
            <a:xfrm rot="8716295">
              <a:off x="-71352" y="3029015"/>
              <a:ext cx="193594" cy="189959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7"/>
            <p:cNvSpPr/>
            <p:nvPr/>
          </p:nvSpPr>
          <p:spPr>
            <a:xfrm rot="8716295">
              <a:off x="223574" y="276232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7"/>
            <p:cNvSpPr/>
            <p:nvPr/>
          </p:nvSpPr>
          <p:spPr>
            <a:xfrm rot="8716295">
              <a:off x="358873" y="280657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7"/>
            <p:cNvSpPr/>
            <p:nvPr/>
          </p:nvSpPr>
          <p:spPr>
            <a:xfrm rot="8716295">
              <a:off x="53703" y="289633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7"/>
            <p:cNvSpPr/>
            <p:nvPr/>
          </p:nvSpPr>
          <p:spPr>
            <a:xfrm rot="8716295">
              <a:off x="-92201" y="2622488"/>
              <a:ext cx="271732" cy="238722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37"/>
            <p:cNvSpPr/>
            <p:nvPr/>
          </p:nvSpPr>
          <p:spPr>
            <a:xfrm rot="8716295">
              <a:off x="190192" y="29583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37"/>
            <p:cNvSpPr/>
            <p:nvPr/>
          </p:nvSpPr>
          <p:spPr>
            <a:xfrm rot="7484129">
              <a:off x="349009" y="32479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7"/>
            <p:cNvSpPr/>
            <p:nvPr/>
          </p:nvSpPr>
          <p:spPr>
            <a:xfrm rot="-8510606">
              <a:off x="507659" y="3197284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7"/>
            <p:cNvSpPr/>
            <p:nvPr/>
          </p:nvSpPr>
          <p:spPr>
            <a:xfrm rot="8716295">
              <a:off x="788550" y="2907166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7"/>
            <p:cNvSpPr/>
            <p:nvPr/>
          </p:nvSpPr>
          <p:spPr>
            <a:xfrm rot="8716295">
              <a:off x="710141" y="275037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7"/>
            <p:cNvSpPr/>
            <p:nvPr/>
          </p:nvSpPr>
          <p:spPr>
            <a:xfrm rot="8716295">
              <a:off x="341977" y="279611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7"/>
            <p:cNvSpPr/>
            <p:nvPr/>
          </p:nvSpPr>
          <p:spPr>
            <a:xfrm rot="8716295">
              <a:off x="610559" y="255509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7"/>
            <p:cNvSpPr/>
            <p:nvPr/>
          </p:nvSpPr>
          <p:spPr>
            <a:xfrm rot="8716295">
              <a:off x="-24305" y="2374348"/>
              <a:ext cx="58950" cy="66898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7"/>
            <p:cNvSpPr/>
            <p:nvPr/>
          </p:nvSpPr>
          <p:spPr>
            <a:xfrm rot="8716295">
              <a:off x="-39593" y="1952072"/>
              <a:ext cx="198050" cy="140164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7"/>
            <p:cNvSpPr/>
            <p:nvPr/>
          </p:nvSpPr>
          <p:spPr>
            <a:xfrm rot="8716295">
              <a:off x="21100" y="18080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7"/>
            <p:cNvSpPr/>
            <p:nvPr/>
          </p:nvSpPr>
          <p:spPr>
            <a:xfrm rot="8716295">
              <a:off x="-24330" y="2197782"/>
              <a:ext cx="102508" cy="53362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7"/>
            <p:cNvSpPr/>
            <p:nvPr/>
          </p:nvSpPr>
          <p:spPr>
            <a:xfrm rot="7484129">
              <a:off x="11236" y="224945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7"/>
            <p:cNvSpPr/>
            <p:nvPr/>
          </p:nvSpPr>
          <p:spPr>
            <a:xfrm rot="-8510606">
              <a:off x="169886" y="2198801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37"/>
            <p:cNvSpPr/>
            <p:nvPr/>
          </p:nvSpPr>
          <p:spPr>
            <a:xfrm rot="8716295">
              <a:off x="450777" y="1908683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37"/>
            <p:cNvSpPr/>
            <p:nvPr/>
          </p:nvSpPr>
          <p:spPr>
            <a:xfrm rot="8716295">
              <a:off x="372368" y="17518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37"/>
            <p:cNvSpPr/>
            <p:nvPr/>
          </p:nvSpPr>
          <p:spPr>
            <a:xfrm rot="8716295">
              <a:off x="4204" y="17976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7"/>
            <p:cNvSpPr/>
            <p:nvPr/>
          </p:nvSpPr>
          <p:spPr>
            <a:xfrm rot="8716295">
              <a:off x="272786" y="155661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7"/>
            <p:cNvSpPr/>
            <p:nvPr/>
          </p:nvSpPr>
          <p:spPr>
            <a:xfrm rot="8716295">
              <a:off x="-35149" y="938156"/>
              <a:ext cx="158623" cy="159016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7"/>
            <p:cNvSpPr/>
            <p:nvPr/>
          </p:nvSpPr>
          <p:spPr>
            <a:xfrm rot="7484129">
              <a:off x="-32979" y="1345537"/>
              <a:ext cx="65961" cy="45734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7"/>
            <p:cNvSpPr/>
            <p:nvPr/>
          </p:nvSpPr>
          <p:spPr>
            <a:xfrm rot="-8510606">
              <a:off x="-134707" y="1200752"/>
              <a:ext cx="386820" cy="481345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7"/>
            <p:cNvSpPr/>
            <p:nvPr/>
          </p:nvSpPr>
          <p:spPr>
            <a:xfrm rot="8716295">
              <a:off x="119403" y="90662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7"/>
            <p:cNvSpPr/>
            <p:nvPr/>
          </p:nvSpPr>
          <p:spPr>
            <a:xfrm rot="8716295">
              <a:off x="40994" y="74983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7"/>
            <p:cNvSpPr/>
            <p:nvPr/>
          </p:nvSpPr>
          <p:spPr>
            <a:xfrm rot="8716295">
              <a:off x="-44934" y="551941"/>
              <a:ext cx="152592" cy="165412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7"/>
            <p:cNvSpPr/>
            <p:nvPr/>
          </p:nvSpPr>
          <p:spPr>
            <a:xfrm rot="8716295">
              <a:off x="-69806" y="4587027"/>
              <a:ext cx="183810" cy="187594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7"/>
            <p:cNvSpPr/>
            <p:nvPr/>
          </p:nvSpPr>
          <p:spPr>
            <a:xfrm rot="8716295">
              <a:off x="4450621" y="307495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7"/>
            <p:cNvSpPr/>
            <p:nvPr/>
          </p:nvSpPr>
          <p:spPr>
            <a:xfrm rot="8716295">
              <a:off x="4585920" y="311920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7"/>
            <p:cNvSpPr/>
            <p:nvPr/>
          </p:nvSpPr>
          <p:spPr>
            <a:xfrm rot="8716295">
              <a:off x="4518038" y="298862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7"/>
            <p:cNvSpPr/>
            <p:nvPr/>
          </p:nvSpPr>
          <p:spPr>
            <a:xfrm rot="8716295">
              <a:off x="4280750" y="320896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7"/>
            <p:cNvSpPr/>
            <p:nvPr/>
          </p:nvSpPr>
          <p:spPr>
            <a:xfrm rot="8716295">
              <a:off x="4091704" y="289313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7"/>
            <p:cNvSpPr/>
            <p:nvPr/>
          </p:nvSpPr>
          <p:spPr>
            <a:xfrm rot="8716295">
              <a:off x="4073463" y="2683080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7"/>
            <p:cNvSpPr/>
            <p:nvPr/>
          </p:nvSpPr>
          <p:spPr>
            <a:xfrm rot="8716295">
              <a:off x="4417239" y="327094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7"/>
            <p:cNvSpPr/>
            <p:nvPr/>
          </p:nvSpPr>
          <p:spPr>
            <a:xfrm rot="8716295">
              <a:off x="4888185" y="269633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7"/>
            <p:cNvSpPr/>
            <p:nvPr/>
          </p:nvSpPr>
          <p:spPr>
            <a:xfrm rot="8716295">
              <a:off x="5023484" y="274059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7"/>
            <p:cNvSpPr/>
            <p:nvPr/>
          </p:nvSpPr>
          <p:spPr>
            <a:xfrm rot="8716295">
              <a:off x="4718314" y="283034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7"/>
            <p:cNvSpPr/>
            <p:nvPr/>
          </p:nvSpPr>
          <p:spPr>
            <a:xfrm rot="8716295">
              <a:off x="4529270" y="2514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7"/>
            <p:cNvSpPr/>
            <p:nvPr/>
          </p:nvSpPr>
          <p:spPr>
            <a:xfrm rot="8716295">
              <a:off x="4854803" y="2892332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7"/>
            <p:cNvSpPr/>
            <p:nvPr/>
          </p:nvSpPr>
          <p:spPr>
            <a:xfrm rot="8716295">
              <a:off x="4489356" y="2665906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7"/>
            <p:cNvSpPr/>
            <p:nvPr/>
          </p:nvSpPr>
          <p:spPr>
            <a:xfrm rot="7484129">
              <a:off x="5013620" y="318195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7"/>
            <p:cNvSpPr/>
            <p:nvPr/>
          </p:nvSpPr>
          <p:spPr>
            <a:xfrm rot="-8510606">
              <a:off x="5172270" y="313129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7"/>
            <p:cNvSpPr/>
            <p:nvPr/>
          </p:nvSpPr>
          <p:spPr>
            <a:xfrm rot="8716295">
              <a:off x="5453161" y="2841180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7"/>
            <p:cNvSpPr/>
            <p:nvPr/>
          </p:nvSpPr>
          <p:spPr>
            <a:xfrm rot="8716295">
              <a:off x="5374752" y="268438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7"/>
            <p:cNvSpPr/>
            <p:nvPr/>
          </p:nvSpPr>
          <p:spPr>
            <a:xfrm rot="8716295">
              <a:off x="5006588" y="273012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7"/>
            <p:cNvSpPr/>
            <p:nvPr/>
          </p:nvSpPr>
          <p:spPr>
            <a:xfrm rot="8716295">
              <a:off x="5275170" y="248910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7"/>
            <p:cNvSpPr/>
            <p:nvPr/>
          </p:nvSpPr>
          <p:spPr>
            <a:xfrm rot="8716295">
              <a:off x="4788394" y="40734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7"/>
            <p:cNvSpPr/>
            <p:nvPr/>
          </p:nvSpPr>
          <p:spPr>
            <a:xfrm rot="8716295">
              <a:off x="4923693" y="41176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7"/>
            <p:cNvSpPr/>
            <p:nvPr/>
          </p:nvSpPr>
          <p:spPr>
            <a:xfrm rot="8716295">
              <a:off x="4855811" y="398710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7"/>
            <p:cNvSpPr/>
            <p:nvPr/>
          </p:nvSpPr>
          <p:spPr>
            <a:xfrm rot="8716295">
              <a:off x="4618523" y="42074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37"/>
            <p:cNvSpPr/>
            <p:nvPr/>
          </p:nvSpPr>
          <p:spPr>
            <a:xfrm rot="8716295">
              <a:off x="4429477" y="389161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37"/>
            <p:cNvSpPr/>
            <p:nvPr/>
          </p:nvSpPr>
          <p:spPr>
            <a:xfrm rot="8716295">
              <a:off x="4411236" y="3681563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37"/>
            <p:cNvSpPr/>
            <p:nvPr/>
          </p:nvSpPr>
          <p:spPr>
            <a:xfrm rot="8716295">
              <a:off x="4755012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37"/>
            <p:cNvSpPr/>
            <p:nvPr/>
          </p:nvSpPr>
          <p:spPr>
            <a:xfrm rot="8716295">
              <a:off x="5225958" y="369481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7"/>
            <p:cNvSpPr/>
            <p:nvPr/>
          </p:nvSpPr>
          <p:spPr>
            <a:xfrm rot="8716295">
              <a:off x="5364349" y="3753375"/>
              <a:ext cx="325540" cy="385611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7"/>
            <p:cNvSpPr/>
            <p:nvPr/>
          </p:nvSpPr>
          <p:spPr>
            <a:xfrm rot="8716295">
              <a:off x="5056087" y="382883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7"/>
            <p:cNvSpPr/>
            <p:nvPr/>
          </p:nvSpPr>
          <p:spPr>
            <a:xfrm rot="8716295">
              <a:off x="4867043" y="3512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7"/>
            <p:cNvSpPr/>
            <p:nvPr/>
          </p:nvSpPr>
          <p:spPr>
            <a:xfrm rot="8716295">
              <a:off x="5192576" y="3890815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7"/>
            <p:cNvSpPr/>
            <p:nvPr/>
          </p:nvSpPr>
          <p:spPr>
            <a:xfrm rot="8716295">
              <a:off x="4827129" y="3664389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7"/>
            <p:cNvSpPr/>
            <p:nvPr/>
          </p:nvSpPr>
          <p:spPr>
            <a:xfrm rot="7484129">
              <a:off x="5351393" y="418043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37"/>
            <p:cNvSpPr/>
            <p:nvPr/>
          </p:nvSpPr>
          <p:spPr>
            <a:xfrm rot="-8510606">
              <a:off x="5497067" y="4157639"/>
              <a:ext cx="336155" cy="433969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7"/>
            <p:cNvSpPr/>
            <p:nvPr/>
          </p:nvSpPr>
          <p:spPr>
            <a:xfrm rot="8716295">
              <a:off x="5689139" y="3701707"/>
              <a:ext cx="105382" cy="119090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7"/>
            <p:cNvSpPr/>
            <p:nvPr/>
          </p:nvSpPr>
          <p:spPr>
            <a:xfrm rot="8716295">
              <a:off x="5344361" y="372861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7"/>
            <p:cNvSpPr/>
            <p:nvPr/>
          </p:nvSpPr>
          <p:spPr>
            <a:xfrm rot="8716295">
              <a:off x="5599943" y="3480521"/>
              <a:ext cx="177855" cy="178203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7"/>
            <p:cNvSpPr/>
            <p:nvPr/>
          </p:nvSpPr>
          <p:spPr>
            <a:xfrm rot="8716295">
              <a:off x="5090746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7"/>
            <p:cNvSpPr/>
            <p:nvPr/>
          </p:nvSpPr>
          <p:spPr>
            <a:xfrm rot="8716295">
              <a:off x="5405706" y="5085046"/>
              <a:ext cx="60406" cy="83058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7"/>
            <p:cNvSpPr/>
            <p:nvPr/>
          </p:nvSpPr>
          <p:spPr>
            <a:xfrm rot="8716295">
              <a:off x="5207014" y="4975218"/>
              <a:ext cx="245211" cy="161994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7"/>
            <p:cNvSpPr/>
            <p:nvPr/>
          </p:nvSpPr>
          <p:spPr>
            <a:xfrm rot="8716295">
              <a:off x="4807372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7"/>
            <p:cNvSpPr/>
            <p:nvPr/>
          </p:nvSpPr>
          <p:spPr>
            <a:xfrm rot="8716295">
              <a:off x="4742203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7"/>
            <p:cNvSpPr/>
            <p:nvPr/>
          </p:nvSpPr>
          <p:spPr>
            <a:xfrm rot="8716295">
              <a:off x="5548192" y="4732447"/>
              <a:ext cx="92415" cy="287093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7"/>
            <p:cNvSpPr/>
            <p:nvPr/>
          </p:nvSpPr>
          <p:spPr>
            <a:xfrm rot="8716295">
              <a:off x="5387054" y="482534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7"/>
            <p:cNvSpPr/>
            <p:nvPr/>
          </p:nvSpPr>
          <p:spPr>
            <a:xfrm rot="8716295">
              <a:off x="5198009" y="450950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7"/>
            <p:cNvSpPr/>
            <p:nvPr/>
          </p:nvSpPr>
          <p:spPr>
            <a:xfrm rot="8716295">
              <a:off x="5503997" y="4913234"/>
              <a:ext cx="91035" cy="258752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7"/>
            <p:cNvSpPr/>
            <p:nvPr/>
          </p:nvSpPr>
          <p:spPr>
            <a:xfrm rot="8716295">
              <a:off x="5158096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7"/>
            <p:cNvSpPr/>
            <p:nvPr/>
          </p:nvSpPr>
          <p:spPr>
            <a:xfrm rot="8716295">
              <a:off x="4115344" y="207453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7"/>
            <p:cNvSpPr/>
            <p:nvPr/>
          </p:nvSpPr>
          <p:spPr>
            <a:xfrm rot="8716295">
              <a:off x="4250643" y="21187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7"/>
            <p:cNvSpPr/>
            <p:nvPr/>
          </p:nvSpPr>
          <p:spPr>
            <a:xfrm rot="8716295">
              <a:off x="4182761" y="198820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7"/>
            <p:cNvSpPr/>
            <p:nvPr/>
          </p:nvSpPr>
          <p:spPr>
            <a:xfrm rot="8716295">
              <a:off x="3945473" y="220855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7"/>
            <p:cNvSpPr/>
            <p:nvPr/>
          </p:nvSpPr>
          <p:spPr>
            <a:xfrm rot="8716295">
              <a:off x="3756427" y="189271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7"/>
            <p:cNvSpPr/>
            <p:nvPr/>
          </p:nvSpPr>
          <p:spPr>
            <a:xfrm rot="8716295">
              <a:off x="3738186" y="1682667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7"/>
            <p:cNvSpPr/>
            <p:nvPr/>
          </p:nvSpPr>
          <p:spPr>
            <a:xfrm rot="8716295">
              <a:off x="4081962" y="2270535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7"/>
            <p:cNvSpPr/>
            <p:nvPr/>
          </p:nvSpPr>
          <p:spPr>
            <a:xfrm rot="8716295">
              <a:off x="4552908" y="169592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7"/>
            <p:cNvSpPr/>
            <p:nvPr/>
          </p:nvSpPr>
          <p:spPr>
            <a:xfrm rot="8716295">
              <a:off x="4688207" y="174018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7"/>
            <p:cNvSpPr/>
            <p:nvPr/>
          </p:nvSpPr>
          <p:spPr>
            <a:xfrm rot="8716295">
              <a:off x="4383037" y="182993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7"/>
            <p:cNvSpPr/>
            <p:nvPr/>
          </p:nvSpPr>
          <p:spPr>
            <a:xfrm rot="8716295">
              <a:off x="4193993" y="151410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7"/>
            <p:cNvSpPr/>
            <p:nvPr/>
          </p:nvSpPr>
          <p:spPr>
            <a:xfrm rot="8716295">
              <a:off x="4519525" y="1891919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7"/>
            <p:cNvSpPr/>
            <p:nvPr/>
          </p:nvSpPr>
          <p:spPr>
            <a:xfrm rot="8716295">
              <a:off x="4154079" y="1665493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7"/>
            <p:cNvSpPr/>
            <p:nvPr/>
          </p:nvSpPr>
          <p:spPr>
            <a:xfrm rot="7484129">
              <a:off x="4678343" y="218153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7"/>
            <p:cNvSpPr/>
            <p:nvPr/>
          </p:nvSpPr>
          <p:spPr>
            <a:xfrm rot="-8510606">
              <a:off x="4836993" y="2130885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7"/>
            <p:cNvSpPr/>
            <p:nvPr/>
          </p:nvSpPr>
          <p:spPr>
            <a:xfrm rot="8716295">
              <a:off x="5117884" y="1840767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7"/>
            <p:cNvSpPr/>
            <p:nvPr/>
          </p:nvSpPr>
          <p:spPr>
            <a:xfrm rot="8716295">
              <a:off x="5039475" y="168397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37"/>
            <p:cNvSpPr/>
            <p:nvPr/>
          </p:nvSpPr>
          <p:spPr>
            <a:xfrm rot="8716295">
              <a:off x="4671311" y="17297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7"/>
            <p:cNvSpPr/>
            <p:nvPr/>
          </p:nvSpPr>
          <p:spPr>
            <a:xfrm rot="8716295">
              <a:off x="4939893" y="148869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7"/>
            <p:cNvSpPr/>
            <p:nvPr/>
          </p:nvSpPr>
          <p:spPr>
            <a:xfrm rot="8716295">
              <a:off x="3777571" y="107605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7"/>
            <p:cNvSpPr/>
            <p:nvPr/>
          </p:nvSpPr>
          <p:spPr>
            <a:xfrm rot="8716295">
              <a:off x="3912870" y="112031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7"/>
            <p:cNvSpPr/>
            <p:nvPr/>
          </p:nvSpPr>
          <p:spPr>
            <a:xfrm rot="8716295">
              <a:off x="3844988" y="98972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37"/>
            <p:cNvSpPr/>
            <p:nvPr/>
          </p:nvSpPr>
          <p:spPr>
            <a:xfrm rot="8716295">
              <a:off x="3607700" y="121006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37"/>
            <p:cNvSpPr/>
            <p:nvPr/>
          </p:nvSpPr>
          <p:spPr>
            <a:xfrm rot="8716295">
              <a:off x="3418654" y="89423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37"/>
            <p:cNvSpPr/>
            <p:nvPr/>
          </p:nvSpPr>
          <p:spPr>
            <a:xfrm rot="8716295">
              <a:off x="3400413" y="68418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37"/>
            <p:cNvSpPr/>
            <p:nvPr/>
          </p:nvSpPr>
          <p:spPr>
            <a:xfrm rot="8716295">
              <a:off x="3744189" y="1272052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7"/>
            <p:cNvSpPr/>
            <p:nvPr/>
          </p:nvSpPr>
          <p:spPr>
            <a:xfrm rot="8716295">
              <a:off x="4215135" y="69743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7"/>
            <p:cNvSpPr/>
            <p:nvPr/>
          </p:nvSpPr>
          <p:spPr>
            <a:xfrm rot="8716295">
              <a:off x="4350434" y="74169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7"/>
            <p:cNvSpPr/>
            <p:nvPr/>
          </p:nvSpPr>
          <p:spPr>
            <a:xfrm rot="8716295">
              <a:off x="4045264" y="83145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7"/>
            <p:cNvSpPr/>
            <p:nvPr/>
          </p:nvSpPr>
          <p:spPr>
            <a:xfrm rot="8716295">
              <a:off x="3856220" y="5156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7"/>
            <p:cNvSpPr/>
            <p:nvPr/>
          </p:nvSpPr>
          <p:spPr>
            <a:xfrm rot="8716295">
              <a:off x="4181753" y="89343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7"/>
            <p:cNvSpPr/>
            <p:nvPr/>
          </p:nvSpPr>
          <p:spPr>
            <a:xfrm rot="8716295">
              <a:off x="3816306" y="66701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7"/>
            <p:cNvSpPr/>
            <p:nvPr/>
          </p:nvSpPr>
          <p:spPr>
            <a:xfrm rot="7484129">
              <a:off x="4340570" y="118305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7"/>
            <p:cNvSpPr/>
            <p:nvPr/>
          </p:nvSpPr>
          <p:spPr>
            <a:xfrm rot="-8510606">
              <a:off x="4499220" y="1132402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7"/>
            <p:cNvSpPr/>
            <p:nvPr/>
          </p:nvSpPr>
          <p:spPr>
            <a:xfrm rot="8716295">
              <a:off x="4780111" y="84228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7"/>
            <p:cNvSpPr/>
            <p:nvPr/>
          </p:nvSpPr>
          <p:spPr>
            <a:xfrm rot="8716295">
              <a:off x="4701702" y="68549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7"/>
            <p:cNvSpPr/>
            <p:nvPr/>
          </p:nvSpPr>
          <p:spPr>
            <a:xfrm rot="8716295">
              <a:off x="4333538" y="7312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7"/>
            <p:cNvSpPr/>
            <p:nvPr/>
          </p:nvSpPr>
          <p:spPr>
            <a:xfrm rot="8716295">
              <a:off x="4602120" y="49021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7"/>
            <p:cNvSpPr/>
            <p:nvPr/>
          </p:nvSpPr>
          <p:spPr>
            <a:xfrm rot="8716295">
              <a:off x="3446198" y="7400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7"/>
            <p:cNvSpPr/>
            <p:nvPr/>
          </p:nvSpPr>
          <p:spPr>
            <a:xfrm rot="8716295">
              <a:off x="3581496" y="11826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7"/>
            <p:cNvSpPr/>
            <p:nvPr/>
          </p:nvSpPr>
          <p:spPr>
            <a:xfrm rot="8716295">
              <a:off x="3522597" y="36248"/>
              <a:ext cx="234675" cy="172489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7"/>
            <p:cNvSpPr/>
            <p:nvPr/>
          </p:nvSpPr>
          <p:spPr>
            <a:xfrm rot="8716295">
              <a:off x="3276327" y="2080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7"/>
            <p:cNvSpPr/>
            <p:nvPr/>
          </p:nvSpPr>
          <p:spPr>
            <a:xfrm rot="8716295">
              <a:off x="3107933" y="-20072"/>
              <a:ext cx="308531" cy="199994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7"/>
            <p:cNvSpPr/>
            <p:nvPr/>
          </p:nvSpPr>
          <p:spPr>
            <a:xfrm rot="8716295">
              <a:off x="3475628" y="-31540"/>
              <a:ext cx="98161" cy="118527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7"/>
            <p:cNvSpPr/>
            <p:nvPr/>
          </p:nvSpPr>
          <p:spPr>
            <a:xfrm rot="8716295">
              <a:off x="3412815" y="26999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7"/>
            <p:cNvSpPr/>
            <p:nvPr/>
          </p:nvSpPr>
          <p:spPr>
            <a:xfrm rot="8716295">
              <a:off x="3966406" y="-35912"/>
              <a:ext cx="123741" cy="85774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7"/>
            <p:cNvSpPr/>
            <p:nvPr/>
          </p:nvSpPr>
          <p:spPr>
            <a:xfrm rot="8716295">
              <a:off x="4089146" y="-31808"/>
              <a:ext cx="332088" cy="148365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7"/>
            <p:cNvSpPr/>
            <p:nvPr/>
          </p:nvSpPr>
          <p:spPr>
            <a:xfrm rot="8716295">
              <a:off x="3850379" y="-1086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7"/>
            <p:cNvSpPr/>
            <p:nvPr/>
          </p:nvSpPr>
          <p:spPr>
            <a:xfrm rot="7484129">
              <a:off x="4009196" y="18100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7"/>
            <p:cNvSpPr/>
            <p:nvPr/>
          </p:nvSpPr>
          <p:spPr>
            <a:xfrm rot="-8510606">
              <a:off x="4167846" y="13034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7"/>
            <p:cNvSpPr/>
            <p:nvPr/>
          </p:nvSpPr>
          <p:spPr>
            <a:xfrm rot="8716295">
              <a:off x="4488057" y="-10608"/>
              <a:ext cx="169580" cy="136116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37"/>
            <p:cNvSpPr/>
            <p:nvPr/>
          </p:nvSpPr>
          <p:spPr>
            <a:xfrm rot="8716295">
              <a:off x="3111565" y="373623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37"/>
            <p:cNvSpPr/>
            <p:nvPr/>
          </p:nvSpPr>
          <p:spPr>
            <a:xfrm rot="8716295">
              <a:off x="3246864" y="378049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37"/>
            <p:cNvSpPr/>
            <p:nvPr/>
          </p:nvSpPr>
          <p:spPr>
            <a:xfrm rot="8716295">
              <a:off x="3178981" y="364990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37"/>
            <p:cNvSpPr/>
            <p:nvPr/>
          </p:nvSpPr>
          <p:spPr>
            <a:xfrm rot="8716295">
              <a:off x="2941694" y="387024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37"/>
            <p:cNvSpPr/>
            <p:nvPr/>
          </p:nvSpPr>
          <p:spPr>
            <a:xfrm rot="8716295">
              <a:off x="2752648" y="355441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37"/>
            <p:cNvSpPr/>
            <p:nvPr/>
          </p:nvSpPr>
          <p:spPr>
            <a:xfrm rot="8716295">
              <a:off x="2734407" y="334436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37"/>
            <p:cNvSpPr/>
            <p:nvPr/>
          </p:nvSpPr>
          <p:spPr>
            <a:xfrm rot="8716295">
              <a:off x="3078183" y="393222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37"/>
            <p:cNvSpPr/>
            <p:nvPr/>
          </p:nvSpPr>
          <p:spPr>
            <a:xfrm rot="8716295">
              <a:off x="3549129" y="335761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37"/>
            <p:cNvSpPr/>
            <p:nvPr/>
          </p:nvSpPr>
          <p:spPr>
            <a:xfrm rot="8716295">
              <a:off x="3684428" y="340187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37"/>
            <p:cNvSpPr/>
            <p:nvPr/>
          </p:nvSpPr>
          <p:spPr>
            <a:xfrm rot="8716295">
              <a:off x="3379258" y="34916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37"/>
            <p:cNvSpPr/>
            <p:nvPr/>
          </p:nvSpPr>
          <p:spPr>
            <a:xfrm rot="8716295">
              <a:off x="3190213" y="317579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37"/>
            <p:cNvSpPr/>
            <p:nvPr/>
          </p:nvSpPr>
          <p:spPr>
            <a:xfrm rot="8716295">
              <a:off x="3515746" y="355361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37"/>
            <p:cNvSpPr/>
            <p:nvPr/>
          </p:nvSpPr>
          <p:spPr>
            <a:xfrm rot="8716295">
              <a:off x="3150300" y="332718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37"/>
            <p:cNvSpPr/>
            <p:nvPr/>
          </p:nvSpPr>
          <p:spPr>
            <a:xfrm rot="7484129">
              <a:off x="3674564" y="38432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37"/>
            <p:cNvSpPr/>
            <p:nvPr/>
          </p:nvSpPr>
          <p:spPr>
            <a:xfrm rot="-8510606">
              <a:off x="3833214" y="379257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37"/>
            <p:cNvSpPr/>
            <p:nvPr/>
          </p:nvSpPr>
          <p:spPr>
            <a:xfrm rot="8716295">
              <a:off x="4114105" y="350246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1" name="Google Shape;1321;p37"/>
            <p:cNvSpPr/>
            <p:nvPr/>
          </p:nvSpPr>
          <p:spPr>
            <a:xfrm rot="8716295">
              <a:off x="4035696" y="334566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37"/>
            <p:cNvSpPr/>
            <p:nvPr/>
          </p:nvSpPr>
          <p:spPr>
            <a:xfrm rot="8716295">
              <a:off x="3667532" y="339140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37"/>
            <p:cNvSpPr/>
            <p:nvPr/>
          </p:nvSpPr>
          <p:spPr>
            <a:xfrm rot="8716295">
              <a:off x="3936113" y="315039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37"/>
            <p:cNvSpPr/>
            <p:nvPr/>
          </p:nvSpPr>
          <p:spPr>
            <a:xfrm rot="8716295">
              <a:off x="3449338" y="473471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37"/>
            <p:cNvSpPr/>
            <p:nvPr/>
          </p:nvSpPr>
          <p:spPr>
            <a:xfrm rot="8716295">
              <a:off x="3580975" y="4773824"/>
              <a:ext cx="394489" cy="38345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7"/>
            <p:cNvSpPr/>
            <p:nvPr/>
          </p:nvSpPr>
          <p:spPr>
            <a:xfrm rot="8716295">
              <a:off x="3516754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37"/>
            <p:cNvSpPr/>
            <p:nvPr/>
          </p:nvSpPr>
          <p:spPr>
            <a:xfrm rot="8716295">
              <a:off x="3279467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37"/>
            <p:cNvSpPr/>
            <p:nvPr/>
          </p:nvSpPr>
          <p:spPr>
            <a:xfrm rot="8716295">
              <a:off x="3090421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7"/>
            <p:cNvSpPr/>
            <p:nvPr/>
          </p:nvSpPr>
          <p:spPr>
            <a:xfrm rot="8716295">
              <a:off x="3072180" y="434284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7"/>
            <p:cNvSpPr/>
            <p:nvPr/>
          </p:nvSpPr>
          <p:spPr>
            <a:xfrm rot="8716295">
              <a:off x="3388475" y="4959102"/>
              <a:ext cx="91035" cy="230894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7"/>
            <p:cNvSpPr/>
            <p:nvPr/>
          </p:nvSpPr>
          <p:spPr>
            <a:xfrm rot="8716295">
              <a:off x="3886902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7"/>
            <p:cNvSpPr/>
            <p:nvPr/>
          </p:nvSpPr>
          <p:spPr>
            <a:xfrm rot="8716295">
              <a:off x="4022201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7"/>
            <p:cNvSpPr/>
            <p:nvPr/>
          </p:nvSpPr>
          <p:spPr>
            <a:xfrm rot="8716295">
              <a:off x="3717031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7"/>
            <p:cNvSpPr/>
            <p:nvPr/>
          </p:nvSpPr>
          <p:spPr>
            <a:xfrm rot="8716295">
              <a:off x="3527986" y="417427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7"/>
            <p:cNvSpPr/>
            <p:nvPr/>
          </p:nvSpPr>
          <p:spPr>
            <a:xfrm rot="8716295">
              <a:off x="3853519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7"/>
            <p:cNvSpPr/>
            <p:nvPr/>
          </p:nvSpPr>
          <p:spPr>
            <a:xfrm rot="8716295">
              <a:off x="3488073" y="432567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7"/>
            <p:cNvSpPr/>
            <p:nvPr/>
          </p:nvSpPr>
          <p:spPr>
            <a:xfrm rot="7484129">
              <a:off x="4016569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7"/>
            <p:cNvSpPr/>
            <p:nvPr/>
          </p:nvSpPr>
          <p:spPr>
            <a:xfrm rot="-8510606">
              <a:off x="4226447" y="4804985"/>
              <a:ext cx="412568" cy="31406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7"/>
            <p:cNvSpPr/>
            <p:nvPr/>
          </p:nvSpPr>
          <p:spPr>
            <a:xfrm rot="8716295">
              <a:off x="4451878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7"/>
            <p:cNvSpPr/>
            <p:nvPr/>
          </p:nvSpPr>
          <p:spPr>
            <a:xfrm rot="8716295">
              <a:off x="4373469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7"/>
            <p:cNvSpPr/>
            <p:nvPr/>
          </p:nvSpPr>
          <p:spPr>
            <a:xfrm rot="8716295">
              <a:off x="4005305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7"/>
            <p:cNvSpPr/>
            <p:nvPr/>
          </p:nvSpPr>
          <p:spPr>
            <a:xfrm rot="8716295">
              <a:off x="4273886" y="414887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7"/>
            <p:cNvSpPr/>
            <p:nvPr/>
          </p:nvSpPr>
          <p:spPr>
            <a:xfrm rot="8716295">
              <a:off x="2776288" y="27358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7"/>
            <p:cNvSpPr/>
            <p:nvPr/>
          </p:nvSpPr>
          <p:spPr>
            <a:xfrm rot="8716295">
              <a:off x="2911587" y="278007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7"/>
            <p:cNvSpPr/>
            <p:nvPr/>
          </p:nvSpPr>
          <p:spPr>
            <a:xfrm rot="8716295">
              <a:off x="2843704" y="264948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7"/>
            <p:cNvSpPr/>
            <p:nvPr/>
          </p:nvSpPr>
          <p:spPr>
            <a:xfrm rot="8716295">
              <a:off x="2606417" y="28698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7"/>
            <p:cNvSpPr/>
            <p:nvPr/>
          </p:nvSpPr>
          <p:spPr>
            <a:xfrm rot="8716295">
              <a:off x="2417371" y="2553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7"/>
            <p:cNvSpPr/>
            <p:nvPr/>
          </p:nvSpPr>
          <p:spPr>
            <a:xfrm rot="8716295">
              <a:off x="2399130" y="234394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7"/>
            <p:cNvSpPr/>
            <p:nvPr/>
          </p:nvSpPr>
          <p:spPr>
            <a:xfrm rot="8716295">
              <a:off x="2742905" y="29318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7"/>
            <p:cNvSpPr/>
            <p:nvPr/>
          </p:nvSpPr>
          <p:spPr>
            <a:xfrm rot="8716295">
              <a:off x="3213852" y="235720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7"/>
            <p:cNvSpPr/>
            <p:nvPr/>
          </p:nvSpPr>
          <p:spPr>
            <a:xfrm rot="8716295">
              <a:off x="3349151" y="240146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7"/>
            <p:cNvSpPr/>
            <p:nvPr/>
          </p:nvSpPr>
          <p:spPr>
            <a:xfrm rot="8716295">
              <a:off x="3043981" y="249121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37"/>
            <p:cNvSpPr/>
            <p:nvPr/>
          </p:nvSpPr>
          <p:spPr>
            <a:xfrm rot="8716295">
              <a:off x="2854936" y="217538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7"/>
            <p:cNvSpPr/>
            <p:nvPr/>
          </p:nvSpPr>
          <p:spPr>
            <a:xfrm rot="8716295">
              <a:off x="3180469" y="25532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7"/>
            <p:cNvSpPr/>
            <p:nvPr/>
          </p:nvSpPr>
          <p:spPr>
            <a:xfrm rot="8716295">
              <a:off x="2815023" y="23267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7"/>
            <p:cNvSpPr/>
            <p:nvPr/>
          </p:nvSpPr>
          <p:spPr>
            <a:xfrm rot="7484129">
              <a:off x="3339287" y="28428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37"/>
            <p:cNvSpPr/>
            <p:nvPr/>
          </p:nvSpPr>
          <p:spPr>
            <a:xfrm rot="-8510606">
              <a:off x="3497937" y="27921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37"/>
            <p:cNvSpPr/>
            <p:nvPr/>
          </p:nvSpPr>
          <p:spPr>
            <a:xfrm rot="8716295">
              <a:off x="3778828" y="250204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37"/>
            <p:cNvSpPr/>
            <p:nvPr/>
          </p:nvSpPr>
          <p:spPr>
            <a:xfrm rot="8716295">
              <a:off x="3700418" y="23452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37"/>
            <p:cNvSpPr/>
            <p:nvPr/>
          </p:nvSpPr>
          <p:spPr>
            <a:xfrm rot="8716295">
              <a:off x="3332255" y="23909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37"/>
            <p:cNvSpPr/>
            <p:nvPr/>
          </p:nvSpPr>
          <p:spPr>
            <a:xfrm rot="8716295">
              <a:off x="3600836" y="214997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37"/>
            <p:cNvSpPr/>
            <p:nvPr/>
          </p:nvSpPr>
          <p:spPr>
            <a:xfrm rot="8716295">
              <a:off x="2438515" y="17373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37"/>
            <p:cNvSpPr/>
            <p:nvPr/>
          </p:nvSpPr>
          <p:spPr>
            <a:xfrm rot="8716295">
              <a:off x="2573814" y="17815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37"/>
            <p:cNvSpPr/>
            <p:nvPr/>
          </p:nvSpPr>
          <p:spPr>
            <a:xfrm rot="8716295">
              <a:off x="2505931" y="165100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37"/>
            <p:cNvSpPr/>
            <p:nvPr/>
          </p:nvSpPr>
          <p:spPr>
            <a:xfrm rot="8716295">
              <a:off x="2268644" y="18713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37"/>
            <p:cNvSpPr/>
            <p:nvPr/>
          </p:nvSpPr>
          <p:spPr>
            <a:xfrm rot="8716295">
              <a:off x="2079598" y="1555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37"/>
            <p:cNvSpPr/>
            <p:nvPr/>
          </p:nvSpPr>
          <p:spPr>
            <a:xfrm rot="8716295">
              <a:off x="2061357" y="134546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37"/>
            <p:cNvSpPr/>
            <p:nvPr/>
          </p:nvSpPr>
          <p:spPr>
            <a:xfrm rot="8716295">
              <a:off x="2405132" y="193333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37"/>
            <p:cNvSpPr/>
            <p:nvPr/>
          </p:nvSpPr>
          <p:spPr>
            <a:xfrm rot="8716295">
              <a:off x="2876079" y="13587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37"/>
            <p:cNvSpPr/>
            <p:nvPr/>
          </p:nvSpPr>
          <p:spPr>
            <a:xfrm rot="8716295">
              <a:off x="3011378" y="14029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37"/>
            <p:cNvSpPr/>
            <p:nvPr/>
          </p:nvSpPr>
          <p:spPr>
            <a:xfrm rot="8716295">
              <a:off x="2706208" y="14927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37"/>
            <p:cNvSpPr/>
            <p:nvPr/>
          </p:nvSpPr>
          <p:spPr>
            <a:xfrm rot="8716295">
              <a:off x="2517163" y="11768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37"/>
            <p:cNvSpPr/>
            <p:nvPr/>
          </p:nvSpPr>
          <p:spPr>
            <a:xfrm rot="8716295">
              <a:off x="2842696" y="155471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37"/>
            <p:cNvSpPr/>
            <p:nvPr/>
          </p:nvSpPr>
          <p:spPr>
            <a:xfrm rot="8716295">
              <a:off x="2477250" y="132829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37"/>
            <p:cNvSpPr/>
            <p:nvPr/>
          </p:nvSpPr>
          <p:spPr>
            <a:xfrm rot="7484129">
              <a:off x="3001514" y="18443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37"/>
            <p:cNvSpPr/>
            <p:nvPr/>
          </p:nvSpPr>
          <p:spPr>
            <a:xfrm rot="-8510606">
              <a:off x="3160164" y="179368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37"/>
            <p:cNvSpPr/>
            <p:nvPr/>
          </p:nvSpPr>
          <p:spPr>
            <a:xfrm rot="8716295">
              <a:off x="3441055" y="150356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37"/>
            <p:cNvSpPr/>
            <p:nvPr/>
          </p:nvSpPr>
          <p:spPr>
            <a:xfrm rot="8716295">
              <a:off x="3362645" y="134677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37"/>
            <p:cNvSpPr/>
            <p:nvPr/>
          </p:nvSpPr>
          <p:spPr>
            <a:xfrm rot="8716295">
              <a:off x="2994482" y="13925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37"/>
            <p:cNvSpPr/>
            <p:nvPr/>
          </p:nvSpPr>
          <p:spPr>
            <a:xfrm rot="8716295">
              <a:off x="3263063" y="115149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37"/>
            <p:cNvSpPr/>
            <p:nvPr/>
          </p:nvSpPr>
          <p:spPr>
            <a:xfrm rot="8716295">
              <a:off x="2107141" y="73528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37"/>
            <p:cNvSpPr/>
            <p:nvPr/>
          </p:nvSpPr>
          <p:spPr>
            <a:xfrm rot="8716295">
              <a:off x="2242440" y="77954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37"/>
            <p:cNvSpPr/>
            <p:nvPr/>
          </p:nvSpPr>
          <p:spPr>
            <a:xfrm rot="8716295">
              <a:off x="2174558" y="64895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37"/>
            <p:cNvSpPr/>
            <p:nvPr/>
          </p:nvSpPr>
          <p:spPr>
            <a:xfrm rot="8716295">
              <a:off x="1937270" y="8692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37"/>
            <p:cNvSpPr/>
            <p:nvPr/>
          </p:nvSpPr>
          <p:spPr>
            <a:xfrm rot="8716295">
              <a:off x="1748224" y="55346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37"/>
            <p:cNvSpPr/>
            <p:nvPr/>
          </p:nvSpPr>
          <p:spPr>
            <a:xfrm rot="8716295">
              <a:off x="1729983" y="34341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37"/>
            <p:cNvSpPr/>
            <p:nvPr/>
          </p:nvSpPr>
          <p:spPr>
            <a:xfrm rot="8716295">
              <a:off x="2073759" y="93127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37"/>
            <p:cNvSpPr/>
            <p:nvPr/>
          </p:nvSpPr>
          <p:spPr>
            <a:xfrm rot="8716295">
              <a:off x="2544705" y="35666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37"/>
            <p:cNvSpPr/>
            <p:nvPr/>
          </p:nvSpPr>
          <p:spPr>
            <a:xfrm rot="8716295">
              <a:off x="2680004" y="40092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37"/>
            <p:cNvSpPr/>
            <p:nvPr/>
          </p:nvSpPr>
          <p:spPr>
            <a:xfrm rot="8716295">
              <a:off x="2374834" y="49068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37"/>
            <p:cNvSpPr/>
            <p:nvPr/>
          </p:nvSpPr>
          <p:spPr>
            <a:xfrm rot="8716295">
              <a:off x="2185790" y="17484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37"/>
            <p:cNvSpPr/>
            <p:nvPr/>
          </p:nvSpPr>
          <p:spPr>
            <a:xfrm rot="8716295">
              <a:off x="2511323" y="55266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37"/>
            <p:cNvSpPr/>
            <p:nvPr/>
          </p:nvSpPr>
          <p:spPr>
            <a:xfrm rot="8716295">
              <a:off x="2145876" y="32623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37"/>
            <p:cNvSpPr/>
            <p:nvPr/>
          </p:nvSpPr>
          <p:spPr>
            <a:xfrm rot="7484129">
              <a:off x="2670140" y="84228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5" name="Google Shape;1395;p37"/>
            <p:cNvSpPr/>
            <p:nvPr/>
          </p:nvSpPr>
          <p:spPr>
            <a:xfrm rot="-8510606">
              <a:off x="2828790" y="79162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37"/>
            <p:cNvSpPr/>
            <p:nvPr/>
          </p:nvSpPr>
          <p:spPr>
            <a:xfrm rot="8716295">
              <a:off x="3109681" y="50151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37"/>
            <p:cNvSpPr/>
            <p:nvPr/>
          </p:nvSpPr>
          <p:spPr>
            <a:xfrm rot="8716295">
              <a:off x="3031272" y="34471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37"/>
            <p:cNvSpPr/>
            <p:nvPr/>
          </p:nvSpPr>
          <p:spPr>
            <a:xfrm rot="8716295">
              <a:off x="2663108" y="39046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37"/>
            <p:cNvSpPr/>
            <p:nvPr/>
          </p:nvSpPr>
          <p:spPr>
            <a:xfrm rot="8716295">
              <a:off x="2931690" y="14944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37"/>
            <p:cNvSpPr/>
            <p:nvPr/>
          </p:nvSpPr>
          <p:spPr>
            <a:xfrm rot="8716295">
              <a:off x="1834766" y="-57684"/>
              <a:ext cx="186564" cy="129320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37"/>
            <p:cNvSpPr/>
            <p:nvPr/>
          </p:nvSpPr>
          <p:spPr>
            <a:xfrm rot="8716295">
              <a:off x="1969949" y="-13794"/>
              <a:ext cx="394488" cy="14836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37"/>
            <p:cNvSpPr/>
            <p:nvPr/>
          </p:nvSpPr>
          <p:spPr>
            <a:xfrm rot="8716295">
              <a:off x="1736738" y="-7282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37"/>
            <p:cNvSpPr/>
            <p:nvPr/>
          </p:nvSpPr>
          <p:spPr>
            <a:xfrm rot="7484129">
              <a:off x="2399917" y="-21262"/>
              <a:ext cx="233243" cy="158079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37"/>
            <p:cNvSpPr/>
            <p:nvPr/>
          </p:nvSpPr>
          <p:spPr>
            <a:xfrm rot="-8510606">
              <a:off x="2721869" y="-65503"/>
              <a:ext cx="128296" cy="425348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37"/>
            <p:cNvSpPr/>
            <p:nvPr/>
          </p:nvSpPr>
          <p:spPr>
            <a:xfrm rot="8716295">
              <a:off x="5604774" y="3024342"/>
              <a:ext cx="274455" cy="13216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37"/>
            <p:cNvSpPr/>
            <p:nvPr/>
          </p:nvSpPr>
          <p:spPr>
            <a:xfrm rot="8716295">
              <a:off x="5742786" y="2375436"/>
              <a:ext cx="92417" cy="296278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37"/>
            <p:cNvSpPr/>
            <p:nvPr/>
          </p:nvSpPr>
          <p:spPr>
            <a:xfrm rot="8716295">
              <a:off x="5579033" y="24691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37"/>
            <p:cNvSpPr/>
            <p:nvPr/>
          </p:nvSpPr>
          <p:spPr>
            <a:xfrm rot="8716295">
              <a:off x="5389987" y="21533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37"/>
            <p:cNvSpPr/>
            <p:nvPr/>
          </p:nvSpPr>
          <p:spPr>
            <a:xfrm rot="8716295">
              <a:off x="5371746" y="194326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37"/>
            <p:cNvSpPr/>
            <p:nvPr/>
          </p:nvSpPr>
          <p:spPr>
            <a:xfrm rot="8716295">
              <a:off x="5716764" y="2550542"/>
              <a:ext cx="91035" cy="331729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37"/>
            <p:cNvSpPr/>
            <p:nvPr/>
          </p:nvSpPr>
          <p:spPr>
            <a:xfrm rot="8716295">
              <a:off x="5787639" y="192609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37"/>
            <p:cNvSpPr/>
            <p:nvPr/>
          </p:nvSpPr>
          <p:spPr>
            <a:xfrm rot="8716295">
              <a:off x="5411131" y="13366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37"/>
            <p:cNvSpPr/>
            <p:nvPr/>
          </p:nvSpPr>
          <p:spPr>
            <a:xfrm rot="8716295">
              <a:off x="5547629" y="1389153"/>
              <a:ext cx="346795" cy="385612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37"/>
            <p:cNvSpPr/>
            <p:nvPr/>
          </p:nvSpPr>
          <p:spPr>
            <a:xfrm rot="8716295">
              <a:off x="5478548" y="12503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37"/>
            <p:cNvSpPr/>
            <p:nvPr/>
          </p:nvSpPr>
          <p:spPr>
            <a:xfrm rot="8716295">
              <a:off x="5241260" y="14706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37"/>
            <p:cNvSpPr/>
            <p:nvPr/>
          </p:nvSpPr>
          <p:spPr>
            <a:xfrm rot="8716295">
              <a:off x="5052214" y="11548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37"/>
            <p:cNvSpPr/>
            <p:nvPr/>
          </p:nvSpPr>
          <p:spPr>
            <a:xfrm rot="8716295">
              <a:off x="5033973" y="9447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37"/>
            <p:cNvSpPr/>
            <p:nvPr/>
          </p:nvSpPr>
          <p:spPr>
            <a:xfrm rot="8716295">
              <a:off x="5377749" y="15326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37"/>
            <p:cNvSpPr/>
            <p:nvPr/>
          </p:nvSpPr>
          <p:spPr>
            <a:xfrm rot="8716295">
              <a:off x="5847873" y="996679"/>
              <a:ext cx="92417" cy="314872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37"/>
            <p:cNvSpPr/>
            <p:nvPr/>
          </p:nvSpPr>
          <p:spPr>
            <a:xfrm rot="8716295">
              <a:off x="5678824" y="10920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37"/>
            <p:cNvSpPr/>
            <p:nvPr/>
          </p:nvSpPr>
          <p:spPr>
            <a:xfrm rot="8716295">
              <a:off x="5489780" y="7762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37"/>
            <p:cNvSpPr/>
            <p:nvPr/>
          </p:nvSpPr>
          <p:spPr>
            <a:xfrm rot="8716295">
              <a:off x="5816554" y="1173443"/>
              <a:ext cx="91037" cy="331731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37"/>
            <p:cNvSpPr/>
            <p:nvPr/>
          </p:nvSpPr>
          <p:spPr>
            <a:xfrm rot="8716295">
              <a:off x="5449866" y="9276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37"/>
            <p:cNvSpPr/>
            <p:nvPr/>
          </p:nvSpPr>
          <p:spPr>
            <a:xfrm rot="8716295">
              <a:off x="5954717" y="1002572"/>
              <a:ext cx="48491" cy="55034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37"/>
            <p:cNvSpPr/>
            <p:nvPr/>
          </p:nvSpPr>
          <p:spPr>
            <a:xfrm rot="8716295">
              <a:off x="5079758" y="3345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37"/>
            <p:cNvSpPr/>
            <p:nvPr/>
          </p:nvSpPr>
          <p:spPr>
            <a:xfrm rot="8716295">
              <a:off x="5215056" y="3788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37"/>
            <p:cNvSpPr/>
            <p:nvPr/>
          </p:nvSpPr>
          <p:spPr>
            <a:xfrm rot="8716295">
              <a:off x="5147174" y="24826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37"/>
            <p:cNvSpPr/>
            <p:nvPr/>
          </p:nvSpPr>
          <p:spPr>
            <a:xfrm rot="8716295">
              <a:off x="4909887" y="4686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37"/>
            <p:cNvSpPr/>
            <p:nvPr/>
          </p:nvSpPr>
          <p:spPr>
            <a:xfrm rot="8716295">
              <a:off x="4720840" y="15277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37"/>
            <p:cNvSpPr/>
            <p:nvPr/>
          </p:nvSpPr>
          <p:spPr>
            <a:xfrm rot="8716295">
              <a:off x="4702019" y="-47743"/>
              <a:ext cx="439901" cy="516041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37"/>
            <p:cNvSpPr/>
            <p:nvPr/>
          </p:nvSpPr>
          <p:spPr>
            <a:xfrm rot="8716295">
              <a:off x="5046375" y="53059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37"/>
            <p:cNvSpPr/>
            <p:nvPr/>
          </p:nvSpPr>
          <p:spPr>
            <a:xfrm rot="8716295">
              <a:off x="5517321" y="-440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37"/>
            <p:cNvSpPr/>
            <p:nvPr/>
          </p:nvSpPr>
          <p:spPr>
            <a:xfrm rot="8716295">
              <a:off x="5660365" y="29418"/>
              <a:ext cx="361480" cy="358038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37"/>
            <p:cNvSpPr/>
            <p:nvPr/>
          </p:nvSpPr>
          <p:spPr>
            <a:xfrm rot="8716295">
              <a:off x="5347450" y="899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37"/>
            <p:cNvSpPr/>
            <p:nvPr/>
          </p:nvSpPr>
          <p:spPr>
            <a:xfrm rot="8716295">
              <a:off x="5220022" y="-7080"/>
              <a:ext cx="219414" cy="84041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37"/>
            <p:cNvSpPr/>
            <p:nvPr/>
          </p:nvSpPr>
          <p:spPr>
            <a:xfrm rot="8716295">
              <a:off x="5483939" y="15198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37"/>
            <p:cNvSpPr/>
            <p:nvPr/>
          </p:nvSpPr>
          <p:spPr>
            <a:xfrm rot="8716295">
              <a:off x="5128323" y="-20358"/>
              <a:ext cx="80664" cy="63766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37"/>
            <p:cNvSpPr/>
            <p:nvPr/>
          </p:nvSpPr>
          <p:spPr>
            <a:xfrm rot="7484129">
              <a:off x="5642756" y="4415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37"/>
            <p:cNvSpPr/>
            <p:nvPr/>
          </p:nvSpPr>
          <p:spPr>
            <a:xfrm rot="-8510606">
              <a:off x="5789679" y="415199"/>
              <a:ext cx="360116" cy="446294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37"/>
            <p:cNvSpPr/>
            <p:nvPr/>
          </p:nvSpPr>
          <p:spPr>
            <a:xfrm rot="8716295">
              <a:off x="5996886" y="-12676"/>
              <a:ext cx="90399" cy="122140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37"/>
            <p:cNvSpPr/>
            <p:nvPr/>
          </p:nvSpPr>
          <p:spPr>
            <a:xfrm rot="8716295">
              <a:off x="5631023" y="-8174"/>
              <a:ext cx="87445" cy="82387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42" name="Google Shape;1442;p37"/>
          <p:cNvSpPr txBox="1"/>
          <p:nvPr>
            <p:ph idx="1" type="body"/>
          </p:nvPr>
        </p:nvSpPr>
        <p:spPr>
          <a:xfrm>
            <a:off x="663541" y="526470"/>
            <a:ext cx="7379432" cy="2991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b="1" sz="5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1443" name="Google Shape;1443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3988359"/>
            <a:ext cx="2255854" cy="6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itre 3">
  <p:cSld name="Slide de titre 3">
    <p:bg>
      <p:bgPr>
        <a:solidFill>
          <a:schemeClr val="dk1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p38"/>
          <p:cNvGrpSpPr/>
          <p:nvPr/>
        </p:nvGrpSpPr>
        <p:grpSpPr>
          <a:xfrm>
            <a:off x="-242071" y="-127083"/>
            <a:ext cx="6491255" cy="5477926"/>
            <a:chOff x="-242071" y="-127083"/>
            <a:chExt cx="6491255" cy="5477926"/>
          </a:xfrm>
        </p:grpSpPr>
        <p:sp>
          <p:nvSpPr>
            <p:cNvPr id="1446" name="Google Shape;1446;p38"/>
            <p:cNvSpPr/>
            <p:nvPr/>
          </p:nvSpPr>
          <p:spPr>
            <a:xfrm rot="8716295">
              <a:off x="1460344" y="348006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38"/>
            <p:cNvSpPr/>
            <p:nvPr/>
          </p:nvSpPr>
          <p:spPr>
            <a:xfrm rot="8716295">
              <a:off x="1595642" y="352432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38"/>
            <p:cNvSpPr/>
            <p:nvPr/>
          </p:nvSpPr>
          <p:spPr>
            <a:xfrm rot="8716295">
              <a:off x="1527760" y="339373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38"/>
            <p:cNvSpPr/>
            <p:nvPr/>
          </p:nvSpPr>
          <p:spPr>
            <a:xfrm rot="8716295">
              <a:off x="1290473" y="361408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38"/>
            <p:cNvSpPr/>
            <p:nvPr/>
          </p:nvSpPr>
          <p:spPr>
            <a:xfrm rot="8716295">
              <a:off x="1101427" y="329824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38"/>
            <p:cNvSpPr/>
            <p:nvPr/>
          </p:nvSpPr>
          <p:spPr>
            <a:xfrm rot="8716295">
              <a:off x="1083185" y="308819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38"/>
            <p:cNvSpPr/>
            <p:nvPr/>
          </p:nvSpPr>
          <p:spPr>
            <a:xfrm rot="8716295">
              <a:off x="1426961" y="367606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 rot="8716295">
              <a:off x="1897908" y="310145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 rot="8716295">
              <a:off x="2033206" y="314571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38"/>
            <p:cNvSpPr/>
            <p:nvPr/>
          </p:nvSpPr>
          <p:spPr>
            <a:xfrm rot="8716295">
              <a:off x="1728037" y="32354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38"/>
            <p:cNvSpPr/>
            <p:nvPr/>
          </p:nvSpPr>
          <p:spPr>
            <a:xfrm rot="8716295">
              <a:off x="1538992" y="291963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38"/>
            <p:cNvSpPr/>
            <p:nvPr/>
          </p:nvSpPr>
          <p:spPr>
            <a:xfrm rot="8716295">
              <a:off x="1864525" y="329745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38"/>
            <p:cNvSpPr/>
            <p:nvPr/>
          </p:nvSpPr>
          <p:spPr>
            <a:xfrm rot="8716295">
              <a:off x="1499078" y="307102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38"/>
            <p:cNvSpPr/>
            <p:nvPr/>
          </p:nvSpPr>
          <p:spPr>
            <a:xfrm rot="7484129">
              <a:off x="2023343" y="358706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38"/>
            <p:cNvSpPr/>
            <p:nvPr/>
          </p:nvSpPr>
          <p:spPr>
            <a:xfrm rot="-8510606">
              <a:off x="2181992" y="353641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38"/>
            <p:cNvSpPr/>
            <p:nvPr/>
          </p:nvSpPr>
          <p:spPr>
            <a:xfrm rot="8716295">
              <a:off x="2462883" y="324629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38"/>
            <p:cNvSpPr/>
            <p:nvPr/>
          </p:nvSpPr>
          <p:spPr>
            <a:xfrm rot="8716295">
              <a:off x="2384474" y="308950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38"/>
            <p:cNvSpPr/>
            <p:nvPr/>
          </p:nvSpPr>
          <p:spPr>
            <a:xfrm rot="8716295">
              <a:off x="2016311" y="313524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38"/>
            <p:cNvSpPr/>
            <p:nvPr/>
          </p:nvSpPr>
          <p:spPr>
            <a:xfrm rot="8716295">
              <a:off x="2284892" y="289422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38"/>
            <p:cNvSpPr/>
            <p:nvPr/>
          </p:nvSpPr>
          <p:spPr>
            <a:xfrm rot="8716295">
              <a:off x="1798117" y="44785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38"/>
            <p:cNvSpPr/>
            <p:nvPr/>
          </p:nvSpPr>
          <p:spPr>
            <a:xfrm rot="8716295">
              <a:off x="1933415" y="452281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38"/>
            <p:cNvSpPr/>
            <p:nvPr/>
          </p:nvSpPr>
          <p:spPr>
            <a:xfrm rot="8716295">
              <a:off x="1865533" y="43922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38"/>
            <p:cNvSpPr/>
            <p:nvPr/>
          </p:nvSpPr>
          <p:spPr>
            <a:xfrm rot="8716295">
              <a:off x="1628246" y="461256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38"/>
            <p:cNvSpPr/>
            <p:nvPr/>
          </p:nvSpPr>
          <p:spPr>
            <a:xfrm rot="8716295">
              <a:off x="1439200" y="42967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38"/>
            <p:cNvSpPr/>
            <p:nvPr/>
          </p:nvSpPr>
          <p:spPr>
            <a:xfrm rot="8716295">
              <a:off x="1420958" y="40866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38"/>
            <p:cNvSpPr/>
            <p:nvPr/>
          </p:nvSpPr>
          <p:spPr>
            <a:xfrm rot="8716295">
              <a:off x="1764734" y="46745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38"/>
            <p:cNvSpPr/>
            <p:nvPr/>
          </p:nvSpPr>
          <p:spPr>
            <a:xfrm rot="8716295">
              <a:off x="2235681" y="40999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38"/>
            <p:cNvSpPr/>
            <p:nvPr/>
          </p:nvSpPr>
          <p:spPr>
            <a:xfrm rot="8716295">
              <a:off x="2370979" y="41441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38"/>
            <p:cNvSpPr/>
            <p:nvPr/>
          </p:nvSpPr>
          <p:spPr>
            <a:xfrm rot="8716295">
              <a:off x="2065810" y="42339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38"/>
            <p:cNvSpPr/>
            <p:nvPr/>
          </p:nvSpPr>
          <p:spPr>
            <a:xfrm rot="8716295">
              <a:off x="1876765" y="39181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38"/>
            <p:cNvSpPr/>
            <p:nvPr/>
          </p:nvSpPr>
          <p:spPr>
            <a:xfrm rot="8716295">
              <a:off x="2202298" y="429593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38"/>
            <p:cNvSpPr/>
            <p:nvPr/>
          </p:nvSpPr>
          <p:spPr>
            <a:xfrm rot="8716295">
              <a:off x="1836851" y="40695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38"/>
            <p:cNvSpPr/>
            <p:nvPr/>
          </p:nvSpPr>
          <p:spPr>
            <a:xfrm rot="7484129">
              <a:off x="2361116" y="458555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9" name="Google Shape;1479;p38"/>
            <p:cNvSpPr/>
            <p:nvPr/>
          </p:nvSpPr>
          <p:spPr>
            <a:xfrm rot="-8510606">
              <a:off x="2519765" y="453489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0" name="Google Shape;1480;p38"/>
            <p:cNvSpPr/>
            <p:nvPr/>
          </p:nvSpPr>
          <p:spPr>
            <a:xfrm rot="8716295">
              <a:off x="2800656" y="424478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38"/>
            <p:cNvSpPr/>
            <p:nvPr/>
          </p:nvSpPr>
          <p:spPr>
            <a:xfrm rot="8716295">
              <a:off x="2722247" y="408798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38"/>
            <p:cNvSpPr/>
            <p:nvPr/>
          </p:nvSpPr>
          <p:spPr>
            <a:xfrm rot="8716295">
              <a:off x="2354084" y="41337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38"/>
            <p:cNvSpPr/>
            <p:nvPr/>
          </p:nvSpPr>
          <p:spPr>
            <a:xfrm rot="8716295">
              <a:off x="2622665" y="38927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38"/>
            <p:cNvSpPr/>
            <p:nvPr/>
          </p:nvSpPr>
          <p:spPr>
            <a:xfrm rot="8716295">
              <a:off x="1836002" y="5051565"/>
              <a:ext cx="229466" cy="172677"/>
            </a:xfrm>
            <a:custGeom>
              <a:rect b="b" l="l" r="r" t="t"/>
              <a:pathLst>
                <a:path extrusionOk="0" h="172677" w="229466">
                  <a:moveTo>
                    <a:pt x="37429" y="127889"/>
                  </a:moveTo>
                  <a:cubicBezTo>
                    <a:pt x="14722" y="105850"/>
                    <a:pt x="4537" y="71789"/>
                    <a:pt x="864" y="25330"/>
                  </a:cubicBezTo>
                  <a:lnTo>
                    <a:pt x="0" y="0"/>
                  </a:lnTo>
                  <a:lnTo>
                    <a:pt x="229466" y="159058"/>
                  </a:lnTo>
                  <a:lnTo>
                    <a:pt x="210504" y="164122"/>
                  </a:lnTo>
                  <a:cubicBezTo>
                    <a:pt x="187032" y="168685"/>
                    <a:pt x="165437" y="171301"/>
                    <a:pt x="146960" y="172414"/>
                  </a:cubicBezTo>
                  <a:cubicBezTo>
                    <a:pt x="105998" y="175086"/>
                    <a:pt x="65926" y="157276"/>
                    <a:pt x="37429" y="12788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38"/>
            <p:cNvSpPr/>
            <p:nvPr/>
          </p:nvSpPr>
          <p:spPr>
            <a:xfrm rot="8716295">
              <a:off x="2865171" y="5107739"/>
              <a:ext cx="36955" cy="50812"/>
            </a:xfrm>
            <a:custGeom>
              <a:rect b="b" l="l" r="r" t="t"/>
              <a:pathLst>
                <a:path extrusionOk="0" h="50812" w="36955">
                  <a:moveTo>
                    <a:pt x="0" y="50812"/>
                  </a:moveTo>
                  <a:lnTo>
                    <a:pt x="0" y="0"/>
                  </a:lnTo>
                  <a:lnTo>
                    <a:pt x="36955" y="2561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38"/>
            <p:cNvSpPr/>
            <p:nvPr/>
          </p:nvSpPr>
          <p:spPr>
            <a:xfrm rot="8716295">
              <a:off x="2291544" y="4886156"/>
              <a:ext cx="209028" cy="296463"/>
            </a:xfrm>
            <a:custGeom>
              <a:rect b="b" l="l" r="r" t="t"/>
              <a:pathLst>
                <a:path extrusionOk="0" h="296463" w="209028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82199" y="0"/>
                  </a:lnTo>
                  <a:lnTo>
                    <a:pt x="209028" y="879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38"/>
            <p:cNvSpPr/>
            <p:nvPr/>
          </p:nvSpPr>
          <p:spPr>
            <a:xfrm rot="8716295">
              <a:off x="2159594" y="5061280"/>
              <a:ext cx="112869" cy="105684"/>
            </a:xfrm>
            <a:custGeom>
              <a:rect b="b" l="l" r="r" t="t"/>
              <a:pathLst>
                <a:path extrusionOk="0" h="105684" w="112869">
                  <a:moveTo>
                    <a:pt x="17362" y="89236"/>
                  </a:moveTo>
                  <a:cubicBezTo>
                    <a:pt x="6397" y="78271"/>
                    <a:pt x="0" y="63651"/>
                    <a:pt x="0" y="48117"/>
                  </a:cubicBezTo>
                  <a:lnTo>
                    <a:pt x="0" y="47203"/>
                  </a:lnTo>
                  <a:cubicBezTo>
                    <a:pt x="0" y="31669"/>
                    <a:pt x="6397" y="17049"/>
                    <a:pt x="17362" y="6084"/>
                  </a:cubicBezTo>
                  <a:lnTo>
                    <a:pt x="31771" y="0"/>
                  </a:lnTo>
                  <a:lnTo>
                    <a:pt x="112869" y="56215"/>
                  </a:lnTo>
                  <a:lnTo>
                    <a:pt x="99601" y="88323"/>
                  </a:lnTo>
                  <a:cubicBezTo>
                    <a:pt x="88636" y="99288"/>
                    <a:pt x="74015" y="105684"/>
                    <a:pt x="58481" y="105684"/>
                  </a:cubicBezTo>
                  <a:cubicBezTo>
                    <a:pt x="42947" y="105684"/>
                    <a:pt x="28327" y="100202"/>
                    <a:pt x="17362" y="8923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38"/>
            <p:cNvSpPr/>
            <p:nvPr/>
          </p:nvSpPr>
          <p:spPr>
            <a:xfrm rot="8716295">
              <a:off x="3051941" y="5073759"/>
              <a:ext cx="145251" cy="115110"/>
            </a:xfrm>
            <a:custGeom>
              <a:rect b="b" l="l" r="r" t="t"/>
              <a:pathLst>
                <a:path extrusionOk="0" h="115110" w="145251">
                  <a:moveTo>
                    <a:pt x="26453" y="90050"/>
                  </a:moveTo>
                  <a:cubicBezTo>
                    <a:pt x="9746" y="73344"/>
                    <a:pt x="0" y="51068"/>
                    <a:pt x="0" y="27401"/>
                  </a:cubicBezTo>
                  <a:lnTo>
                    <a:pt x="0" y="26008"/>
                  </a:lnTo>
                  <a:lnTo>
                    <a:pt x="10982" y="0"/>
                  </a:lnTo>
                  <a:lnTo>
                    <a:pt x="145251" y="93071"/>
                  </a:lnTo>
                  <a:lnTo>
                    <a:pt x="123037" y="108149"/>
                  </a:lnTo>
                  <a:cubicBezTo>
                    <a:pt x="112421" y="112674"/>
                    <a:pt x="100936" y="115110"/>
                    <a:pt x="89101" y="115110"/>
                  </a:cubicBezTo>
                  <a:cubicBezTo>
                    <a:pt x="65434" y="115110"/>
                    <a:pt x="43159" y="106756"/>
                    <a:pt x="26453" y="9005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9" name="Google Shape;1489;p38"/>
            <p:cNvSpPr/>
            <p:nvPr/>
          </p:nvSpPr>
          <p:spPr>
            <a:xfrm rot="8716295">
              <a:off x="2953631" y="488922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0" name="Google Shape;1490;p38"/>
            <p:cNvSpPr/>
            <p:nvPr/>
          </p:nvSpPr>
          <p:spPr>
            <a:xfrm rot="8716295">
              <a:off x="1125067" y="247965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38"/>
            <p:cNvSpPr/>
            <p:nvPr/>
          </p:nvSpPr>
          <p:spPr>
            <a:xfrm rot="8716295">
              <a:off x="1260365" y="252391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38"/>
            <p:cNvSpPr/>
            <p:nvPr/>
          </p:nvSpPr>
          <p:spPr>
            <a:xfrm rot="8716295">
              <a:off x="1192483" y="2393326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38"/>
            <p:cNvSpPr/>
            <p:nvPr/>
          </p:nvSpPr>
          <p:spPr>
            <a:xfrm rot="8716295">
              <a:off x="955196" y="261367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38"/>
            <p:cNvSpPr/>
            <p:nvPr/>
          </p:nvSpPr>
          <p:spPr>
            <a:xfrm rot="8716295">
              <a:off x="766149" y="22978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5" name="Google Shape;1495;p38"/>
            <p:cNvSpPr/>
            <p:nvPr/>
          </p:nvSpPr>
          <p:spPr>
            <a:xfrm rot="8716295">
              <a:off x="747908" y="208778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6" name="Google Shape;1496;p38"/>
            <p:cNvSpPr/>
            <p:nvPr/>
          </p:nvSpPr>
          <p:spPr>
            <a:xfrm rot="8716295">
              <a:off x="1091684" y="267565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38"/>
            <p:cNvSpPr/>
            <p:nvPr/>
          </p:nvSpPr>
          <p:spPr>
            <a:xfrm rot="8716295">
              <a:off x="1562630" y="210103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38"/>
            <p:cNvSpPr/>
            <p:nvPr/>
          </p:nvSpPr>
          <p:spPr>
            <a:xfrm rot="8716295">
              <a:off x="1697929" y="214529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38"/>
            <p:cNvSpPr/>
            <p:nvPr/>
          </p:nvSpPr>
          <p:spPr>
            <a:xfrm rot="8716295">
              <a:off x="1392759" y="223505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38"/>
            <p:cNvSpPr/>
            <p:nvPr/>
          </p:nvSpPr>
          <p:spPr>
            <a:xfrm rot="8716295">
              <a:off x="1203715" y="19192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38"/>
            <p:cNvSpPr/>
            <p:nvPr/>
          </p:nvSpPr>
          <p:spPr>
            <a:xfrm rot="8716295">
              <a:off x="1529248" y="229703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38"/>
            <p:cNvSpPr/>
            <p:nvPr/>
          </p:nvSpPr>
          <p:spPr>
            <a:xfrm rot="8716295">
              <a:off x="1163801" y="207061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38"/>
            <p:cNvSpPr/>
            <p:nvPr/>
          </p:nvSpPr>
          <p:spPr>
            <a:xfrm rot="7484129">
              <a:off x="1688065" y="258665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38"/>
            <p:cNvSpPr/>
            <p:nvPr/>
          </p:nvSpPr>
          <p:spPr>
            <a:xfrm rot="-8510606">
              <a:off x="1846715" y="253600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38"/>
            <p:cNvSpPr/>
            <p:nvPr/>
          </p:nvSpPr>
          <p:spPr>
            <a:xfrm rot="8716295">
              <a:off x="2127606" y="224588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38"/>
            <p:cNvSpPr/>
            <p:nvPr/>
          </p:nvSpPr>
          <p:spPr>
            <a:xfrm rot="8716295">
              <a:off x="2049197" y="208909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38"/>
            <p:cNvSpPr/>
            <p:nvPr/>
          </p:nvSpPr>
          <p:spPr>
            <a:xfrm rot="8716295">
              <a:off x="1681033" y="21348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38"/>
            <p:cNvSpPr/>
            <p:nvPr/>
          </p:nvSpPr>
          <p:spPr>
            <a:xfrm rot="8716295">
              <a:off x="1949615" y="189381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38"/>
            <p:cNvSpPr/>
            <p:nvPr/>
          </p:nvSpPr>
          <p:spPr>
            <a:xfrm rot="8716295">
              <a:off x="787294" y="148117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38"/>
            <p:cNvSpPr/>
            <p:nvPr/>
          </p:nvSpPr>
          <p:spPr>
            <a:xfrm rot="8716295">
              <a:off x="922592" y="152543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38"/>
            <p:cNvSpPr/>
            <p:nvPr/>
          </p:nvSpPr>
          <p:spPr>
            <a:xfrm rot="8716295">
              <a:off x="854710" y="1394843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38"/>
            <p:cNvSpPr/>
            <p:nvPr/>
          </p:nvSpPr>
          <p:spPr>
            <a:xfrm rot="8716295">
              <a:off x="617423" y="161518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38"/>
            <p:cNvSpPr/>
            <p:nvPr/>
          </p:nvSpPr>
          <p:spPr>
            <a:xfrm rot="8716295">
              <a:off x="428376" y="129935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38"/>
            <p:cNvSpPr/>
            <p:nvPr/>
          </p:nvSpPr>
          <p:spPr>
            <a:xfrm rot="8716295">
              <a:off x="410135" y="108930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38"/>
            <p:cNvSpPr/>
            <p:nvPr/>
          </p:nvSpPr>
          <p:spPr>
            <a:xfrm rot="8716295">
              <a:off x="753911" y="1677170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38"/>
            <p:cNvSpPr/>
            <p:nvPr/>
          </p:nvSpPr>
          <p:spPr>
            <a:xfrm rot="8716295">
              <a:off x="1224858" y="110255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38"/>
            <p:cNvSpPr/>
            <p:nvPr/>
          </p:nvSpPr>
          <p:spPr>
            <a:xfrm rot="8716295">
              <a:off x="1360156" y="1146815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38"/>
            <p:cNvSpPr/>
            <p:nvPr/>
          </p:nvSpPr>
          <p:spPr>
            <a:xfrm rot="8716295">
              <a:off x="1054986" y="123657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38"/>
            <p:cNvSpPr/>
            <p:nvPr/>
          </p:nvSpPr>
          <p:spPr>
            <a:xfrm rot="8716295">
              <a:off x="865942" y="9207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38"/>
            <p:cNvSpPr/>
            <p:nvPr/>
          </p:nvSpPr>
          <p:spPr>
            <a:xfrm rot="8716295">
              <a:off x="1191475" y="1298554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38"/>
            <p:cNvSpPr/>
            <p:nvPr/>
          </p:nvSpPr>
          <p:spPr>
            <a:xfrm rot="8716295">
              <a:off x="826028" y="107212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38"/>
            <p:cNvSpPr/>
            <p:nvPr/>
          </p:nvSpPr>
          <p:spPr>
            <a:xfrm rot="7484129">
              <a:off x="1350292" y="158817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38"/>
            <p:cNvSpPr/>
            <p:nvPr/>
          </p:nvSpPr>
          <p:spPr>
            <a:xfrm rot="-8510606">
              <a:off x="1508942" y="1537520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38"/>
            <p:cNvSpPr/>
            <p:nvPr/>
          </p:nvSpPr>
          <p:spPr>
            <a:xfrm rot="8716295">
              <a:off x="1789833" y="1247402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38"/>
            <p:cNvSpPr/>
            <p:nvPr/>
          </p:nvSpPr>
          <p:spPr>
            <a:xfrm rot="8716295">
              <a:off x="1711424" y="109061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38"/>
            <p:cNvSpPr/>
            <p:nvPr/>
          </p:nvSpPr>
          <p:spPr>
            <a:xfrm rot="8716295">
              <a:off x="1343261" y="11363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38"/>
            <p:cNvSpPr/>
            <p:nvPr/>
          </p:nvSpPr>
          <p:spPr>
            <a:xfrm rot="8716295">
              <a:off x="1611842" y="89533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38"/>
            <p:cNvSpPr/>
            <p:nvPr/>
          </p:nvSpPr>
          <p:spPr>
            <a:xfrm rot="8716295">
              <a:off x="455920" y="4791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38"/>
            <p:cNvSpPr/>
            <p:nvPr/>
          </p:nvSpPr>
          <p:spPr>
            <a:xfrm rot="8716295">
              <a:off x="591219" y="5233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38"/>
            <p:cNvSpPr/>
            <p:nvPr/>
          </p:nvSpPr>
          <p:spPr>
            <a:xfrm rot="8716295">
              <a:off x="523336" y="39278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38"/>
            <p:cNvSpPr/>
            <p:nvPr/>
          </p:nvSpPr>
          <p:spPr>
            <a:xfrm rot="8716295">
              <a:off x="286049" y="6131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38"/>
            <p:cNvSpPr/>
            <p:nvPr/>
          </p:nvSpPr>
          <p:spPr>
            <a:xfrm rot="8716295">
              <a:off x="97003" y="2972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38"/>
            <p:cNvSpPr/>
            <p:nvPr/>
          </p:nvSpPr>
          <p:spPr>
            <a:xfrm rot="8716295">
              <a:off x="78761" y="87249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38"/>
            <p:cNvSpPr/>
            <p:nvPr/>
          </p:nvSpPr>
          <p:spPr>
            <a:xfrm rot="8716295">
              <a:off x="422537" y="6751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38"/>
            <p:cNvSpPr/>
            <p:nvPr/>
          </p:nvSpPr>
          <p:spPr>
            <a:xfrm rot="8716295">
              <a:off x="893484" y="10050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38"/>
            <p:cNvSpPr/>
            <p:nvPr/>
          </p:nvSpPr>
          <p:spPr>
            <a:xfrm rot="8716295">
              <a:off x="1028783" y="14476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38"/>
            <p:cNvSpPr/>
            <p:nvPr/>
          </p:nvSpPr>
          <p:spPr>
            <a:xfrm rot="8716295">
              <a:off x="723613" y="23451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38"/>
            <p:cNvSpPr/>
            <p:nvPr/>
          </p:nvSpPr>
          <p:spPr>
            <a:xfrm rot="8716295">
              <a:off x="547803" y="-17289"/>
              <a:ext cx="308531" cy="226033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38"/>
            <p:cNvSpPr/>
            <p:nvPr/>
          </p:nvSpPr>
          <p:spPr>
            <a:xfrm rot="8716295">
              <a:off x="860101" y="2965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38"/>
            <p:cNvSpPr/>
            <p:nvPr/>
          </p:nvSpPr>
          <p:spPr>
            <a:xfrm rot="8716295">
              <a:off x="494655" y="700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38"/>
            <p:cNvSpPr/>
            <p:nvPr/>
          </p:nvSpPr>
          <p:spPr>
            <a:xfrm rot="7484129">
              <a:off x="1018919" y="58611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38"/>
            <p:cNvSpPr/>
            <p:nvPr/>
          </p:nvSpPr>
          <p:spPr>
            <a:xfrm rot="-8510606">
              <a:off x="1177568" y="5354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38"/>
            <p:cNvSpPr/>
            <p:nvPr/>
          </p:nvSpPr>
          <p:spPr>
            <a:xfrm rot="8716295">
              <a:off x="1458459" y="24534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38"/>
            <p:cNvSpPr/>
            <p:nvPr/>
          </p:nvSpPr>
          <p:spPr>
            <a:xfrm rot="8716295">
              <a:off x="1380050" y="885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38"/>
            <p:cNvSpPr/>
            <p:nvPr/>
          </p:nvSpPr>
          <p:spPr>
            <a:xfrm rot="8716295">
              <a:off x="1011887" y="1342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38"/>
            <p:cNvSpPr/>
            <p:nvPr/>
          </p:nvSpPr>
          <p:spPr>
            <a:xfrm rot="8716295">
              <a:off x="1291652" y="-36449"/>
              <a:ext cx="134197" cy="106947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38"/>
            <p:cNvSpPr/>
            <p:nvPr/>
          </p:nvSpPr>
          <p:spPr>
            <a:xfrm rot="-8510606">
              <a:off x="990163" y="-39748"/>
              <a:ext cx="111277" cy="115595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38"/>
            <p:cNvSpPr/>
            <p:nvPr/>
          </p:nvSpPr>
          <p:spPr>
            <a:xfrm rot="8716295">
              <a:off x="121288" y="414134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38"/>
            <p:cNvSpPr/>
            <p:nvPr/>
          </p:nvSpPr>
          <p:spPr>
            <a:xfrm rot="8716295">
              <a:off x="256586" y="418560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38"/>
            <p:cNvSpPr/>
            <p:nvPr/>
          </p:nvSpPr>
          <p:spPr>
            <a:xfrm rot="8716295">
              <a:off x="188704" y="4055019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38"/>
            <p:cNvSpPr/>
            <p:nvPr/>
          </p:nvSpPr>
          <p:spPr>
            <a:xfrm rot="8716295">
              <a:off x="-22408" y="4278013"/>
              <a:ext cx="57413" cy="71926"/>
            </a:xfrm>
            <a:custGeom>
              <a:rect b="b" l="l" r="r" t="t"/>
              <a:pathLst>
                <a:path extrusionOk="0" h="71926" w="57413">
                  <a:moveTo>
                    <a:pt x="11441" y="71926"/>
                  </a:moveTo>
                  <a:lnTo>
                    <a:pt x="0" y="44829"/>
                  </a:lnTo>
                  <a:lnTo>
                    <a:pt x="0" y="44139"/>
                  </a:lnTo>
                  <a:cubicBezTo>
                    <a:pt x="0" y="32415"/>
                    <a:pt x="4828" y="21380"/>
                    <a:pt x="13104" y="13104"/>
                  </a:cubicBezTo>
                  <a:cubicBezTo>
                    <a:pt x="21380" y="4828"/>
                    <a:pt x="32415" y="0"/>
                    <a:pt x="44139" y="0"/>
                  </a:cubicBezTo>
                  <a:lnTo>
                    <a:pt x="57413" y="560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38"/>
            <p:cNvSpPr/>
            <p:nvPr/>
          </p:nvSpPr>
          <p:spPr>
            <a:xfrm rot="8716295">
              <a:off x="-36969" y="4107248"/>
              <a:ext cx="147272" cy="83734"/>
            </a:xfrm>
            <a:custGeom>
              <a:rect b="b" l="l" r="r" t="t"/>
              <a:pathLst>
                <a:path extrusionOk="0" h="83734" w="147272">
                  <a:moveTo>
                    <a:pt x="0" y="83734"/>
                  </a:moveTo>
                  <a:lnTo>
                    <a:pt x="0" y="0"/>
                  </a:lnTo>
                  <a:lnTo>
                    <a:pt x="147272" y="0"/>
                  </a:lnTo>
                  <a:lnTo>
                    <a:pt x="89230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38"/>
            <p:cNvSpPr/>
            <p:nvPr/>
          </p:nvSpPr>
          <p:spPr>
            <a:xfrm rot="8716295">
              <a:off x="43378" y="3712531"/>
              <a:ext cx="125537" cy="468763"/>
            </a:xfrm>
            <a:custGeom>
              <a:rect b="b" l="l" r="r" t="t"/>
              <a:pathLst>
                <a:path extrusionOk="0" h="468763" w="125537">
                  <a:moveTo>
                    <a:pt x="29455" y="468763"/>
                  </a:moveTo>
                  <a:lnTo>
                    <a:pt x="7792" y="425988"/>
                  </a:lnTo>
                  <a:cubicBezTo>
                    <a:pt x="2003" y="400498"/>
                    <a:pt x="0" y="369553"/>
                    <a:pt x="0" y="333043"/>
                  </a:cubicBezTo>
                  <a:lnTo>
                    <a:pt x="0" y="61444"/>
                  </a:lnTo>
                  <a:lnTo>
                    <a:pt x="118434" y="0"/>
                  </a:lnTo>
                  <a:lnTo>
                    <a:pt x="120216" y="248447"/>
                  </a:lnTo>
                  <a:cubicBezTo>
                    <a:pt x="118880" y="273381"/>
                    <a:pt x="120216" y="298537"/>
                    <a:pt x="123889" y="323359"/>
                  </a:cubicBezTo>
                  <a:lnTo>
                    <a:pt x="125537" y="3301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38"/>
            <p:cNvSpPr/>
            <p:nvPr/>
          </p:nvSpPr>
          <p:spPr>
            <a:xfrm rot="8716295">
              <a:off x="87905" y="4337347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38"/>
            <p:cNvSpPr/>
            <p:nvPr/>
          </p:nvSpPr>
          <p:spPr>
            <a:xfrm rot="8716295">
              <a:off x="558851" y="37627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38"/>
            <p:cNvSpPr/>
            <p:nvPr/>
          </p:nvSpPr>
          <p:spPr>
            <a:xfrm rot="8716295">
              <a:off x="694150" y="38069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38"/>
            <p:cNvSpPr/>
            <p:nvPr/>
          </p:nvSpPr>
          <p:spPr>
            <a:xfrm rot="8716295">
              <a:off x="388980" y="38967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38"/>
            <p:cNvSpPr/>
            <p:nvPr/>
          </p:nvSpPr>
          <p:spPr>
            <a:xfrm rot="8716295">
              <a:off x="199936" y="358091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38"/>
            <p:cNvSpPr/>
            <p:nvPr/>
          </p:nvSpPr>
          <p:spPr>
            <a:xfrm rot="8716295">
              <a:off x="525469" y="3958731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38"/>
            <p:cNvSpPr/>
            <p:nvPr/>
          </p:nvSpPr>
          <p:spPr>
            <a:xfrm rot="8716295">
              <a:off x="160022" y="3732305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38"/>
            <p:cNvSpPr/>
            <p:nvPr/>
          </p:nvSpPr>
          <p:spPr>
            <a:xfrm rot="7484129">
              <a:off x="684286" y="4248349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38"/>
            <p:cNvSpPr/>
            <p:nvPr/>
          </p:nvSpPr>
          <p:spPr>
            <a:xfrm rot="-8510606">
              <a:off x="842936" y="4197697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38"/>
            <p:cNvSpPr/>
            <p:nvPr/>
          </p:nvSpPr>
          <p:spPr>
            <a:xfrm rot="8716295">
              <a:off x="1123827" y="390757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38"/>
            <p:cNvSpPr/>
            <p:nvPr/>
          </p:nvSpPr>
          <p:spPr>
            <a:xfrm rot="8716295">
              <a:off x="1045418" y="375078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38"/>
            <p:cNvSpPr/>
            <p:nvPr/>
          </p:nvSpPr>
          <p:spPr>
            <a:xfrm rot="8716295">
              <a:off x="677254" y="379652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6" name="Google Shape;1566;p38"/>
            <p:cNvSpPr/>
            <p:nvPr/>
          </p:nvSpPr>
          <p:spPr>
            <a:xfrm rot="8716295">
              <a:off x="945836" y="355550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7" name="Google Shape;1567;p38"/>
            <p:cNvSpPr/>
            <p:nvPr/>
          </p:nvSpPr>
          <p:spPr>
            <a:xfrm rot="8716295">
              <a:off x="601570" y="5027951"/>
              <a:ext cx="169680" cy="113030"/>
            </a:xfrm>
            <a:custGeom>
              <a:rect b="b" l="l" r="r" t="t"/>
              <a:pathLst>
                <a:path extrusionOk="0" h="113030" w="169680">
                  <a:moveTo>
                    <a:pt x="8965" y="113030"/>
                  </a:moveTo>
                  <a:lnTo>
                    <a:pt x="0" y="100616"/>
                  </a:lnTo>
                  <a:lnTo>
                    <a:pt x="106933" y="0"/>
                  </a:lnTo>
                  <a:lnTo>
                    <a:pt x="169680" y="434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38"/>
            <p:cNvSpPr/>
            <p:nvPr/>
          </p:nvSpPr>
          <p:spPr>
            <a:xfrm rot="8716295">
              <a:off x="197311" y="4925365"/>
              <a:ext cx="194366" cy="296463"/>
            </a:xfrm>
            <a:custGeom>
              <a:rect b="b" l="l" r="r" t="t"/>
              <a:pathLst>
                <a:path extrusionOk="0" h="296463" w="194366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6043" y="0"/>
                  </a:lnTo>
                  <a:lnTo>
                    <a:pt x="194366" y="13053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38"/>
            <p:cNvSpPr/>
            <p:nvPr/>
          </p:nvSpPr>
          <p:spPr>
            <a:xfrm rot="8716295">
              <a:off x="81902" y="4747962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38"/>
            <p:cNvSpPr/>
            <p:nvPr/>
          </p:nvSpPr>
          <p:spPr>
            <a:xfrm rot="8716295">
              <a:off x="896624" y="4761216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38"/>
            <p:cNvSpPr/>
            <p:nvPr/>
          </p:nvSpPr>
          <p:spPr>
            <a:xfrm rot="8716295">
              <a:off x="1032483" y="4799006"/>
              <a:ext cx="389853" cy="383455"/>
            </a:xfrm>
            <a:custGeom>
              <a:rect b="b" l="l" r="r" t="t"/>
              <a:pathLst>
                <a:path extrusionOk="0" h="383455" w="389853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71727" y="78967"/>
                    <a:pt x="181555" y="56208"/>
                    <a:pt x="192762" y="39914"/>
                  </a:cubicBezTo>
                  <a:lnTo>
                    <a:pt x="216292" y="20658"/>
                  </a:lnTo>
                  <a:lnTo>
                    <a:pt x="389853" y="140965"/>
                  </a:lnTo>
                  <a:lnTo>
                    <a:pt x="300695" y="146210"/>
                  </a:lnTo>
                  <a:lnTo>
                    <a:pt x="300694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1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2" name="Google Shape;1572;p38"/>
            <p:cNvSpPr/>
            <p:nvPr/>
          </p:nvSpPr>
          <p:spPr>
            <a:xfrm rot="8716295">
              <a:off x="726753" y="48952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3" name="Google Shape;1573;p38"/>
            <p:cNvSpPr/>
            <p:nvPr/>
          </p:nvSpPr>
          <p:spPr>
            <a:xfrm rot="8716295">
              <a:off x="537709" y="457939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38"/>
            <p:cNvSpPr/>
            <p:nvPr/>
          </p:nvSpPr>
          <p:spPr>
            <a:xfrm rot="8716295">
              <a:off x="826576" y="4988476"/>
              <a:ext cx="91035" cy="198648"/>
            </a:xfrm>
            <a:custGeom>
              <a:rect b="b" l="l" r="r" t="t"/>
              <a:pathLst>
                <a:path extrusionOk="0" h="198648" w="91035">
                  <a:moveTo>
                    <a:pt x="91035" y="198648"/>
                  </a:moveTo>
                  <a:lnTo>
                    <a:pt x="0" y="111060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38"/>
            <p:cNvSpPr/>
            <p:nvPr/>
          </p:nvSpPr>
          <p:spPr>
            <a:xfrm rot="8716295">
              <a:off x="497795" y="4730788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38"/>
            <p:cNvSpPr/>
            <p:nvPr/>
          </p:nvSpPr>
          <p:spPr>
            <a:xfrm rot="8716295">
              <a:off x="1459248" y="4904357"/>
              <a:ext cx="328004" cy="223069"/>
            </a:xfrm>
            <a:custGeom>
              <a:rect b="b" l="l" r="r" t="t"/>
              <a:pathLst>
                <a:path extrusionOk="0" h="223069" w="328004">
                  <a:moveTo>
                    <a:pt x="10574" y="223069"/>
                  </a:moveTo>
                  <a:lnTo>
                    <a:pt x="0" y="208428"/>
                  </a:lnTo>
                  <a:lnTo>
                    <a:pt x="192781" y="27035"/>
                  </a:lnTo>
                  <a:lnTo>
                    <a:pt x="227094" y="0"/>
                  </a:lnTo>
                  <a:lnTo>
                    <a:pt x="328004" y="69948"/>
                  </a:lnTo>
                  <a:lnTo>
                    <a:pt x="326080" y="74925"/>
                  </a:lnTo>
                  <a:cubicBezTo>
                    <a:pt x="317843" y="85805"/>
                    <a:pt x="306659" y="94549"/>
                    <a:pt x="293645" y="100243"/>
                  </a:cubicBezTo>
                  <a:lnTo>
                    <a:pt x="294458" y="10024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38"/>
            <p:cNvSpPr/>
            <p:nvPr/>
          </p:nvSpPr>
          <p:spPr>
            <a:xfrm rot="8716295">
              <a:off x="1383191" y="474927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38"/>
            <p:cNvSpPr/>
            <p:nvPr/>
          </p:nvSpPr>
          <p:spPr>
            <a:xfrm rot="8716295">
              <a:off x="1015027" y="479501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9" name="Google Shape;1579;p38"/>
            <p:cNvSpPr/>
            <p:nvPr/>
          </p:nvSpPr>
          <p:spPr>
            <a:xfrm rot="8716295">
              <a:off x="1283609" y="45539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38"/>
            <p:cNvSpPr/>
            <p:nvPr/>
          </p:nvSpPr>
          <p:spPr>
            <a:xfrm rot="8716295">
              <a:off x="-30381" y="3359388"/>
              <a:ext cx="98497" cy="75863"/>
            </a:xfrm>
            <a:custGeom>
              <a:rect b="b" l="l" r="r" t="t"/>
              <a:pathLst>
                <a:path extrusionOk="0" h="75863" w="98497">
                  <a:moveTo>
                    <a:pt x="0" y="75863"/>
                  </a:moveTo>
                  <a:lnTo>
                    <a:pt x="0" y="0"/>
                  </a:lnTo>
                  <a:lnTo>
                    <a:pt x="98497" y="0"/>
                  </a:lnTo>
                  <a:lnTo>
                    <a:pt x="45911" y="758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38"/>
            <p:cNvSpPr/>
            <p:nvPr/>
          </p:nvSpPr>
          <p:spPr>
            <a:xfrm rot="8716295">
              <a:off x="-77334" y="3178477"/>
              <a:ext cx="389652" cy="385611"/>
            </a:xfrm>
            <a:custGeom>
              <a:rect b="b" l="l" r="r" t="t"/>
              <a:pathLst>
                <a:path extrusionOk="0" h="385611" w="389652">
                  <a:moveTo>
                    <a:pt x="77932" y="385611"/>
                  </a:moveTo>
                  <a:lnTo>
                    <a:pt x="77932" y="69054"/>
                  </a:lnTo>
                  <a:lnTo>
                    <a:pt x="0" y="69054"/>
                  </a:lnTo>
                  <a:lnTo>
                    <a:pt x="0" y="2156"/>
                  </a:lnTo>
                  <a:lnTo>
                    <a:pt x="158623" y="2156"/>
                  </a:lnTo>
                  <a:lnTo>
                    <a:pt x="158623" y="113882"/>
                  </a:lnTo>
                  <a:lnTo>
                    <a:pt x="160692" y="113882"/>
                  </a:lnTo>
                  <a:cubicBezTo>
                    <a:pt x="182762" y="48364"/>
                    <a:pt x="200003" y="22846"/>
                    <a:pt x="233107" y="9053"/>
                  </a:cubicBezTo>
                  <a:cubicBezTo>
                    <a:pt x="248280" y="2846"/>
                    <a:pt x="264142" y="-602"/>
                    <a:pt x="280694" y="87"/>
                  </a:cubicBezTo>
                  <a:cubicBezTo>
                    <a:pt x="316212" y="-603"/>
                    <a:pt x="344661" y="11466"/>
                    <a:pt x="364230" y="34398"/>
                  </a:cubicBezTo>
                  <a:lnTo>
                    <a:pt x="389652" y="117977"/>
                  </a:lnTo>
                  <a:lnTo>
                    <a:pt x="371473" y="144202"/>
                  </a:lnTo>
                  <a:lnTo>
                    <a:pt x="300695" y="148366"/>
                  </a:lnTo>
                  <a:lnTo>
                    <a:pt x="300695" y="123538"/>
                  </a:lnTo>
                  <a:cubicBezTo>
                    <a:pt x="300695" y="86296"/>
                    <a:pt x="279315" y="60778"/>
                    <a:pt x="249659" y="60778"/>
                  </a:cubicBezTo>
                  <a:cubicBezTo>
                    <a:pt x="205521" y="60778"/>
                    <a:pt x="168969" y="119400"/>
                    <a:pt x="168969" y="193194"/>
                  </a:cubicBezTo>
                  <a:lnTo>
                    <a:pt x="168969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38"/>
            <p:cNvSpPr/>
            <p:nvPr/>
          </p:nvSpPr>
          <p:spPr>
            <a:xfrm rot="8716295">
              <a:off x="-71352" y="3029015"/>
              <a:ext cx="193594" cy="189959"/>
            </a:xfrm>
            <a:custGeom>
              <a:rect b="b" l="l" r="r" t="t"/>
              <a:pathLst>
                <a:path extrusionOk="0" h="189959" w="193594">
                  <a:moveTo>
                    <a:pt x="8965" y="189959"/>
                  </a:moveTo>
                  <a:lnTo>
                    <a:pt x="0" y="177545"/>
                  </a:lnTo>
                  <a:lnTo>
                    <a:pt x="163451" y="23749"/>
                  </a:lnTo>
                  <a:lnTo>
                    <a:pt x="193594" y="0"/>
                  </a:lnTo>
                  <a:lnTo>
                    <a:pt x="84606" y="15723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38"/>
            <p:cNvSpPr/>
            <p:nvPr/>
          </p:nvSpPr>
          <p:spPr>
            <a:xfrm rot="8716295">
              <a:off x="223574" y="276232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38"/>
            <p:cNvSpPr/>
            <p:nvPr/>
          </p:nvSpPr>
          <p:spPr>
            <a:xfrm rot="8716295">
              <a:off x="358873" y="280657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38"/>
            <p:cNvSpPr/>
            <p:nvPr/>
          </p:nvSpPr>
          <p:spPr>
            <a:xfrm rot="8716295">
              <a:off x="53703" y="289633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38"/>
            <p:cNvSpPr/>
            <p:nvPr/>
          </p:nvSpPr>
          <p:spPr>
            <a:xfrm rot="8716295">
              <a:off x="-92201" y="2622488"/>
              <a:ext cx="271732" cy="238722"/>
            </a:xfrm>
            <a:custGeom>
              <a:rect b="b" l="l" r="r" t="t"/>
              <a:pathLst>
                <a:path extrusionOk="0" h="238722" w="271732">
                  <a:moveTo>
                    <a:pt x="106257" y="238722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71732" y="0"/>
                  </a:lnTo>
                  <a:lnTo>
                    <a:pt x="213690" y="83734"/>
                  </a:lnTo>
                  <a:lnTo>
                    <a:pt x="210465" y="83734"/>
                  </a:lnTo>
                  <a:lnTo>
                    <a:pt x="207289" y="9296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38"/>
            <p:cNvSpPr/>
            <p:nvPr/>
          </p:nvSpPr>
          <p:spPr>
            <a:xfrm rot="8716295">
              <a:off x="190192" y="29583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38"/>
            <p:cNvSpPr/>
            <p:nvPr/>
          </p:nvSpPr>
          <p:spPr>
            <a:xfrm rot="7484129">
              <a:off x="349009" y="3247936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38"/>
            <p:cNvSpPr/>
            <p:nvPr/>
          </p:nvSpPr>
          <p:spPr>
            <a:xfrm rot="-8510606">
              <a:off x="507659" y="3197284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38"/>
            <p:cNvSpPr/>
            <p:nvPr/>
          </p:nvSpPr>
          <p:spPr>
            <a:xfrm rot="8716295">
              <a:off x="788550" y="2907166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38"/>
            <p:cNvSpPr/>
            <p:nvPr/>
          </p:nvSpPr>
          <p:spPr>
            <a:xfrm rot="8716295">
              <a:off x="710141" y="275037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38"/>
            <p:cNvSpPr/>
            <p:nvPr/>
          </p:nvSpPr>
          <p:spPr>
            <a:xfrm rot="8716295">
              <a:off x="341977" y="279611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38"/>
            <p:cNvSpPr/>
            <p:nvPr/>
          </p:nvSpPr>
          <p:spPr>
            <a:xfrm rot="8716295">
              <a:off x="610559" y="255509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38"/>
            <p:cNvSpPr/>
            <p:nvPr/>
          </p:nvSpPr>
          <p:spPr>
            <a:xfrm rot="8716295">
              <a:off x="-24305" y="2374348"/>
              <a:ext cx="58950" cy="66898"/>
            </a:xfrm>
            <a:custGeom>
              <a:rect b="b" l="l" r="r" t="t"/>
              <a:pathLst>
                <a:path extrusionOk="0" h="66898" w="58950">
                  <a:moveTo>
                    <a:pt x="0" y="66898"/>
                  </a:moveTo>
                  <a:lnTo>
                    <a:pt x="0" y="0"/>
                  </a:lnTo>
                  <a:lnTo>
                    <a:pt x="58950" y="0"/>
                  </a:lnTo>
                  <a:lnTo>
                    <a:pt x="12579" y="668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38"/>
            <p:cNvSpPr/>
            <p:nvPr/>
          </p:nvSpPr>
          <p:spPr>
            <a:xfrm rot="8716295">
              <a:off x="-39593" y="1952072"/>
              <a:ext cx="198050" cy="140164"/>
            </a:xfrm>
            <a:custGeom>
              <a:rect b="b" l="l" r="r" t="t"/>
              <a:pathLst>
                <a:path extrusionOk="0" h="140164" w="198050">
                  <a:moveTo>
                    <a:pt x="0" y="75863"/>
                  </a:moveTo>
                  <a:lnTo>
                    <a:pt x="0" y="0"/>
                  </a:lnTo>
                  <a:lnTo>
                    <a:pt x="128968" y="0"/>
                  </a:lnTo>
                  <a:cubicBezTo>
                    <a:pt x="156900" y="0"/>
                    <a:pt x="178452" y="6034"/>
                    <a:pt x="193021" y="18535"/>
                  </a:cubicBezTo>
                  <a:lnTo>
                    <a:pt x="198050" y="31548"/>
                  </a:lnTo>
                  <a:lnTo>
                    <a:pt x="122761" y="140164"/>
                  </a:lnTo>
                  <a:lnTo>
                    <a:pt x="122761" y="105519"/>
                  </a:lnTo>
                  <a:cubicBezTo>
                    <a:pt x="122761" y="103450"/>
                    <a:pt x="122761" y="101381"/>
                    <a:pt x="122761" y="99312"/>
                  </a:cubicBezTo>
                  <a:cubicBezTo>
                    <a:pt x="120692" y="84139"/>
                    <a:pt x="106899" y="73794"/>
                    <a:pt x="91726" y="758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38"/>
            <p:cNvSpPr/>
            <p:nvPr/>
          </p:nvSpPr>
          <p:spPr>
            <a:xfrm rot="8716295">
              <a:off x="21100" y="18080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38"/>
            <p:cNvSpPr/>
            <p:nvPr/>
          </p:nvSpPr>
          <p:spPr>
            <a:xfrm rot="8716295">
              <a:off x="-24330" y="2197782"/>
              <a:ext cx="102508" cy="53362"/>
            </a:xfrm>
            <a:custGeom>
              <a:rect b="b" l="l" r="r" t="t"/>
              <a:pathLst>
                <a:path extrusionOk="0" h="53362" w="102508">
                  <a:moveTo>
                    <a:pt x="0" y="23637"/>
                  </a:moveTo>
                  <a:lnTo>
                    <a:pt x="0" y="2258"/>
                  </a:lnTo>
                  <a:lnTo>
                    <a:pt x="102508" y="0"/>
                  </a:lnTo>
                  <a:lnTo>
                    <a:pt x="65519" y="53362"/>
                  </a:lnTo>
                  <a:lnTo>
                    <a:pt x="65519" y="2363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38"/>
            <p:cNvSpPr/>
            <p:nvPr/>
          </p:nvSpPr>
          <p:spPr>
            <a:xfrm rot="7484129">
              <a:off x="11236" y="224945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38"/>
            <p:cNvSpPr/>
            <p:nvPr/>
          </p:nvSpPr>
          <p:spPr>
            <a:xfrm rot="-8510606">
              <a:off x="169886" y="2198801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38"/>
            <p:cNvSpPr/>
            <p:nvPr/>
          </p:nvSpPr>
          <p:spPr>
            <a:xfrm rot="8716295">
              <a:off x="450777" y="1908683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38"/>
            <p:cNvSpPr/>
            <p:nvPr/>
          </p:nvSpPr>
          <p:spPr>
            <a:xfrm rot="8716295">
              <a:off x="372368" y="1751891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38"/>
            <p:cNvSpPr/>
            <p:nvPr/>
          </p:nvSpPr>
          <p:spPr>
            <a:xfrm rot="8716295">
              <a:off x="4204" y="179763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38"/>
            <p:cNvSpPr/>
            <p:nvPr/>
          </p:nvSpPr>
          <p:spPr>
            <a:xfrm rot="8716295">
              <a:off x="272786" y="155661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38"/>
            <p:cNvSpPr/>
            <p:nvPr/>
          </p:nvSpPr>
          <p:spPr>
            <a:xfrm rot="8716295">
              <a:off x="-35149" y="938156"/>
              <a:ext cx="158623" cy="159016"/>
            </a:xfrm>
            <a:custGeom>
              <a:rect b="b" l="l" r="r" t="t"/>
              <a:pathLst>
                <a:path extrusionOk="0" h="159016" w="158623">
                  <a:moveTo>
                    <a:pt x="77932" y="159016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4260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38"/>
            <p:cNvSpPr/>
            <p:nvPr/>
          </p:nvSpPr>
          <p:spPr>
            <a:xfrm rot="7484129">
              <a:off x="-32979" y="1345537"/>
              <a:ext cx="65961" cy="45734"/>
            </a:xfrm>
            <a:custGeom>
              <a:rect b="b" l="l" r="r" t="t"/>
              <a:pathLst>
                <a:path extrusionOk="0" h="45734" w="65961">
                  <a:moveTo>
                    <a:pt x="0" y="45734"/>
                  </a:moveTo>
                  <a:lnTo>
                    <a:pt x="0" y="0"/>
                  </a:lnTo>
                  <a:lnTo>
                    <a:pt x="6596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38"/>
            <p:cNvSpPr/>
            <p:nvPr/>
          </p:nvSpPr>
          <p:spPr>
            <a:xfrm rot="-8510606">
              <a:off x="-134707" y="1200752"/>
              <a:ext cx="386820" cy="481345"/>
            </a:xfrm>
            <a:custGeom>
              <a:rect b="b" l="l" r="r" t="t"/>
              <a:pathLst>
                <a:path extrusionOk="0" h="481345" w="386820">
                  <a:moveTo>
                    <a:pt x="386820" y="391818"/>
                  </a:moveTo>
                  <a:lnTo>
                    <a:pt x="342166" y="422376"/>
                  </a:lnTo>
                  <a:cubicBezTo>
                    <a:pt x="268920" y="462151"/>
                    <a:pt x="190624" y="477966"/>
                    <a:pt x="138636" y="481098"/>
                  </a:cubicBezTo>
                  <a:cubicBezTo>
                    <a:pt x="100219" y="483604"/>
                    <a:pt x="62637" y="466901"/>
                    <a:pt x="35911" y="439340"/>
                  </a:cubicBezTo>
                  <a:cubicBezTo>
                    <a:pt x="7516" y="411780"/>
                    <a:pt x="0" y="364176"/>
                    <a:pt x="0" y="295693"/>
                  </a:cubicBezTo>
                  <a:lnTo>
                    <a:pt x="0" y="40970"/>
                  </a:lnTo>
                  <a:lnTo>
                    <a:pt x="78970" y="0"/>
                  </a:lnTo>
                  <a:lnTo>
                    <a:pt x="111492" y="41392"/>
                  </a:lnTo>
                  <a:lnTo>
                    <a:pt x="112747" y="216353"/>
                  </a:lnTo>
                  <a:cubicBezTo>
                    <a:pt x="110241" y="263122"/>
                    <a:pt x="117757" y="310726"/>
                    <a:pt x="132789" y="354990"/>
                  </a:cubicBezTo>
                  <a:cubicBezTo>
                    <a:pt x="146153" y="391736"/>
                    <a:pt x="180394" y="410110"/>
                    <a:pt x="233008" y="410110"/>
                  </a:cubicBezTo>
                  <a:cubicBezTo>
                    <a:pt x="258899" y="409274"/>
                    <a:pt x="283953" y="404263"/>
                    <a:pt x="308173" y="396747"/>
                  </a:cubicBezTo>
                  <a:lnTo>
                    <a:pt x="370717" y="371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38"/>
            <p:cNvSpPr/>
            <p:nvPr/>
          </p:nvSpPr>
          <p:spPr>
            <a:xfrm rot="8716295">
              <a:off x="119403" y="906629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38"/>
            <p:cNvSpPr/>
            <p:nvPr/>
          </p:nvSpPr>
          <p:spPr>
            <a:xfrm rot="8716295">
              <a:off x="40994" y="74983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38"/>
            <p:cNvSpPr/>
            <p:nvPr/>
          </p:nvSpPr>
          <p:spPr>
            <a:xfrm rot="8716295">
              <a:off x="-44934" y="551941"/>
              <a:ext cx="152592" cy="165412"/>
            </a:xfrm>
            <a:custGeom>
              <a:rect b="b" l="l" r="r" t="t"/>
              <a:pathLst>
                <a:path extrusionOk="0" h="165412" w="152592">
                  <a:moveTo>
                    <a:pt x="26453" y="153143"/>
                  </a:moveTo>
                  <a:cubicBezTo>
                    <a:pt x="9746" y="136436"/>
                    <a:pt x="0" y="114161"/>
                    <a:pt x="0" y="90494"/>
                  </a:cubicBezTo>
                  <a:lnTo>
                    <a:pt x="0" y="89101"/>
                  </a:lnTo>
                  <a:cubicBezTo>
                    <a:pt x="0" y="65434"/>
                    <a:pt x="9746" y="43159"/>
                    <a:pt x="26453" y="26453"/>
                  </a:cubicBezTo>
                  <a:cubicBezTo>
                    <a:pt x="43159" y="9746"/>
                    <a:pt x="65435" y="0"/>
                    <a:pt x="89101" y="0"/>
                  </a:cubicBezTo>
                  <a:cubicBezTo>
                    <a:pt x="112770" y="0"/>
                    <a:pt x="135045" y="9746"/>
                    <a:pt x="151752" y="26453"/>
                  </a:cubicBezTo>
                  <a:lnTo>
                    <a:pt x="152592" y="27688"/>
                  </a:lnTo>
                  <a:lnTo>
                    <a:pt x="57126" y="16541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38"/>
            <p:cNvSpPr/>
            <p:nvPr/>
          </p:nvSpPr>
          <p:spPr>
            <a:xfrm rot="8716295">
              <a:off x="-69806" y="4587027"/>
              <a:ext cx="183810" cy="187594"/>
            </a:xfrm>
            <a:custGeom>
              <a:rect b="b" l="l" r="r" t="t"/>
              <a:pathLst>
                <a:path extrusionOk="0" h="187594" w="183810">
                  <a:moveTo>
                    <a:pt x="10574" y="187594"/>
                  </a:moveTo>
                  <a:lnTo>
                    <a:pt x="0" y="172952"/>
                  </a:lnTo>
                  <a:lnTo>
                    <a:pt x="183810" y="0"/>
                  </a:lnTo>
                  <a:lnTo>
                    <a:pt x="72284" y="16089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38"/>
            <p:cNvSpPr/>
            <p:nvPr/>
          </p:nvSpPr>
          <p:spPr>
            <a:xfrm rot="8716295">
              <a:off x="4450621" y="307495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38"/>
            <p:cNvSpPr/>
            <p:nvPr/>
          </p:nvSpPr>
          <p:spPr>
            <a:xfrm rot="8716295">
              <a:off x="4585920" y="3119209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38"/>
            <p:cNvSpPr/>
            <p:nvPr/>
          </p:nvSpPr>
          <p:spPr>
            <a:xfrm rot="8716295">
              <a:off x="4518038" y="298862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38"/>
            <p:cNvSpPr/>
            <p:nvPr/>
          </p:nvSpPr>
          <p:spPr>
            <a:xfrm rot="8716295">
              <a:off x="4280750" y="3208965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38"/>
            <p:cNvSpPr/>
            <p:nvPr/>
          </p:nvSpPr>
          <p:spPr>
            <a:xfrm rot="8716295">
              <a:off x="4091704" y="289313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6" name="Google Shape;1616;p38"/>
            <p:cNvSpPr/>
            <p:nvPr/>
          </p:nvSpPr>
          <p:spPr>
            <a:xfrm rot="8716295">
              <a:off x="4073463" y="2683080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7" name="Google Shape;1617;p38"/>
            <p:cNvSpPr/>
            <p:nvPr/>
          </p:nvSpPr>
          <p:spPr>
            <a:xfrm rot="8716295">
              <a:off x="4417239" y="327094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38"/>
            <p:cNvSpPr/>
            <p:nvPr/>
          </p:nvSpPr>
          <p:spPr>
            <a:xfrm rot="8716295">
              <a:off x="4888185" y="269633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38"/>
            <p:cNvSpPr/>
            <p:nvPr/>
          </p:nvSpPr>
          <p:spPr>
            <a:xfrm rot="8716295">
              <a:off x="5023484" y="274059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38"/>
            <p:cNvSpPr/>
            <p:nvPr/>
          </p:nvSpPr>
          <p:spPr>
            <a:xfrm rot="8716295">
              <a:off x="4718314" y="283034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38"/>
            <p:cNvSpPr/>
            <p:nvPr/>
          </p:nvSpPr>
          <p:spPr>
            <a:xfrm rot="8716295">
              <a:off x="4529270" y="2514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38"/>
            <p:cNvSpPr/>
            <p:nvPr/>
          </p:nvSpPr>
          <p:spPr>
            <a:xfrm rot="8716295">
              <a:off x="4854803" y="2892332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38"/>
            <p:cNvSpPr/>
            <p:nvPr/>
          </p:nvSpPr>
          <p:spPr>
            <a:xfrm rot="8716295">
              <a:off x="4489356" y="2665906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38"/>
            <p:cNvSpPr/>
            <p:nvPr/>
          </p:nvSpPr>
          <p:spPr>
            <a:xfrm rot="7484129">
              <a:off x="5013620" y="318195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5" name="Google Shape;1625;p38"/>
            <p:cNvSpPr/>
            <p:nvPr/>
          </p:nvSpPr>
          <p:spPr>
            <a:xfrm rot="-8510606">
              <a:off x="5172270" y="313129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6" name="Google Shape;1626;p38"/>
            <p:cNvSpPr/>
            <p:nvPr/>
          </p:nvSpPr>
          <p:spPr>
            <a:xfrm rot="8716295">
              <a:off x="5453161" y="2841180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38"/>
            <p:cNvSpPr/>
            <p:nvPr/>
          </p:nvSpPr>
          <p:spPr>
            <a:xfrm rot="8716295">
              <a:off x="5374752" y="268438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38"/>
            <p:cNvSpPr/>
            <p:nvPr/>
          </p:nvSpPr>
          <p:spPr>
            <a:xfrm rot="8716295">
              <a:off x="5006588" y="273012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38"/>
            <p:cNvSpPr/>
            <p:nvPr/>
          </p:nvSpPr>
          <p:spPr>
            <a:xfrm rot="8716295">
              <a:off x="5275170" y="248910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38"/>
            <p:cNvSpPr/>
            <p:nvPr/>
          </p:nvSpPr>
          <p:spPr>
            <a:xfrm rot="8716295">
              <a:off x="4788394" y="4073433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38"/>
            <p:cNvSpPr/>
            <p:nvPr/>
          </p:nvSpPr>
          <p:spPr>
            <a:xfrm rot="8716295">
              <a:off x="4923693" y="4117692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38"/>
            <p:cNvSpPr/>
            <p:nvPr/>
          </p:nvSpPr>
          <p:spPr>
            <a:xfrm rot="8716295">
              <a:off x="4855811" y="398710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38"/>
            <p:cNvSpPr/>
            <p:nvPr/>
          </p:nvSpPr>
          <p:spPr>
            <a:xfrm rot="8716295">
              <a:off x="4618523" y="4207448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38"/>
            <p:cNvSpPr/>
            <p:nvPr/>
          </p:nvSpPr>
          <p:spPr>
            <a:xfrm rot="8716295">
              <a:off x="4429477" y="389161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38"/>
            <p:cNvSpPr/>
            <p:nvPr/>
          </p:nvSpPr>
          <p:spPr>
            <a:xfrm rot="8716295">
              <a:off x="4411236" y="3681563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38"/>
            <p:cNvSpPr/>
            <p:nvPr/>
          </p:nvSpPr>
          <p:spPr>
            <a:xfrm rot="8716295">
              <a:off x="4755012" y="4269431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38"/>
            <p:cNvSpPr/>
            <p:nvPr/>
          </p:nvSpPr>
          <p:spPr>
            <a:xfrm rot="8716295">
              <a:off x="5225958" y="369481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8" name="Google Shape;1638;p38"/>
            <p:cNvSpPr/>
            <p:nvPr/>
          </p:nvSpPr>
          <p:spPr>
            <a:xfrm rot="8716295">
              <a:off x="5364349" y="3753375"/>
              <a:ext cx="325540" cy="385611"/>
            </a:xfrm>
            <a:custGeom>
              <a:rect b="b" l="l" r="r" t="t"/>
              <a:pathLst>
                <a:path extrusionOk="0" h="385611" w="325540">
                  <a:moveTo>
                    <a:pt x="8983" y="385611"/>
                  </a:moveTo>
                  <a:lnTo>
                    <a:pt x="8983" y="69053"/>
                  </a:lnTo>
                  <a:lnTo>
                    <a:pt x="0" y="69053"/>
                  </a:lnTo>
                  <a:lnTo>
                    <a:pt x="55019" y="2157"/>
                  </a:lnTo>
                  <a:lnTo>
                    <a:pt x="89675" y="2156"/>
                  </a:lnTo>
                  <a:lnTo>
                    <a:pt x="89674" y="113882"/>
                  </a:lnTo>
                  <a:lnTo>
                    <a:pt x="91743" y="113882"/>
                  </a:lnTo>
                  <a:cubicBezTo>
                    <a:pt x="113813" y="48363"/>
                    <a:pt x="131055" y="22846"/>
                    <a:pt x="164159" y="9053"/>
                  </a:cubicBezTo>
                  <a:cubicBezTo>
                    <a:pt x="179331" y="2846"/>
                    <a:pt x="195193" y="-602"/>
                    <a:pt x="211745" y="87"/>
                  </a:cubicBezTo>
                  <a:cubicBezTo>
                    <a:pt x="282781" y="-1293"/>
                    <a:pt x="325540" y="48363"/>
                    <a:pt x="325540" y="133882"/>
                  </a:cubicBezTo>
                  <a:lnTo>
                    <a:pt x="325540" y="142848"/>
                  </a:lnTo>
                  <a:lnTo>
                    <a:pt x="231746" y="148366"/>
                  </a:lnTo>
                  <a:lnTo>
                    <a:pt x="231746" y="123538"/>
                  </a:lnTo>
                  <a:cubicBezTo>
                    <a:pt x="231746" y="86296"/>
                    <a:pt x="210367" y="60778"/>
                    <a:pt x="180710" y="60778"/>
                  </a:cubicBezTo>
                  <a:cubicBezTo>
                    <a:pt x="136572" y="60777"/>
                    <a:pt x="100020" y="119400"/>
                    <a:pt x="100020" y="193194"/>
                  </a:cubicBezTo>
                  <a:lnTo>
                    <a:pt x="100020" y="32354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9" name="Google Shape;1639;p38"/>
            <p:cNvSpPr/>
            <p:nvPr/>
          </p:nvSpPr>
          <p:spPr>
            <a:xfrm rot="8716295">
              <a:off x="5056087" y="382883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38"/>
            <p:cNvSpPr/>
            <p:nvPr/>
          </p:nvSpPr>
          <p:spPr>
            <a:xfrm rot="8716295">
              <a:off x="4867043" y="3512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38"/>
            <p:cNvSpPr/>
            <p:nvPr/>
          </p:nvSpPr>
          <p:spPr>
            <a:xfrm rot="8716295">
              <a:off x="5192576" y="3890815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38"/>
            <p:cNvSpPr/>
            <p:nvPr/>
          </p:nvSpPr>
          <p:spPr>
            <a:xfrm rot="8716295">
              <a:off x="4827129" y="3664389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38"/>
            <p:cNvSpPr/>
            <p:nvPr/>
          </p:nvSpPr>
          <p:spPr>
            <a:xfrm rot="7484129">
              <a:off x="5351393" y="418043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38"/>
            <p:cNvSpPr/>
            <p:nvPr/>
          </p:nvSpPr>
          <p:spPr>
            <a:xfrm rot="-8510606">
              <a:off x="5497067" y="4157639"/>
              <a:ext cx="336155" cy="433969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38"/>
            <p:cNvSpPr/>
            <p:nvPr/>
          </p:nvSpPr>
          <p:spPr>
            <a:xfrm rot="8716295">
              <a:off x="5689139" y="3701707"/>
              <a:ext cx="105382" cy="119090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38"/>
            <p:cNvSpPr/>
            <p:nvPr/>
          </p:nvSpPr>
          <p:spPr>
            <a:xfrm rot="8716295">
              <a:off x="5344361" y="372861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38"/>
            <p:cNvSpPr/>
            <p:nvPr/>
          </p:nvSpPr>
          <p:spPr>
            <a:xfrm rot="8716295">
              <a:off x="5599943" y="3480521"/>
              <a:ext cx="177855" cy="178203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38"/>
            <p:cNvSpPr/>
            <p:nvPr/>
          </p:nvSpPr>
          <p:spPr>
            <a:xfrm rot="8716295">
              <a:off x="5090746" y="5117279"/>
              <a:ext cx="37096" cy="40385"/>
            </a:xfrm>
            <a:custGeom>
              <a:rect b="b" l="l" r="r" t="t"/>
              <a:pathLst>
                <a:path extrusionOk="0" h="40385" w="37096">
                  <a:moveTo>
                    <a:pt x="0" y="40385"/>
                  </a:moveTo>
                  <a:lnTo>
                    <a:pt x="0" y="0"/>
                  </a:lnTo>
                  <a:lnTo>
                    <a:pt x="37096" y="2571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38"/>
            <p:cNvSpPr/>
            <p:nvPr/>
          </p:nvSpPr>
          <p:spPr>
            <a:xfrm rot="8716295">
              <a:off x="5405706" y="5085046"/>
              <a:ext cx="60406" cy="83058"/>
            </a:xfrm>
            <a:custGeom>
              <a:rect b="b" l="l" r="r" t="t"/>
              <a:pathLst>
                <a:path extrusionOk="0" h="83058" w="60406">
                  <a:moveTo>
                    <a:pt x="0" y="83058"/>
                  </a:moveTo>
                  <a:lnTo>
                    <a:pt x="0" y="0"/>
                  </a:lnTo>
                  <a:lnTo>
                    <a:pt x="60406" y="4187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38"/>
            <p:cNvSpPr/>
            <p:nvPr/>
          </p:nvSpPr>
          <p:spPr>
            <a:xfrm rot="8716295">
              <a:off x="5207014" y="4975218"/>
              <a:ext cx="245211" cy="161994"/>
            </a:xfrm>
            <a:custGeom>
              <a:rect b="b" l="l" r="r" t="t"/>
              <a:pathLst>
                <a:path extrusionOk="0" h="161994" w="245211">
                  <a:moveTo>
                    <a:pt x="8965" y="161994"/>
                  </a:moveTo>
                  <a:lnTo>
                    <a:pt x="0" y="149580"/>
                  </a:lnTo>
                  <a:lnTo>
                    <a:pt x="158971" y="0"/>
                  </a:lnTo>
                  <a:lnTo>
                    <a:pt x="245211" y="5977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1" name="Google Shape;1651;p38"/>
            <p:cNvSpPr/>
            <p:nvPr/>
          </p:nvSpPr>
          <p:spPr>
            <a:xfrm rot="8716295">
              <a:off x="4807372" y="4871188"/>
              <a:ext cx="249519" cy="296463"/>
            </a:xfrm>
            <a:custGeom>
              <a:rect b="b" l="l" r="r" t="t"/>
              <a:pathLst>
                <a:path extrusionOk="0" h="296463" w="249519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128719" y="0"/>
                  </a:lnTo>
                  <a:lnTo>
                    <a:pt x="249519" y="83734"/>
                  </a:lnTo>
                  <a:lnTo>
                    <a:pt x="210465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2" name="Google Shape;1652;p38"/>
            <p:cNvSpPr/>
            <p:nvPr/>
          </p:nvSpPr>
          <p:spPr>
            <a:xfrm rot="8716295">
              <a:off x="4742203" y="467807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38"/>
            <p:cNvSpPr/>
            <p:nvPr/>
          </p:nvSpPr>
          <p:spPr>
            <a:xfrm rot="8716295">
              <a:off x="5548192" y="4732447"/>
              <a:ext cx="92415" cy="287093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38"/>
            <p:cNvSpPr/>
            <p:nvPr/>
          </p:nvSpPr>
          <p:spPr>
            <a:xfrm rot="8716295">
              <a:off x="5387054" y="482534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38"/>
            <p:cNvSpPr/>
            <p:nvPr/>
          </p:nvSpPr>
          <p:spPr>
            <a:xfrm rot="8716295">
              <a:off x="5198009" y="450950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38"/>
            <p:cNvSpPr/>
            <p:nvPr/>
          </p:nvSpPr>
          <p:spPr>
            <a:xfrm rot="8716295">
              <a:off x="5503997" y="4913234"/>
              <a:ext cx="91035" cy="258752"/>
            </a:xfrm>
            <a:custGeom>
              <a:rect b="b" l="l" r="r" t="t"/>
              <a:pathLst>
                <a:path extrusionOk="0" h="258752" w="91035">
                  <a:moveTo>
                    <a:pt x="91035" y="258752"/>
                  </a:moveTo>
                  <a:lnTo>
                    <a:pt x="0" y="171163"/>
                  </a:lnTo>
                  <a:lnTo>
                    <a:pt x="0" y="43487"/>
                  </a:lnTo>
                  <a:lnTo>
                    <a:pt x="35968" y="0"/>
                  </a:lnTo>
                  <a:lnTo>
                    <a:pt x="91035" y="3817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38"/>
            <p:cNvSpPr/>
            <p:nvPr/>
          </p:nvSpPr>
          <p:spPr>
            <a:xfrm rot="8716295">
              <a:off x="5158096" y="466090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38"/>
            <p:cNvSpPr/>
            <p:nvPr/>
          </p:nvSpPr>
          <p:spPr>
            <a:xfrm rot="8716295">
              <a:off x="4115344" y="2074537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38"/>
            <p:cNvSpPr/>
            <p:nvPr/>
          </p:nvSpPr>
          <p:spPr>
            <a:xfrm rot="8716295">
              <a:off x="4250643" y="2118796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38"/>
            <p:cNvSpPr/>
            <p:nvPr/>
          </p:nvSpPr>
          <p:spPr>
            <a:xfrm rot="8716295">
              <a:off x="4182761" y="198820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38"/>
            <p:cNvSpPr/>
            <p:nvPr/>
          </p:nvSpPr>
          <p:spPr>
            <a:xfrm rot="8716295">
              <a:off x="3945473" y="220855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38"/>
            <p:cNvSpPr/>
            <p:nvPr/>
          </p:nvSpPr>
          <p:spPr>
            <a:xfrm rot="8716295">
              <a:off x="3756427" y="189271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38"/>
            <p:cNvSpPr/>
            <p:nvPr/>
          </p:nvSpPr>
          <p:spPr>
            <a:xfrm rot="8716295">
              <a:off x="3738186" y="1682667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38"/>
            <p:cNvSpPr/>
            <p:nvPr/>
          </p:nvSpPr>
          <p:spPr>
            <a:xfrm rot="8716295">
              <a:off x="4081962" y="2270535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38"/>
            <p:cNvSpPr/>
            <p:nvPr/>
          </p:nvSpPr>
          <p:spPr>
            <a:xfrm rot="8716295">
              <a:off x="4552908" y="169592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38"/>
            <p:cNvSpPr/>
            <p:nvPr/>
          </p:nvSpPr>
          <p:spPr>
            <a:xfrm rot="8716295">
              <a:off x="4688207" y="174018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38"/>
            <p:cNvSpPr/>
            <p:nvPr/>
          </p:nvSpPr>
          <p:spPr>
            <a:xfrm rot="8716295">
              <a:off x="4383037" y="182993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38"/>
            <p:cNvSpPr/>
            <p:nvPr/>
          </p:nvSpPr>
          <p:spPr>
            <a:xfrm rot="8716295">
              <a:off x="4193993" y="151410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38"/>
            <p:cNvSpPr/>
            <p:nvPr/>
          </p:nvSpPr>
          <p:spPr>
            <a:xfrm rot="8716295">
              <a:off x="4519525" y="1891919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38"/>
            <p:cNvSpPr/>
            <p:nvPr/>
          </p:nvSpPr>
          <p:spPr>
            <a:xfrm rot="8716295">
              <a:off x="4154079" y="1665493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38"/>
            <p:cNvSpPr/>
            <p:nvPr/>
          </p:nvSpPr>
          <p:spPr>
            <a:xfrm rot="7484129">
              <a:off x="4678343" y="218153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38"/>
            <p:cNvSpPr/>
            <p:nvPr/>
          </p:nvSpPr>
          <p:spPr>
            <a:xfrm rot="-8510606">
              <a:off x="4836993" y="2130885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38"/>
            <p:cNvSpPr/>
            <p:nvPr/>
          </p:nvSpPr>
          <p:spPr>
            <a:xfrm rot="8716295">
              <a:off x="5117884" y="1840767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38"/>
            <p:cNvSpPr/>
            <p:nvPr/>
          </p:nvSpPr>
          <p:spPr>
            <a:xfrm rot="8716295">
              <a:off x="5039475" y="1683975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38"/>
            <p:cNvSpPr/>
            <p:nvPr/>
          </p:nvSpPr>
          <p:spPr>
            <a:xfrm rot="8716295">
              <a:off x="4671311" y="17297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38"/>
            <p:cNvSpPr/>
            <p:nvPr/>
          </p:nvSpPr>
          <p:spPr>
            <a:xfrm rot="8716295">
              <a:off x="4939893" y="148869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38"/>
            <p:cNvSpPr/>
            <p:nvPr/>
          </p:nvSpPr>
          <p:spPr>
            <a:xfrm rot="8716295">
              <a:off x="3777571" y="107605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38"/>
            <p:cNvSpPr/>
            <p:nvPr/>
          </p:nvSpPr>
          <p:spPr>
            <a:xfrm rot="8716295">
              <a:off x="3912870" y="1120313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38"/>
            <p:cNvSpPr/>
            <p:nvPr/>
          </p:nvSpPr>
          <p:spPr>
            <a:xfrm rot="8716295">
              <a:off x="3844988" y="98972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38"/>
            <p:cNvSpPr/>
            <p:nvPr/>
          </p:nvSpPr>
          <p:spPr>
            <a:xfrm rot="8716295">
              <a:off x="3607700" y="121006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38"/>
            <p:cNvSpPr/>
            <p:nvPr/>
          </p:nvSpPr>
          <p:spPr>
            <a:xfrm rot="8716295">
              <a:off x="3418654" y="89423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38"/>
            <p:cNvSpPr/>
            <p:nvPr/>
          </p:nvSpPr>
          <p:spPr>
            <a:xfrm rot="8716295">
              <a:off x="3400413" y="68418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38"/>
            <p:cNvSpPr/>
            <p:nvPr/>
          </p:nvSpPr>
          <p:spPr>
            <a:xfrm rot="8716295">
              <a:off x="3744189" y="1272052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38"/>
            <p:cNvSpPr/>
            <p:nvPr/>
          </p:nvSpPr>
          <p:spPr>
            <a:xfrm rot="8716295">
              <a:off x="4215135" y="69743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38"/>
            <p:cNvSpPr/>
            <p:nvPr/>
          </p:nvSpPr>
          <p:spPr>
            <a:xfrm rot="8716295">
              <a:off x="4350434" y="74169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38"/>
            <p:cNvSpPr/>
            <p:nvPr/>
          </p:nvSpPr>
          <p:spPr>
            <a:xfrm rot="8716295">
              <a:off x="4045264" y="83145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38"/>
            <p:cNvSpPr/>
            <p:nvPr/>
          </p:nvSpPr>
          <p:spPr>
            <a:xfrm rot="8716295">
              <a:off x="3856220" y="5156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38"/>
            <p:cNvSpPr/>
            <p:nvPr/>
          </p:nvSpPr>
          <p:spPr>
            <a:xfrm rot="8716295">
              <a:off x="4181753" y="89343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38"/>
            <p:cNvSpPr/>
            <p:nvPr/>
          </p:nvSpPr>
          <p:spPr>
            <a:xfrm rot="8716295">
              <a:off x="3816306" y="66701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38"/>
            <p:cNvSpPr/>
            <p:nvPr/>
          </p:nvSpPr>
          <p:spPr>
            <a:xfrm rot="7484129">
              <a:off x="4340570" y="118305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38"/>
            <p:cNvSpPr/>
            <p:nvPr/>
          </p:nvSpPr>
          <p:spPr>
            <a:xfrm rot="-8510606">
              <a:off x="4499220" y="1132402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38"/>
            <p:cNvSpPr/>
            <p:nvPr/>
          </p:nvSpPr>
          <p:spPr>
            <a:xfrm rot="8716295">
              <a:off x="4780111" y="84228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38"/>
            <p:cNvSpPr/>
            <p:nvPr/>
          </p:nvSpPr>
          <p:spPr>
            <a:xfrm rot="8716295">
              <a:off x="4701702" y="68549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38"/>
            <p:cNvSpPr/>
            <p:nvPr/>
          </p:nvSpPr>
          <p:spPr>
            <a:xfrm rot="8716295">
              <a:off x="4333538" y="7312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5" name="Google Shape;1695;p38"/>
            <p:cNvSpPr/>
            <p:nvPr/>
          </p:nvSpPr>
          <p:spPr>
            <a:xfrm rot="8716295">
              <a:off x="4602120" y="49021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6" name="Google Shape;1696;p38"/>
            <p:cNvSpPr/>
            <p:nvPr/>
          </p:nvSpPr>
          <p:spPr>
            <a:xfrm rot="8716295">
              <a:off x="3446198" y="74000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7" name="Google Shape;1697;p38"/>
            <p:cNvSpPr/>
            <p:nvPr/>
          </p:nvSpPr>
          <p:spPr>
            <a:xfrm rot="8716295">
              <a:off x="3581496" y="11826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8" name="Google Shape;1698;p38"/>
            <p:cNvSpPr/>
            <p:nvPr/>
          </p:nvSpPr>
          <p:spPr>
            <a:xfrm rot="8716295">
              <a:off x="3522597" y="36248"/>
              <a:ext cx="234675" cy="172489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9" name="Google Shape;1699;p38"/>
            <p:cNvSpPr/>
            <p:nvPr/>
          </p:nvSpPr>
          <p:spPr>
            <a:xfrm rot="8716295">
              <a:off x="3276327" y="20801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0" name="Google Shape;1700;p38"/>
            <p:cNvSpPr/>
            <p:nvPr/>
          </p:nvSpPr>
          <p:spPr>
            <a:xfrm rot="8716295">
              <a:off x="3107933" y="-20072"/>
              <a:ext cx="308531" cy="199994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1" name="Google Shape;1701;p38"/>
            <p:cNvSpPr/>
            <p:nvPr/>
          </p:nvSpPr>
          <p:spPr>
            <a:xfrm rot="8716295">
              <a:off x="3475628" y="-31540"/>
              <a:ext cx="98161" cy="118527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2" name="Google Shape;1702;p38"/>
            <p:cNvSpPr/>
            <p:nvPr/>
          </p:nvSpPr>
          <p:spPr>
            <a:xfrm rot="8716295">
              <a:off x="3412815" y="26999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3" name="Google Shape;1703;p38"/>
            <p:cNvSpPr/>
            <p:nvPr/>
          </p:nvSpPr>
          <p:spPr>
            <a:xfrm rot="8716295">
              <a:off x="3966406" y="-35912"/>
              <a:ext cx="123741" cy="85774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4" name="Google Shape;1704;p38"/>
            <p:cNvSpPr/>
            <p:nvPr/>
          </p:nvSpPr>
          <p:spPr>
            <a:xfrm rot="8716295">
              <a:off x="4089146" y="-31808"/>
              <a:ext cx="332088" cy="148365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5" name="Google Shape;1705;p38"/>
            <p:cNvSpPr/>
            <p:nvPr/>
          </p:nvSpPr>
          <p:spPr>
            <a:xfrm rot="8716295">
              <a:off x="3850379" y="-108618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6" name="Google Shape;1706;p38"/>
            <p:cNvSpPr/>
            <p:nvPr/>
          </p:nvSpPr>
          <p:spPr>
            <a:xfrm rot="7484129">
              <a:off x="4009196" y="18100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7" name="Google Shape;1707;p38"/>
            <p:cNvSpPr/>
            <p:nvPr/>
          </p:nvSpPr>
          <p:spPr>
            <a:xfrm rot="-8510606">
              <a:off x="4167846" y="13034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8" name="Google Shape;1708;p38"/>
            <p:cNvSpPr/>
            <p:nvPr/>
          </p:nvSpPr>
          <p:spPr>
            <a:xfrm rot="8716295">
              <a:off x="4488057" y="-10608"/>
              <a:ext cx="169580" cy="136116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9" name="Google Shape;1709;p38"/>
            <p:cNvSpPr/>
            <p:nvPr/>
          </p:nvSpPr>
          <p:spPr>
            <a:xfrm rot="8716295">
              <a:off x="3111565" y="373623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0" name="Google Shape;1710;p38"/>
            <p:cNvSpPr/>
            <p:nvPr/>
          </p:nvSpPr>
          <p:spPr>
            <a:xfrm rot="8716295">
              <a:off x="3246864" y="378049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38"/>
            <p:cNvSpPr/>
            <p:nvPr/>
          </p:nvSpPr>
          <p:spPr>
            <a:xfrm rot="8716295">
              <a:off x="3178981" y="3649901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38"/>
            <p:cNvSpPr/>
            <p:nvPr/>
          </p:nvSpPr>
          <p:spPr>
            <a:xfrm rot="8716295">
              <a:off x="2941694" y="387024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38"/>
            <p:cNvSpPr/>
            <p:nvPr/>
          </p:nvSpPr>
          <p:spPr>
            <a:xfrm rot="8716295">
              <a:off x="2752648" y="3554410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38"/>
            <p:cNvSpPr/>
            <p:nvPr/>
          </p:nvSpPr>
          <p:spPr>
            <a:xfrm rot="8716295">
              <a:off x="2734407" y="334436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38"/>
            <p:cNvSpPr/>
            <p:nvPr/>
          </p:nvSpPr>
          <p:spPr>
            <a:xfrm rot="8716295">
              <a:off x="3078183" y="393222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38"/>
            <p:cNvSpPr/>
            <p:nvPr/>
          </p:nvSpPr>
          <p:spPr>
            <a:xfrm rot="8716295">
              <a:off x="3549129" y="335761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38"/>
            <p:cNvSpPr/>
            <p:nvPr/>
          </p:nvSpPr>
          <p:spPr>
            <a:xfrm rot="8716295">
              <a:off x="3684428" y="340187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8" name="Google Shape;1718;p38"/>
            <p:cNvSpPr/>
            <p:nvPr/>
          </p:nvSpPr>
          <p:spPr>
            <a:xfrm rot="8716295">
              <a:off x="3379258" y="349163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9" name="Google Shape;1719;p38"/>
            <p:cNvSpPr/>
            <p:nvPr/>
          </p:nvSpPr>
          <p:spPr>
            <a:xfrm rot="8716295">
              <a:off x="3190213" y="317579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38"/>
            <p:cNvSpPr/>
            <p:nvPr/>
          </p:nvSpPr>
          <p:spPr>
            <a:xfrm rot="8716295">
              <a:off x="3515746" y="355361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38"/>
            <p:cNvSpPr/>
            <p:nvPr/>
          </p:nvSpPr>
          <p:spPr>
            <a:xfrm rot="8716295">
              <a:off x="3150300" y="332718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38"/>
            <p:cNvSpPr/>
            <p:nvPr/>
          </p:nvSpPr>
          <p:spPr>
            <a:xfrm rot="7484129">
              <a:off x="3674564" y="38432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38"/>
            <p:cNvSpPr/>
            <p:nvPr/>
          </p:nvSpPr>
          <p:spPr>
            <a:xfrm rot="-8510606">
              <a:off x="3833214" y="3792578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38"/>
            <p:cNvSpPr/>
            <p:nvPr/>
          </p:nvSpPr>
          <p:spPr>
            <a:xfrm rot="8716295">
              <a:off x="4114105" y="350246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38"/>
            <p:cNvSpPr/>
            <p:nvPr/>
          </p:nvSpPr>
          <p:spPr>
            <a:xfrm rot="8716295">
              <a:off x="4035696" y="3345668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38"/>
            <p:cNvSpPr/>
            <p:nvPr/>
          </p:nvSpPr>
          <p:spPr>
            <a:xfrm rot="8716295">
              <a:off x="3667532" y="339140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38"/>
            <p:cNvSpPr/>
            <p:nvPr/>
          </p:nvSpPr>
          <p:spPr>
            <a:xfrm rot="8716295">
              <a:off x="3936113" y="315039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38"/>
            <p:cNvSpPr/>
            <p:nvPr/>
          </p:nvSpPr>
          <p:spPr>
            <a:xfrm rot="8716295">
              <a:off x="3449338" y="4734714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38"/>
            <p:cNvSpPr/>
            <p:nvPr/>
          </p:nvSpPr>
          <p:spPr>
            <a:xfrm rot="8716295">
              <a:off x="3580975" y="4773824"/>
              <a:ext cx="394489" cy="383455"/>
            </a:xfrm>
            <a:custGeom>
              <a:rect b="b" l="l" r="r" t="t"/>
              <a:pathLst>
                <a:path extrusionOk="0" h="383455" w="394489">
                  <a:moveTo>
                    <a:pt x="77932" y="383455"/>
                  </a:moveTo>
                  <a:lnTo>
                    <a:pt x="77932" y="66898"/>
                  </a:lnTo>
                  <a:lnTo>
                    <a:pt x="0" y="66898"/>
                  </a:lnTo>
                  <a:lnTo>
                    <a:pt x="0" y="0"/>
                  </a:lnTo>
                  <a:lnTo>
                    <a:pt x="158623" y="0"/>
                  </a:lnTo>
                  <a:lnTo>
                    <a:pt x="158623" y="111726"/>
                  </a:lnTo>
                  <a:lnTo>
                    <a:pt x="160692" y="111726"/>
                  </a:lnTo>
                  <a:cubicBezTo>
                    <a:pt x="182762" y="46208"/>
                    <a:pt x="200003" y="20690"/>
                    <a:pt x="233107" y="6897"/>
                  </a:cubicBezTo>
                  <a:lnTo>
                    <a:pt x="240854" y="5438"/>
                  </a:lnTo>
                  <a:lnTo>
                    <a:pt x="391511" y="109868"/>
                  </a:lnTo>
                  <a:lnTo>
                    <a:pt x="394489" y="131726"/>
                  </a:lnTo>
                  <a:lnTo>
                    <a:pt x="394489" y="140692"/>
                  </a:lnTo>
                  <a:lnTo>
                    <a:pt x="300695" y="146210"/>
                  </a:lnTo>
                  <a:lnTo>
                    <a:pt x="300695" y="121382"/>
                  </a:lnTo>
                  <a:cubicBezTo>
                    <a:pt x="300695" y="84140"/>
                    <a:pt x="279315" y="58621"/>
                    <a:pt x="249659" y="58622"/>
                  </a:cubicBezTo>
                  <a:cubicBezTo>
                    <a:pt x="205521" y="58622"/>
                    <a:pt x="168969" y="117244"/>
                    <a:pt x="168969" y="191038"/>
                  </a:cubicBezTo>
                  <a:lnTo>
                    <a:pt x="168969" y="32138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38"/>
            <p:cNvSpPr/>
            <p:nvPr/>
          </p:nvSpPr>
          <p:spPr>
            <a:xfrm rot="8716295">
              <a:off x="3516754" y="4648384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38"/>
            <p:cNvSpPr/>
            <p:nvPr/>
          </p:nvSpPr>
          <p:spPr>
            <a:xfrm rot="8716295">
              <a:off x="3279467" y="4868729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38"/>
            <p:cNvSpPr/>
            <p:nvPr/>
          </p:nvSpPr>
          <p:spPr>
            <a:xfrm rot="8716295">
              <a:off x="3090421" y="4552893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38"/>
            <p:cNvSpPr/>
            <p:nvPr/>
          </p:nvSpPr>
          <p:spPr>
            <a:xfrm rot="8716295">
              <a:off x="3072180" y="434284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38"/>
            <p:cNvSpPr/>
            <p:nvPr/>
          </p:nvSpPr>
          <p:spPr>
            <a:xfrm rot="8716295">
              <a:off x="3388475" y="4959102"/>
              <a:ext cx="91035" cy="230894"/>
            </a:xfrm>
            <a:custGeom>
              <a:rect b="b" l="l" r="r" t="t"/>
              <a:pathLst>
                <a:path extrusionOk="0" h="230894" w="91035">
                  <a:moveTo>
                    <a:pt x="91035" y="230894"/>
                  </a:moveTo>
                  <a:lnTo>
                    <a:pt x="0" y="143306"/>
                  </a:lnTo>
                  <a:lnTo>
                    <a:pt x="0" y="0"/>
                  </a:lnTo>
                  <a:lnTo>
                    <a:pt x="91035" y="6310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38"/>
            <p:cNvSpPr/>
            <p:nvPr/>
          </p:nvSpPr>
          <p:spPr>
            <a:xfrm rot="8716295">
              <a:off x="3886902" y="43560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38"/>
            <p:cNvSpPr/>
            <p:nvPr/>
          </p:nvSpPr>
          <p:spPr>
            <a:xfrm rot="8716295">
              <a:off x="4022201" y="44003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38"/>
            <p:cNvSpPr/>
            <p:nvPr/>
          </p:nvSpPr>
          <p:spPr>
            <a:xfrm rot="8716295">
              <a:off x="3717031" y="44901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38"/>
            <p:cNvSpPr/>
            <p:nvPr/>
          </p:nvSpPr>
          <p:spPr>
            <a:xfrm rot="8716295">
              <a:off x="3527986" y="417427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38"/>
            <p:cNvSpPr/>
            <p:nvPr/>
          </p:nvSpPr>
          <p:spPr>
            <a:xfrm rot="8716295">
              <a:off x="3853519" y="4552096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38"/>
            <p:cNvSpPr/>
            <p:nvPr/>
          </p:nvSpPr>
          <p:spPr>
            <a:xfrm rot="8716295">
              <a:off x="3488073" y="432567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38"/>
            <p:cNvSpPr/>
            <p:nvPr/>
          </p:nvSpPr>
          <p:spPr>
            <a:xfrm rot="7484129">
              <a:off x="4016569" y="4837237"/>
              <a:ext cx="295167" cy="296463"/>
            </a:xfrm>
            <a:custGeom>
              <a:rect b="b" l="l" r="r" t="t"/>
              <a:pathLst>
                <a:path extrusionOk="0" h="296463" w="295167">
                  <a:moveTo>
                    <a:pt x="137293" y="296463"/>
                  </a:moveTo>
                  <a:lnTo>
                    <a:pt x="72418" y="175766"/>
                  </a:lnTo>
                  <a:lnTo>
                    <a:pt x="105610" y="83734"/>
                  </a:lnTo>
                  <a:lnTo>
                    <a:pt x="0" y="83734"/>
                  </a:lnTo>
                  <a:lnTo>
                    <a:pt x="0" y="0"/>
                  </a:lnTo>
                  <a:lnTo>
                    <a:pt x="237110" y="0"/>
                  </a:lnTo>
                  <a:lnTo>
                    <a:pt x="295167" y="83734"/>
                  </a:lnTo>
                  <a:lnTo>
                    <a:pt x="210466" y="8373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38"/>
            <p:cNvSpPr/>
            <p:nvPr/>
          </p:nvSpPr>
          <p:spPr>
            <a:xfrm rot="-8510606">
              <a:off x="4226447" y="4804985"/>
              <a:ext cx="412568" cy="314062"/>
            </a:xfrm>
            <a:custGeom>
              <a:rect b="b" l="l" r="r" t="t"/>
              <a:pathLst>
                <a:path extrusionOk="0" h="314062" w="412568">
                  <a:moveTo>
                    <a:pt x="412568" y="206915"/>
                  </a:moveTo>
                  <a:cubicBezTo>
                    <a:pt x="324041" y="282914"/>
                    <a:pt x="207954" y="309640"/>
                    <a:pt x="138636" y="313815"/>
                  </a:cubicBezTo>
                  <a:cubicBezTo>
                    <a:pt x="100219" y="316321"/>
                    <a:pt x="62637" y="299618"/>
                    <a:pt x="35911" y="272057"/>
                  </a:cubicBezTo>
                  <a:cubicBezTo>
                    <a:pt x="7516" y="244497"/>
                    <a:pt x="0" y="196893"/>
                    <a:pt x="0" y="128410"/>
                  </a:cubicBezTo>
                  <a:lnTo>
                    <a:pt x="0" y="88308"/>
                  </a:lnTo>
                  <a:lnTo>
                    <a:pt x="112395" y="0"/>
                  </a:lnTo>
                  <a:lnTo>
                    <a:pt x="112747" y="49070"/>
                  </a:lnTo>
                  <a:cubicBezTo>
                    <a:pt x="110241" y="95839"/>
                    <a:pt x="117756" y="143443"/>
                    <a:pt x="132789" y="187707"/>
                  </a:cubicBezTo>
                  <a:cubicBezTo>
                    <a:pt x="146153" y="224453"/>
                    <a:pt x="180394" y="242827"/>
                    <a:pt x="233008" y="242827"/>
                  </a:cubicBezTo>
                  <a:cubicBezTo>
                    <a:pt x="258899" y="241992"/>
                    <a:pt x="283953" y="236980"/>
                    <a:pt x="308172" y="229465"/>
                  </a:cubicBezTo>
                  <a:cubicBezTo>
                    <a:pt x="343249" y="218607"/>
                    <a:pt x="377491" y="204410"/>
                    <a:pt x="410898" y="187707"/>
                  </a:cubicBezTo>
                  <a:cubicBezTo>
                    <a:pt x="411732" y="191047"/>
                    <a:pt x="412568" y="195223"/>
                    <a:pt x="412568" y="19856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3" name="Google Shape;1743;p38"/>
            <p:cNvSpPr/>
            <p:nvPr/>
          </p:nvSpPr>
          <p:spPr>
            <a:xfrm rot="8716295">
              <a:off x="4451878" y="4500944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38"/>
            <p:cNvSpPr/>
            <p:nvPr/>
          </p:nvSpPr>
          <p:spPr>
            <a:xfrm rot="8716295">
              <a:off x="4373469" y="434415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38"/>
            <p:cNvSpPr/>
            <p:nvPr/>
          </p:nvSpPr>
          <p:spPr>
            <a:xfrm rot="8716295">
              <a:off x="4005305" y="4389892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38"/>
            <p:cNvSpPr/>
            <p:nvPr/>
          </p:nvSpPr>
          <p:spPr>
            <a:xfrm rot="8716295">
              <a:off x="4273886" y="4148873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38"/>
            <p:cNvSpPr/>
            <p:nvPr/>
          </p:nvSpPr>
          <p:spPr>
            <a:xfrm rot="8716295">
              <a:off x="2776288" y="27358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8" name="Google Shape;1748;p38"/>
            <p:cNvSpPr/>
            <p:nvPr/>
          </p:nvSpPr>
          <p:spPr>
            <a:xfrm rot="8716295">
              <a:off x="2911587" y="278007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9" name="Google Shape;1749;p38"/>
            <p:cNvSpPr/>
            <p:nvPr/>
          </p:nvSpPr>
          <p:spPr>
            <a:xfrm rot="8716295">
              <a:off x="2843704" y="264948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38"/>
            <p:cNvSpPr/>
            <p:nvPr/>
          </p:nvSpPr>
          <p:spPr>
            <a:xfrm rot="8716295">
              <a:off x="2606417" y="286983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38"/>
            <p:cNvSpPr/>
            <p:nvPr/>
          </p:nvSpPr>
          <p:spPr>
            <a:xfrm rot="8716295">
              <a:off x="2417371" y="255399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38"/>
            <p:cNvSpPr/>
            <p:nvPr/>
          </p:nvSpPr>
          <p:spPr>
            <a:xfrm rot="8716295">
              <a:off x="2399130" y="2343948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38"/>
            <p:cNvSpPr/>
            <p:nvPr/>
          </p:nvSpPr>
          <p:spPr>
            <a:xfrm rot="8716295">
              <a:off x="2742905" y="293181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38"/>
            <p:cNvSpPr/>
            <p:nvPr/>
          </p:nvSpPr>
          <p:spPr>
            <a:xfrm rot="8716295">
              <a:off x="3213852" y="2357202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38"/>
            <p:cNvSpPr/>
            <p:nvPr/>
          </p:nvSpPr>
          <p:spPr>
            <a:xfrm rot="8716295">
              <a:off x="3349151" y="2401461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38"/>
            <p:cNvSpPr/>
            <p:nvPr/>
          </p:nvSpPr>
          <p:spPr>
            <a:xfrm rot="8716295">
              <a:off x="3043981" y="249121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38"/>
            <p:cNvSpPr/>
            <p:nvPr/>
          </p:nvSpPr>
          <p:spPr>
            <a:xfrm rot="8716295">
              <a:off x="2854936" y="2175382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38"/>
            <p:cNvSpPr/>
            <p:nvPr/>
          </p:nvSpPr>
          <p:spPr>
            <a:xfrm rot="8716295">
              <a:off x="3180469" y="255320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38"/>
            <p:cNvSpPr/>
            <p:nvPr/>
          </p:nvSpPr>
          <p:spPr>
            <a:xfrm rot="8716295">
              <a:off x="2815023" y="2326774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0" name="Google Shape;1760;p38"/>
            <p:cNvSpPr/>
            <p:nvPr/>
          </p:nvSpPr>
          <p:spPr>
            <a:xfrm rot="7484129">
              <a:off x="3339287" y="284281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1" name="Google Shape;1761;p38"/>
            <p:cNvSpPr/>
            <p:nvPr/>
          </p:nvSpPr>
          <p:spPr>
            <a:xfrm rot="-8510606">
              <a:off x="3497937" y="2792166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2" name="Google Shape;1762;p38"/>
            <p:cNvSpPr/>
            <p:nvPr/>
          </p:nvSpPr>
          <p:spPr>
            <a:xfrm rot="8716295">
              <a:off x="3778828" y="2502048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38"/>
            <p:cNvSpPr/>
            <p:nvPr/>
          </p:nvSpPr>
          <p:spPr>
            <a:xfrm rot="8716295">
              <a:off x="3700418" y="2345256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38"/>
            <p:cNvSpPr/>
            <p:nvPr/>
          </p:nvSpPr>
          <p:spPr>
            <a:xfrm rot="8716295">
              <a:off x="3332255" y="23909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38"/>
            <p:cNvSpPr/>
            <p:nvPr/>
          </p:nvSpPr>
          <p:spPr>
            <a:xfrm rot="8716295">
              <a:off x="3600836" y="2149977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38"/>
            <p:cNvSpPr/>
            <p:nvPr/>
          </p:nvSpPr>
          <p:spPr>
            <a:xfrm rot="8716295">
              <a:off x="2438515" y="173733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38"/>
            <p:cNvSpPr/>
            <p:nvPr/>
          </p:nvSpPr>
          <p:spPr>
            <a:xfrm rot="8716295">
              <a:off x="2573814" y="178159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38"/>
            <p:cNvSpPr/>
            <p:nvPr/>
          </p:nvSpPr>
          <p:spPr>
            <a:xfrm rot="8716295">
              <a:off x="2505931" y="1651005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38"/>
            <p:cNvSpPr/>
            <p:nvPr/>
          </p:nvSpPr>
          <p:spPr>
            <a:xfrm rot="8716295">
              <a:off x="2268644" y="18713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38"/>
            <p:cNvSpPr/>
            <p:nvPr/>
          </p:nvSpPr>
          <p:spPr>
            <a:xfrm rot="8716295">
              <a:off x="2079598" y="15555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38"/>
            <p:cNvSpPr/>
            <p:nvPr/>
          </p:nvSpPr>
          <p:spPr>
            <a:xfrm rot="8716295">
              <a:off x="2061357" y="1345465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38"/>
            <p:cNvSpPr/>
            <p:nvPr/>
          </p:nvSpPr>
          <p:spPr>
            <a:xfrm rot="8716295">
              <a:off x="2405132" y="1933333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38"/>
            <p:cNvSpPr/>
            <p:nvPr/>
          </p:nvSpPr>
          <p:spPr>
            <a:xfrm rot="8716295">
              <a:off x="2876079" y="1358719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38"/>
            <p:cNvSpPr/>
            <p:nvPr/>
          </p:nvSpPr>
          <p:spPr>
            <a:xfrm rot="8716295">
              <a:off x="3011378" y="1402978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38"/>
            <p:cNvSpPr/>
            <p:nvPr/>
          </p:nvSpPr>
          <p:spPr>
            <a:xfrm rot="8716295">
              <a:off x="2706208" y="1492734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38"/>
            <p:cNvSpPr/>
            <p:nvPr/>
          </p:nvSpPr>
          <p:spPr>
            <a:xfrm rot="8716295">
              <a:off x="2517163" y="11768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7" name="Google Shape;1777;p38"/>
            <p:cNvSpPr/>
            <p:nvPr/>
          </p:nvSpPr>
          <p:spPr>
            <a:xfrm rot="8716295">
              <a:off x="2842696" y="1554717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8" name="Google Shape;1778;p38"/>
            <p:cNvSpPr/>
            <p:nvPr/>
          </p:nvSpPr>
          <p:spPr>
            <a:xfrm rot="8716295">
              <a:off x="2477250" y="1328291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9" name="Google Shape;1779;p38"/>
            <p:cNvSpPr/>
            <p:nvPr/>
          </p:nvSpPr>
          <p:spPr>
            <a:xfrm rot="7484129">
              <a:off x="3001514" y="184433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0" name="Google Shape;1780;p38"/>
            <p:cNvSpPr/>
            <p:nvPr/>
          </p:nvSpPr>
          <p:spPr>
            <a:xfrm rot="-8510606">
              <a:off x="3160164" y="1793683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1" name="Google Shape;1781;p38"/>
            <p:cNvSpPr/>
            <p:nvPr/>
          </p:nvSpPr>
          <p:spPr>
            <a:xfrm rot="8716295">
              <a:off x="3441055" y="1503565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2" name="Google Shape;1782;p38"/>
            <p:cNvSpPr/>
            <p:nvPr/>
          </p:nvSpPr>
          <p:spPr>
            <a:xfrm rot="8716295">
              <a:off x="3362645" y="1346772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3" name="Google Shape;1783;p38"/>
            <p:cNvSpPr/>
            <p:nvPr/>
          </p:nvSpPr>
          <p:spPr>
            <a:xfrm rot="8716295">
              <a:off x="2994482" y="13925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4" name="Google Shape;1784;p38"/>
            <p:cNvSpPr/>
            <p:nvPr/>
          </p:nvSpPr>
          <p:spPr>
            <a:xfrm rot="8716295">
              <a:off x="3263063" y="1151494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38"/>
            <p:cNvSpPr/>
            <p:nvPr/>
          </p:nvSpPr>
          <p:spPr>
            <a:xfrm rot="8716295">
              <a:off x="2107141" y="73528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38"/>
            <p:cNvSpPr/>
            <p:nvPr/>
          </p:nvSpPr>
          <p:spPr>
            <a:xfrm rot="8716295">
              <a:off x="2242440" y="779540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7" name="Google Shape;1787;p38"/>
            <p:cNvSpPr/>
            <p:nvPr/>
          </p:nvSpPr>
          <p:spPr>
            <a:xfrm rot="8716295">
              <a:off x="2174558" y="64895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38"/>
            <p:cNvSpPr/>
            <p:nvPr/>
          </p:nvSpPr>
          <p:spPr>
            <a:xfrm rot="8716295">
              <a:off x="1937270" y="869296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9" name="Google Shape;1789;p38"/>
            <p:cNvSpPr/>
            <p:nvPr/>
          </p:nvSpPr>
          <p:spPr>
            <a:xfrm rot="8716295">
              <a:off x="1748224" y="55346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38"/>
            <p:cNvSpPr/>
            <p:nvPr/>
          </p:nvSpPr>
          <p:spPr>
            <a:xfrm rot="8716295">
              <a:off x="1729983" y="34341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1" name="Google Shape;1791;p38"/>
            <p:cNvSpPr/>
            <p:nvPr/>
          </p:nvSpPr>
          <p:spPr>
            <a:xfrm rot="8716295">
              <a:off x="2073759" y="93127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38"/>
            <p:cNvSpPr/>
            <p:nvPr/>
          </p:nvSpPr>
          <p:spPr>
            <a:xfrm rot="8716295">
              <a:off x="2544705" y="356665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3" name="Google Shape;1793;p38"/>
            <p:cNvSpPr/>
            <p:nvPr/>
          </p:nvSpPr>
          <p:spPr>
            <a:xfrm rot="8716295">
              <a:off x="2680004" y="400924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4" name="Google Shape;1794;p38"/>
            <p:cNvSpPr/>
            <p:nvPr/>
          </p:nvSpPr>
          <p:spPr>
            <a:xfrm rot="8716295">
              <a:off x="2374834" y="49068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5" name="Google Shape;1795;p38"/>
            <p:cNvSpPr/>
            <p:nvPr/>
          </p:nvSpPr>
          <p:spPr>
            <a:xfrm rot="8716295">
              <a:off x="2185790" y="17484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6" name="Google Shape;1796;p38"/>
            <p:cNvSpPr/>
            <p:nvPr/>
          </p:nvSpPr>
          <p:spPr>
            <a:xfrm rot="8716295">
              <a:off x="2511323" y="552663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38"/>
            <p:cNvSpPr/>
            <p:nvPr/>
          </p:nvSpPr>
          <p:spPr>
            <a:xfrm rot="8716295">
              <a:off x="2145876" y="32623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8" name="Google Shape;1798;p38"/>
            <p:cNvSpPr/>
            <p:nvPr/>
          </p:nvSpPr>
          <p:spPr>
            <a:xfrm rot="7484129">
              <a:off x="2670140" y="84228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38"/>
            <p:cNvSpPr/>
            <p:nvPr/>
          </p:nvSpPr>
          <p:spPr>
            <a:xfrm rot="-8510606">
              <a:off x="2828790" y="791629"/>
              <a:ext cx="409227" cy="492743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0" name="Google Shape;1800;p38"/>
            <p:cNvSpPr/>
            <p:nvPr/>
          </p:nvSpPr>
          <p:spPr>
            <a:xfrm rot="8716295">
              <a:off x="3109681" y="501511"/>
              <a:ext cx="333502" cy="244026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38"/>
            <p:cNvSpPr/>
            <p:nvPr/>
          </p:nvSpPr>
          <p:spPr>
            <a:xfrm rot="8716295">
              <a:off x="3031272" y="344719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2" name="Google Shape;1802;p38"/>
            <p:cNvSpPr/>
            <p:nvPr/>
          </p:nvSpPr>
          <p:spPr>
            <a:xfrm rot="8716295">
              <a:off x="2663108" y="39046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38"/>
            <p:cNvSpPr/>
            <p:nvPr/>
          </p:nvSpPr>
          <p:spPr>
            <a:xfrm rot="8716295">
              <a:off x="2931690" y="149440"/>
              <a:ext cx="167065" cy="167065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4" name="Google Shape;1804;p38"/>
            <p:cNvSpPr/>
            <p:nvPr/>
          </p:nvSpPr>
          <p:spPr>
            <a:xfrm rot="8716295">
              <a:off x="1834766" y="-57684"/>
              <a:ext cx="186564" cy="129320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38"/>
            <p:cNvSpPr/>
            <p:nvPr/>
          </p:nvSpPr>
          <p:spPr>
            <a:xfrm rot="8716295">
              <a:off x="1969949" y="-13794"/>
              <a:ext cx="394488" cy="14836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38"/>
            <p:cNvSpPr/>
            <p:nvPr/>
          </p:nvSpPr>
          <p:spPr>
            <a:xfrm rot="8716295">
              <a:off x="1736738" y="-72828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7" name="Google Shape;1807;p38"/>
            <p:cNvSpPr/>
            <p:nvPr/>
          </p:nvSpPr>
          <p:spPr>
            <a:xfrm rot="7484129">
              <a:off x="2399917" y="-21262"/>
              <a:ext cx="233243" cy="158079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8" name="Google Shape;1808;p38"/>
            <p:cNvSpPr/>
            <p:nvPr/>
          </p:nvSpPr>
          <p:spPr>
            <a:xfrm rot="-8510606">
              <a:off x="2721869" y="-65503"/>
              <a:ext cx="128296" cy="425348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9" name="Google Shape;1809;p38"/>
            <p:cNvSpPr/>
            <p:nvPr/>
          </p:nvSpPr>
          <p:spPr>
            <a:xfrm rot="8716295">
              <a:off x="5604774" y="3024342"/>
              <a:ext cx="274455" cy="132163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0" name="Google Shape;1810;p38"/>
            <p:cNvSpPr/>
            <p:nvPr/>
          </p:nvSpPr>
          <p:spPr>
            <a:xfrm rot="8716295">
              <a:off x="5742786" y="2375436"/>
              <a:ext cx="92417" cy="296278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38"/>
            <p:cNvSpPr/>
            <p:nvPr/>
          </p:nvSpPr>
          <p:spPr>
            <a:xfrm rot="8716295">
              <a:off x="5579033" y="2469150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2" name="Google Shape;1812;p38"/>
            <p:cNvSpPr/>
            <p:nvPr/>
          </p:nvSpPr>
          <p:spPr>
            <a:xfrm rot="8716295">
              <a:off x="5389987" y="2153314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3" name="Google Shape;1813;p38"/>
            <p:cNvSpPr/>
            <p:nvPr/>
          </p:nvSpPr>
          <p:spPr>
            <a:xfrm rot="8716295">
              <a:off x="5371746" y="1943264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38"/>
            <p:cNvSpPr/>
            <p:nvPr/>
          </p:nvSpPr>
          <p:spPr>
            <a:xfrm rot="8716295">
              <a:off x="5716764" y="2550542"/>
              <a:ext cx="91035" cy="331729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5" name="Google Shape;1815;p38"/>
            <p:cNvSpPr/>
            <p:nvPr/>
          </p:nvSpPr>
          <p:spPr>
            <a:xfrm rot="8716295">
              <a:off x="5787639" y="1926090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38"/>
            <p:cNvSpPr/>
            <p:nvPr/>
          </p:nvSpPr>
          <p:spPr>
            <a:xfrm rot="8716295">
              <a:off x="5411131" y="1336651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7" name="Google Shape;1817;p38"/>
            <p:cNvSpPr/>
            <p:nvPr/>
          </p:nvSpPr>
          <p:spPr>
            <a:xfrm rot="8716295">
              <a:off x="5547629" y="1389153"/>
              <a:ext cx="346795" cy="385612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8" name="Google Shape;1818;p38"/>
            <p:cNvSpPr/>
            <p:nvPr/>
          </p:nvSpPr>
          <p:spPr>
            <a:xfrm rot="8716295">
              <a:off x="5478548" y="1250322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9" name="Google Shape;1819;p38"/>
            <p:cNvSpPr/>
            <p:nvPr/>
          </p:nvSpPr>
          <p:spPr>
            <a:xfrm rot="8716295">
              <a:off x="5241260" y="147066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38"/>
            <p:cNvSpPr/>
            <p:nvPr/>
          </p:nvSpPr>
          <p:spPr>
            <a:xfrm rot="8716295">
              <a:off x="5052214" y="1154831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38"/>
            <p:cNvSpPr/>
            <p:nvPr/>
          </p:nvSpPr>
          <p:spPr>
            <a:xfrm rot="8716295">
              <a:off x="5033973" y="944781"/>
              <a:ext cx="436339" cy="525389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38"/>
            <p:cNvSpPr/>
            <p:nvPr/>
          </p:nvSpPr>
          <p:spPr>
            <a:xfrm rot="8716295">
              <a:off x="5377749" y="1532649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38"/>
            <p:cNvSpPr/>
            <p:nvPr/>
          </p:nvSpPr>
          <p:spPr>
            <a:xfrm rot="8716295">
              <a:off x="5847873" y="996679"/>
              <a:ext cx="92417" cy="314872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38"/>
            <p:cNvSpPr/>
            <p:nvPr/>
          </p:nvSpPr>
          <p:spPr>
            <a:xfrm rot="8716295">
              <a:off x="5678824" y="1092051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38"/>
            <p:cNvSpPr/>
            <p:nvPr/>
          </p:nvSpPr>
          <p:spPr>
            <a:xfrm rot="8716295">
              <a:off x="5489780" y="776215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38"/>
            <p:cNvSpPr/>
            <p:nvPr/>
          </p:nvSpPr>
          <p:spPr>
            <a:xfrm rot="8716295">
              <a:off x="5816554" y="1173443"/>
              <a:ext cx="91037" cy="331731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38"/>
            <p:cNvSpPr/>
            <p:nvPr/>
          </p:nvSpPr>
          <p:spPr>
            <a:xfrm rot="8716295">
              <a:off x="5449866" y="927607"/>
              <a:ext cx="109652" cy="109652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38"/>
            <p:cNvSpPr/>
            <p:nvPr/>
          </p:nvSpPr>
          <p:spPr>
            <a:xfrm rot="8716295">
              <a:off x="5954717" y="1002572"/>
              <a:ext cx="48491" cy="55034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38"/>
            <p:cNvSpPr/>
            <p:nvPr/>
          </p:nvSpPr>
          <p:spPr>
            <a:xfrm rot="8716295">
              <a:off x="5079758" y="33459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38"/>
            <p:cNvSpPr/>
            <p:nvPr/>
          </p:nvSpPr>
          <p:spPr>
            <a:xfrm rot="8716295">
              <a:off x="5215056" y="378857"/>
              <a:ext cx="393110" cy="379317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38"/>
            <p:cNvSpPr/>
            <p:nvPr/>
          </p:nvSpPr>
          <p:spPr>
            <a:xfrm rot="8716295">
              <a:off x="5147174" y="248268"/>
              <a:ext cx="282763" cy="206900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38"/>
            <p:cNvSpPr/>
            <p:nvPr/>
          </p:nvSpPr>
          <p:spPr>
            <a:xfrm rot="8716295">
              <a:off x="4909887" y="468613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38"/>
            <p:cNvSpPr/>
            <p:nvPr/>
          </p:nvSpPr>
          <p:spPr>
            <a:xfrm rot="8716295">
              <a:off x="4720840" y="152777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38"/>
            <p:cNvSpPr/>
            <p:nvPr/>
          </p:nvSpPr>
          <p:spPr>
            <a:xfrm rot="8716295">
              <a:off x="4702019" y="-47743"/>
              <a:ext cx="439901" cy="516041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38"/>
            <p:cNvSpPr/>
            <p:nvPr/>
          </p:nvSpPr>
          <p:spPr>
            <a:xfrm rot="8716295">
              <a:off x="5046375" y="530596"/>
              <a:ext cx="151727" cy="33103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38"/>
            <p:cNvSpPr/>
            <p:nvPr/>
          </p:nvSpPr>
          <p:spPr>
            <a:xfrm rot="8716295">
              <a:off x="5517321" y="-44018"/>
              <a:ext cx="213797" cy="351729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38"/>
            <p:cNvSpPr/>
            <p:nvPr/>
          </p:nvSpPr>
          <p:spPr>
            <a:xfrm rot="8716295">
              <a:off x="5660365" y="29418"/>
              <a:ext cx="361480" cy="358038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38"/>
            <p:cNvSpPr/>
            <p:nvPr/>
          </p:nvSpPr>
          <p:spPr>
            <a:xfrm rot="8716295">
              <a:off x="5347450" y="89997"/>
              <a:ext cx="82761" cy="82761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38"/>
            <p:cNvSpPr/>
            <p:nvPr/>
          </p:nvSpPr>
          <p:spPr>
            <a:xfrm rot="8716295">
              <a:off x="5220022" y="-7080"/>
              <a:ext cx="219414" cy="84041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38"/>
            <p:cNvSpPr/>
            <p:nvPr/>
          </p:nvSpPr>
          <p:spPr>
            <a:xfrm rot="8716295">
              <a:off x="5483939" y="151980"/>
              <a:ext cx="151727" cy="331041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38"/>
            <p:cNvSpPr/>
            <p:nvPr/>
          </p:nvSpPr>
          <p:spPr>
            <a:xfrm rot="8716295">
              <a:off x="5128323" y="-20358"/>
              <a:ext cx="80664" cy="63766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38"/>
            <p:cNvSpPr/>
            <p:nvPr/>
          </p:nvSpPr>
          <p:spPr>
            <a:xfrm rot="7484129">
              <a:off x="5642756" y="441598"/>
              <a:ext cx="301743" cy="294200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38"/>
            <p:cNvSpPr/>
            <p:nvPr/>
          </p:nvSpPr>
          <p:spPr>
            <a:xfrm rot="-8510606">
              <a:off x="5789679" y="415199"/>
              <a:ext cx="360116" cy="446294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38"/>
            <p:cNvSpPr/>
            <p:nvPr/>
          </p:nvSpPr>
          <p:spPr>
            <a:xfrm rot="8716295">
              <a:off x="5996886" y="-12676"/>
              <a:ext cx="90399" cy="122140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38"/>
            <p:cNvSpPr/>
            <p:nvPr/>
          </p:nvSpPr>
          <p:spPr>
            <a:xfrm rot="8716295">
              <a:off x="5631023" y="-8174"/>
              <a:ext cx="87445" cy="82387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46" name="Google Shape;1846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397194" y="513241"/>
            <a:ext cx="2255854" cy="67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7" name="Google Shape;1847;p38"/>
          <p:cNvSpPr txBox="1"/>
          <p:nvPr>
            <p:ph idx="1" type="body"/>
          </p:nvPr>
        </p:nvSpPr>
        <p:spPr>
          <a:xfrm>
            <a:off x="1273141" y="1755675"/>
            <a:ext cx="7379432" cy="29918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b="1"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009FE3"/>
              </a:buClr>
              <a:buSzPts val="5400"/>
              <a:buNone/>
              <a:defRPr b="1" sz="5400" cap="none">
                <a:solidFill>
                  <a:srgbClr val="009FE3"/>
                </a:solidFill>
              </a:defRPr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sur motif + Texte">
  <p:cSld name="Contenu sur motif + Texte">
    <p:bg>
      <p:bgPr>
        <a:solidFill>
          <a:srgbClr val="009FE3"/>
        </a:solidFill>
      </p:bgPr>
    </p:bg>
    <p:spTree>
      <p:nvGrpSpPr>
        <p:cNvPr id="1848" name="Shape 1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9" name="Google Shape;1849;p39"/>
          <p:cNvGrpSpPr/>
          <p:nvPr/>
        </p:nvGrpSpPr>
        <p:grpSpPr>
          <a:xfrm>
            <a:off x="-159823" y="-165575"/>
            <a:ext cx="6375284" cy="5465532"/>
            <a:chOff x="-159823" y="-165575"/>
            <a:chExt cx="6375284" cy="5465532"/>
          </a:xfrm>
        </p:grpSpPr>
        <p:sp>
          <p:nvSpPr>
            <p:cNvPr id="1850" name="Google Shape;1850;p39"/>
            <p:cNvSpPr/>
            <p:nvPr/>
          </p:nvSpPr>
          <p:spPr>
            <a:xfrm rot="8716295">
              <a:off x="3051469" y="229467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1" name="Google Shape;1851;p39"/>
            <p:cNvSpPr/>
            <p:nvPr/>
          </p:nvSpPr>
          <p:spPr>
            <a:xfrm rot="8716295">
              <a:off x="3140861" y="232391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2" name="Google Shape;1852;p39"/>
            <p:cNvSpPr/>
            <p:nvPr/>
          </p:nvSpPr>
          <p:spPr>
            <a:xfrm rot="8716295">
              <a:off x="3096011" y="223763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3" name="Google Shape;1853;p39"/>
            <p:cNvSpPr/>
            <p:nvPr/>
          </p:nvSpPr>
          <p:spPr>
            <a:xfrm rot="8716295">
              <a:off x="2939235" y="238322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4" name="Google Shape;1854;p39"/>
            <p:cNvSpPr/>
            <p:nvPr/>
          </p:nvSpPr>
          <p:spPr>
            <a:xfrm rot="8716295">
              <a:off x="2814332" y="217454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5" name="Google Shape;1855;p39"/>
            <p:cNvSpPr/>
            <p:nvPr/>
          </p:nvSpPr>
          <p:spPr>
            <a:xfrm rot="8716295">
              <a:off x="2802280" y="203576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6" name="Google Shape;1856;p39"/>
            <p:cNvSpPr/>
            <p:nvPr/>
          </p:nvSpPr>
          <p:spPr>
            <a:xfrm rot="8716295">
              <a:off x="3029413" y="242417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39"/>
            <p:cNvSpPr/>
            <p:nvPr/>
          </p:nvSpPr>
          <p:spPr>
            <a:xfrm rot="8716295">
              <a:off x="3340568" y="204452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8" name="Google Shape;1858;p39"/>
            <p:cNvSpPr/>
            <p:nvPr/>
          </p:nvSpPr>
          <p:spPr>
            <a:xfrm rot="8716295">
              <a:off x="3429960" y="207376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9" name="Google Shape;1859;p39"/>
            <p:cNvSpPr/>
            <p:nvPr/>
          </p:nvSpPr>
          <p:spPr>
            <a:xfrm rot="8716295">
              <a:off x="3228334" y="213306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0" name="Google Shape;1860;p39"/>
            <p:cNvSpPr/>
            <p:nvPr/>
          </p:nvSpPr>
          <p:spPr>
            <a:xfrm rot="8716295">
              <a:off x="3103432" y="192439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1" name="Google Shape;1861;p39"/>
            <p:cNvSpPr/>
            <p:nvPr/>
          </p:nvSpPr>
          <p:spPr>
            <a:xfrm rot="8716295">
              <a:off x="3318512" y="2174021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2" name="Google Shape;1862;p39"/>
            <p:cNvSpPr/>
            <p:nvPr/>
          </p:nvSpPr>
          <p:spPr>
            <a:xfrm rot="8716295">
              <a:off x="3077061" y="202442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3" name="Google Shape;1863;p39"/>
            <p:cNvSpPr/>
            <p:nvPr/>
          </p:nvSpPr>
          <p:spPr>
            <a:xfrm rot="7484129">
              <a:off x="3423443" y="236537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4" name="Google Shape;1864;p39"/>
            <p:cNvSpPr/>
            <p:nvPr/>
          </p:nvSpPr>
          <p:spPr>
            <a:xfrm rot="-8510606">
              <a:off x="3528263" y="233190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39"/>
            <p:cNvSpPr/>
            <p:nvPr/>
          </p:nvSpPr>
          <p:spPr>
            <a:xfrm rot="8716295">
              <a:off x="3713848" y="214022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39"/>
            <p:cNvSpPr/>
            <p:nvPr/>
          </p:nvSpPr>
          <p:spPr>
            <a:xfrm rot="8716295">
              <a:off x="3662043" y="203663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39"/>
            <p:cNvSpPr/>
            <p:nvPr/>
          </p:nvSpPr>
          <p:spPr>
            <a:xfrm rot="8716295">
              <a:off x="3418797" y="206685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39"/>
            <p:cNvSpPr/>
            <p:nvPr/>
          </p:nvSpPr>
          <p:spPr>
            <a:xfrm rot="8716295">
              <a:off x="3596249" y="190761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39"/>
            <p:cNvSpPr/>
            <p:nvPr/>
          </p:nvSpPr>
          <p:spPr>
            <a:xfrm rot="8716295">
              <a:off x="3274636" y="295437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39"/>
            <p:cNvSpPr/>
            <p:nvPr/>
          </p:nvSpPr>
          <p:spPr>
            <a:xfrm rot="8716295">
              <a:off x="3364028" y="298361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39"/>
            <p:cNvSpPr/>
            <p:nvPr/>
          </p:nvSpPr>
          <p:spPr>
            <a:xfrm rot="8716295">
              <a:off x="3319178" y="289733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39"/>
            <p:cNvSpPr/>
            <p:nvPr/>
          </p:nvSpPr>
          <p:spPr>
            <a:xfrm rot="8716295">
              <a:off x="3162402" y="30429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39"/>
            <p:cNvSpPr/>
            <p:nvPr/>
          </p:nvSpPr>
          <p:spPr>
            <a:xfrm rot="8716295">
              <a:off x="3037499" y="28342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39"/>
            <p:cNvSpPr/>
            <p:nvPr/>
          </p:nvSpPr>
          <p:spPr>
            <a:xfrm rot="8716295">
              <a:off x="3025447" y="269546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39"/>
            <p:cNvSpPr/>
            <p:nvPr/>
          </p:nvSpPr>
          <p:spPr>
            <a:xfrm rot="8716295">
              <a:off x="3252580" y="308387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39"/>
            <p:cNvSpPr/>
            <p:nvPr/>
          </p:nvSpPr>
          <p:spPr>
            <a:xfrm rot="8716295">
              <a:off x="3563735" y="270422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39"/>
            <p:cNvSpPr/>
            <p:nvPr/>
          </p:nvSpPr>
          <p:spPr>
            <a:xfrm rot="8716295">
              <a:off x="3653127" y="273346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39"/>
            <p:cNvSpPr/>
            <p:nvPr/>
          </p:nvSpPr>
          <p:spPr>
            <a:xfrm rot="8716295">
              <a:off x="3451501" y="279276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39"/>
            <p:cNvSpPr/>
            <p:nvPr/>
          </p:nvSpPr>
          <p:spPr>
            <a:xfrm rot="8716295">
              <a:off x="3326599" y="258409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39"/>
            <p:cNvSpPr/>
            <p:nvPr/>
          </p:nvSpPr>
          <p:spPr>
            <a:xfrm rot="8716295">
              <a:off x="3541679" y="283372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39"/>
            <p:cNvSpPr/>
            <p:nvPr/>
          </p:nvSpPr>
          <p:spPr>
            <a:xfrm rot="8716295">
              <a:off x="3300228" y="268412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39"/>
            <p:cNvSpPr/>
            <p:nvPr/>
          </p:nvSpPr>
          <p:spPr>
            <a:xfrm rot="7484129">
              <a:off x="3646610" y="302507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39"/>
            <p:cNvSpPr/>
            <p:nvPr/>
          </p:nvSpPr>
          <p:spPr>
            <a:xfrm rot="-8510606">
              <a:off x="3751430" y="299160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4" name="Google Shape;1884;p39"/>
            <p:cNvSpPr/>
            <p:nvPr/>
          </p:nvSpPr>
          <p:spPr>
            <a:xfrm rot="8716295">
              <a:off x="3937015" y="279992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5" name="Google Shape;1885;p39"/>
            <p:cNvSpPr/>
            <p:nvPr/>
          </p:nvSpPr>
          <p:spPr>
            <a:xfrm rot="8716295">
              <a:off x="3885210" y="26963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6" name="Google Shape;1886;p39"/>
            <p:cNvSpPr/>
            <p:nvPr/>
          </p:nvSpPr>
          <p:spPr>
            <a:xfrm rot="8716295">
              <a:off x="3641964" y="272655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7" name="Google Shape;1887;p39"/>
            <p:cNvSpPr/>
            <p:nvPr/>
          </p:nvSpPr>
          <p:spPr>
            <a:xfrm rot="8716295">
              <a:off x="3819416" y="2567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8" name="Google Shape;1888;p39"/>
            <p:cNvSpPr/>
            <p:nvPr/>
          </p:nvSpPr>
          <p:spPr>
            <a:xfrm rot="8716295">
              <a:off x="3937162" y="4933704"/>
              <a:ext cx="142167" cy="232388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7"/>
                  </a:lnTo>
                  <a:cubicBezTo>
                    <a:pt x="81108" y="68350"/>
                    <a:pt x="81108" y="66982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7757" y="0"/>
                  </a:lnTo>
                  <a:lnTo>
                    <a:pt x="142167" y="51579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9" name="Google Shape;1889;p39"/>
            <p:cNvSpPr/>
            <p:nvPr/>
          </p:nvSpPr>
          <p:spPr>
            <a:xfrm rot="8716295">
              <a:off x="4141505" y="4922844"/>
              <a:ext cx="132702" cy="253348"/>
            </a:xfrm>
            <a:custGeom>
              <a:rect b="b" l="l" r="r" t="t"/>
              <a:pathLst>
                <a:path extrusionOk="0" h="253348" w="132702">
                  <a:moveTo>
                    <a:pt x="51489" y="253348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8574" y="0"/>
                  </a:lnTo>
                  <a:lnTo>
                    <a:pt x="104802" y="38976"/>
                  </a:lnTo>
                  <a:lnTo>
                    <a:pt x="104803" y="73817"/>
                  </a:lnTo>
                  <a:lnTo>
                    <a:pt x="106169" y="73817"/>
                  </a:lnTo>
                  <a:lnTo>
                    <a:pt x="116353" y="46982"/>
                  </a:lnTo>
                  <a:lnTo>
                    <a:pt x="132702" y="58315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0" name="Google Shape;1890;p39"/>
            <p:cNvSpPr/>
            <p:nvPr/>
          </p:nvSpPr>
          <p:spPr>
            <a:xfrm rot="8716295">
              <a:off x="3982533" y="487640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1" name="Google Shape;1891;p39"/>
            <p:cNvSpPr/>
            <p:nvPr/>
          </p:nvSpPr>
          <p:spPr>
            <a:xfrm rot="8716295">
              <a:off x="3825757" y="502198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2" name="Google Shape;1892;p39"/>
            <p:cNvSpPr/>
            <p:nvPr/>
          </p:nvSpPr>
          <p:spPr>
            <a:xfrm rot="8716295">
              <a:off x="3700854" y="481331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3" name="Google Shape;1893;p39"/>
            <p:cNvSpPr/>
            <p:nvPr/>
          </p:nvSpPr>
          <p:spPr>
            <a:xfrm rot="8716295">
              <a:off x="3688802" y="467453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4" name="Google Shape;1894;p39"/>
            <p:cNvSpPr/>
            <p:nvPr/>
          </p:nvSpPr>
          <p:spPr>
            <a:xfrm rot="8716295">
              <a:off x="3876973" y="5088204"/>
              <a:ext cx="60147" cy="79509"/>
            </a:xfrm>
            <a:custGeom>
              <a:rect b="b" l="l" r="r" t="t"/>
              <a:pathLst>
                <a:path extrusionOk="0" h="79509" w="60147">
                  <a:moveTo>
                    <a:pt x="60147" y="79509"/>
                  </a:moveTo>
                  <a:lnTo>
                    <a:pt x="0" y="21639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5" name="Google Shape;1895;p39"/>
            <p:cNvSpPr/>
            <p:nvPr/>
          </p:nvSpPr>
          <p:spPr>
            <a:xfrm rot="8716295">
              <a:off x="4227090" y="468329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6" name="Google Shape;1896;p39"/>
            <p:cNvSpPr/>
            <p:nvPr/>
          </p:nvSpPr>
          <p:spPr>
            <a:xfrm rot="8716295">
              <a:off x="4316482" y="471253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39"/>
            <p:cNvSpPr/>
            <p:nvPr/>
          </p:nvSpPr>
          <p:spPr>
            <a:xfrm rot="8716295">
              <a:off x="4114856" y="477183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8" name="Google Shape;1898;p39"/>
            <p:cNvSpPr/>
            <p:nvPr/>
          </p:nvSpPr>
          <p:spPr>
            <a:xfrm rot="8716295">
              <a:off x="3989954" y="45631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9" name="Google Shape;1899;p39"/>
            <p:cNvSpPr/>
            <p:nvPr/>
          </p:nvSpPr>
          <p:spPr>
            <a:xfrm rot="8716295">
              <a:off x="4205034" y="481278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0" name="Google Shape;1900;p39"/>
            <p:cNvSpPr/>
            <p:nvPr/>
          </p:nvSpPr>
          <p:spPr>
            <a:xfrm rot="8716295">
              <a:off x="3963583" y="466318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1" name="Google Shape;1901;p39"/>
            <p:cNvSpPr/>
            <p:nvPr/>
          </p:nvSpPr>
          <p:spPr>
            <a:xfrm rot="7484129">
              <a:off x="4361132" y="4975858"/>
              <a:ext cx="133389" cy="195874"/>
            </a:xfrm>
            <a:custGeom>
              <a:rect b="b" l="l" r="r" t="t"/>
              <a:pathLst>
                <a:path extrusionOk="0" h="195874" w="133389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83610" y="0"/>
                  </a:lnTo>
                  <a:lnTo>
                    <a:pt x="133389" y="7179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2" name="Google Shape;1902;p39"/>
            <p:cNvSpPr/>
            <p:nvPr/>
          </p:nvSpPr>
          <p:spPr>
            <a:xfrm rot="-8510606">
              <a:off x="4473995" y="4986322"/>
              <a:ext cx="268663" cy="135802"/>
            </a:xfrm>
            <a:custGeom>
              <a:rect b="b" l="l" r="r" t="t"/>
              <a:pathLst>
                <a:path extrusionOk="0" h="135802" w="268663">
                  <a:moveTo>
                    <a:pt x="268663" y="65010"/>
                  </a:moveTo>
                  <a:cubicBezTo>
                    <a:pt x="210174" y="115223"/>
                    <a:pt x="133474" y="132880"/>
                    <a:pt x="87676" y="135639"/>
                  </a:cubicBezTo>
                  <a:cubicBezTo>
                    <a:pt x="62294" y="137295"/>
                    <a:pt x="37463" y="126258"/>
                    <a:pt x="19806" y="108049"/>
                  </a:cubicBezTo>
                  <a:cubicBezTo>
                    <a:pt x="10425" y="98945"/>
                    <a:pt x="4494" y="86530"/>
                    <a:pt x="907" y="70735"/>
                  </a:cubicBezTo>
                  <a:lnTo>
                    <a:pt x="0" y="59909"/>
                  </a:lnTo>
                  <a:lnTo>
                    <a:pt x="76250" y="0"/>
                  </a:lnTo>
                  <a:lnTo>
                    <a:pt x="83813" y="52319"/>
                  </a:lnTo>
                  <a:cubicBezTo>
                    <a:pt x="92642" y="76597"/>
                    <a:pt x="115265" y="88737"/>
                    <a:pt x="150028" y="88737"/>
                  </a:cubicBezTo>
                  <a:cubicBezTo>
                    <a:pt x="167134" y="88185"/>
                    <a:pt x="183687" y="84874"/>
                    <a:pt x="199689" y="79908"/>
                  </a:cubicBezTo>
                  <a:cubicBezTo>
                    <a:pt x="222864" y="72735"/>
                    <a:pt x="245488" y="63355"/>
                    <a:pt x="267560" y="52319"/>
                  </a:cubicBezTo>
                  <a:cubicBezTo>
                    <a:pt x="268111" y="54526"/>
                    <a:pt x="268663" y="57285"/>
                    <a:pt x="268663" y="594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3" name="Google Shape;1903;p39"/>
            <p:cNvSpPr/>
            <p:nvPr/>
          </p:nvSpPr>
          <p:spPr>
            <a:xfrm rot="8716295">
              <a:off x="4600370" y="477899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4" name="Google Shape;1904;p39"/>
            <p:cNvSpPr/>
            <p:nvPr/>
          </p:nvSpPr>
          <p:spPr>
            <a:xfrm rot="8716295">
              <a:off x="4548565" y="467540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5" name="Google Shape;1905;p39"/>
            <p:cNvSpPr/>
            <p:nvPr/>
          </p:nvSpPr>
          <p:spPr>
            <a:xfrm rot="8716295">
              <a:off x="4305319" y="470562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6" name="Google Shape;1906;p39"/>
            <p:cNvSpPr/>
            <p:nvPr/>
          </p:nvSpPr>
          <p:spPr>
            <a:xfrm rot="8716295">
              <a:off x="4482771" y="454637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7" name="Google Shape;1907;p39"/>
            <p:cNvSpPr/>
            <p:nvPr/>
          </p:nvSpPr>
          <p:spPr>
            <a:xfrm rot="8716295">
              <a:off x="3493306" y="361277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8" name="Google Shape;1908;p39"/>
            <p:cNvSpPr/>
            <p:nvPr/>
          </p:nvSpPr>
          <p:spPr>
            <a:xfrm rot="8716295">
              <a:off x="3582698" y="364201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9" name="Google Shape;1909;p39"/>
            <p:cNvSpPr/>
            <p:nvPr/>
          </p:nvSpPr>
          <p:spPr>
            <a:xfrm rot="8716295">
              <a:off x="3537848" y="355573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0" name="Google Shape;1910;p39"/>
            <p:cNvSpPr/>
            <p:nvPr/>
          </p:nvSpPr>
          <p:spPr>
            <a:xfrm rot="8716295">
              <a:off x="3381072" y="370131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1" name="Google Shape;1911;p39"/>
            <p:cNvSpPr/>
            <p:nvPr/>
          </p:nvSpPr>
          <p:spPr>
            <a:xfrm rot="8716295">
              <a:off x="3256169" y="349264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2" name="Google Shape;1912;p39"/>
            <p:cNvSpPr/>
            <p:nvPr/>
          </p:nvSpPr>
          <p:spPr>
            <a:xfrm rot="8716295">
              <a:off x="3244117" y="335386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3" name="Google Shape;1913;p39"/>
            <p:cNvSpPr/>
            <p:nvPr/>
          </p:nvSpPr>
          <p:spPr>
            <a:xfrm rot="8716295">
              <a:off x="3471250" y="374226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4" name="Google Shape;1914;p39"/>
            <p:cNvSpPr/>
            <p:nvPr/>
          </p:nvSpPr>
          <p:spPr>
            <a:xfrm rot="8716295">
              <a:off x="3782405" y="336262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5" name="Google Shape;1915;p39"/>
            <p:cNvSpPr/>
            <p:nvPr/>
          </p:nvSpPr>
          <p:spPr>
            <a:xfrm rot="8716295">
              <a:off x="3871797" y="339186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6" name="Google Shape;1916;p39"/>
            <p:cNvSpPr/>
            <p:nvPr/>
          </p:nvSpPr>
          <p:spPr>
            <a:xfrm rot="8716295">
              <a:off x="3670171" y="345116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7" name="Google Shape;1917;p39"/>
            <p:cNvSpPr/>
            <p:nvPr/>
          </p:nvSpPr>
          <p:spPr>
            <a:xfrm rot="8716295">
              <a:off x="3545269" y="324249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8" name="Google Shape;1918;p39"/>
            <p:cNvSpPr/>
            <p:nvPr/>
          </p:nvSpPr>
          <p:spPr>
            <a:xfrm rot="8716295">
              <a:off x="3760349" y="349211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9" name="Google Shape;1919;p39"/>
            <p:cNvSpPr/>
            <p:nvPr/>
          </p:nvSpPr>
          <p:spPr>
            <a:xfrm rot="8716295">
              <a:off x="3518898" y="334251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0" name="Google Shape;1920;p39"/>
            <p:cNvSpPr/>
            <p:nvPr/>
          </p:nvSpPr>
          <p:spPr>
            <a:xfrm rot="7484129">
              <a:off x="3865280" y="368346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1" name="Google Shape;1921;p39"/>
            <p:cNvSpPr/>
            <p:nvPr/>
          </p:nvSpPr>
          <p:spPr>
            <a:xfrm rot="-8510606">
              <a:off x="3970100" y="365000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2" name="Google Shape;1922;p39"/>
            <p:cNvSpPr/>
            <p:nvPr/>
          </p:nvSpPr>
          <p:spPr>
            <a:xfrm rot="8716295">
              <a:off x="4155685" y="345832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3" name="Google Shape;1923;p39"/>
            <p:cNvSpPr/>
            <p:nvPr/>
          </p:nvSpPr>
          <p:spPr>
            <a:xfrm rot="8716295">
              <a:off x="4103880" y="335472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4" name="Google Shape;1924;p39"/>
            <p:cNvSpPr/>
            <p:nvPr/>
          </p:nvSpPr>
          <p:spPr>
            <a:xfrm rot="8716295">
              <a:off x="3860634" y="338494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5" name="Google Shape;1925;p39"/>
            <p:cNvSpPr/>
            <p:nvPr/>
          </p:nvSpPr>
          <p:spPr>
            <a:xfrm rot="8716295">
              <a:off x="4038086" y="322570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6" name="Google Shape;1926;p39"/>
            <p:cNvSpPr/>
            <p:nvPr/>
          </p:nvSpPr>
          <p:spPr>
            <a:xfrm rot="8716295">
              <a:off x="3716473" y="427247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7" name="Google Shape;1927;p39"/>
            <p:cNvSpPr/>
            <p:nvPr/>
          </p:nvSpPr>
          <p:spPr>
            <a:xfrm rot="8716295">
              <a:off x="3805865" y="430171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8" name="Google Shape;1928;p39"/>
            <p:cNvSpPr/>
            <p:nvPr/>
          </p:nvSpPr>
          <p:spPr>
            <a:xfrm rot="8716295">
              <a:off x="3761015" y="421543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39"/>
            <p:cNvSpPr/>
            <p:nvPr/>
          </p:nvSpPr>
          <p:spPr>
            <a:xfrm rot="8716295">
              <a:off x="3604239" y="436101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39"/>
            <p:cNvSpPr/>
            <p:nvPr/>
          </p:nvSpPr>
          <p:spPr>
            <a:xfrm rot="8716295">
              <a:off x="3479336" y="415234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39"/>
            <p:cNvSpPr/>
            <p:nvPr/>
          </p:nvSpPr>
          <p:spPr>
            <a:xfrm rot="8716295">
              <a:off x="3467284" y="401356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39"/>
            <p:cNvSpPr/>
            <p:nvPr/>
          </p:nvSpPr>
          <p:spPr>
            <a:xfrm rot="8716295">
              <a:off x="3694417" y="440196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3" name="Google Shape;1933;p39"/>
            <p:cNvSpPr/>
            <p:nvPr/>
          </p:nvSpPr>
          <p:spPr>
            <a:xfrm rot="8716295">
              <a:off x="4005572" y="402231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4" name="Google Shape;1934;p39"/>
            <p:cNvSpPr/>
            <p:nvPr/>
          </p:nvSpPr>
          <p:spPr>
            <a:xfrm rot="8716295">
              <a:off x="4094964" y="405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5" name="Google Shape;1935;p39"/>
            <p:cNvSpPr/>
            <p:nvPr/>
          </p:nvSpPr>
          <p:spPr>
            <a:xfrm rot="8716295">
              <a:off x="3893338" y="411086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6" name="Google Shape;1936;p39"/>
            <p:cNvSpPr/>
            <p:nvPr/>
          </p:nvSpPr>
          <p:spPr>
            <a:xfrm rot="8716295">
              <a:off x="3768436" y="390219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7" name="Google Shape;1937;p39"/>
            <p:cNvSpPr/>
            <p:nvPr/>
          </p:nvSpPr>
          <p:spPr>
            <a:xfrm rot="8716295">
              <a:off x="3983516" y="415181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8" name="Google Shape;1938;p39"/>
            <p:cNvSpPr/>
            <p:nvPr/>
          </p:nvSpPr>
          <p:spPr>
            <a:xfrm rot="8716295">
              <a:off x="3742065" y="400221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9" name="Google Shape;1939;p39"/>
            <p:cNvSpPr/>
            <p:nvPr/>
          </p:nvSpPr>
          <p:spPr>
            <a:xfrm rot="7484129">
              <a:off x="4088447" y="434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0" name="Google Shape;1940;p39"/>
            <p:cNvSpPr/>
            <p:nvPr/>
          </p:nvSpPr>
          <p:spPr>
            <a:xfrm rot="-8510606">
              <a:off x="4193267" y="430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39"/>
            <p:cNvSpPr/>
            <p:nvPr/>
          </p:nvSpPr>
          <p:spPr>
            <a:xfrm rot="8716295">
              <a:off x="4378852" y="411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2" name="Google Shape;1942;p39"/>
            <p:cNvSpPr/>
            <p:nvPr/>
          </p:nvSpPr>
          <p:spPr>
            <a:xfrm rot="8716295">
              <a:off x="4327047" y="401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3" name="Google Shape;1943;p39"/>
            <p:cNvSpPr/>
            <p:nvPr/>
          </p:nvSpPr>
          <p:spPr>
            <a:xfrm rot="8716295">
              <a:off x="4083801" y="40446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4" name="Google Shape;1944;p39"/>
            <p:cNvSpPr/>
            <p:nvPr/>
          </p:nvSpPr>
          <p:spPr>
            <a:xfrm rot="8716295">
              <a:off x="4261253" y="388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5" name="Google Shape;1945;p39"/>
            <p:cNvSpPr/>
            <p:nvPr/>
          </p:nvSpPr>
          <p:spPr>
            <a:xfrm rot="8716295">
              <a:off x="2829951" y="1633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6" name="Google Shape;1946;p39"/>
            <p:cNvSpPr/>
            <p:nvPr/>
          </p:nvSpPr>
          <p:spPr>
            <a:xfrm rot="8716295">
              <a:off x="2919343" y="1662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7" name="Google Shape;1947;p39"/>
            <p:cNvSpPr/>
            <p:nvPr/>
          </p:nvSpPr>
          <p:spPr>
            <a:xfrm rot="8716295">
              <a:off x="2874493" y="157666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8" name="Google Shape;1948;p39"/>
            <p:cNvSpPr/>
            <p:nvPr/>
          </p:nvSpPr>
          <p:spPr>
            <a:xfrm rot="8716295">
              <a:off x="2717717" y="1722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9" name="Google Shape;1949;p39"/>
            <p:cNvSpPr/>
            <p:nvPr/>
          </p:nvSpPr>
          <p:spPr>
            <a:xfrm rot="8716295">
              <a:off x="2592814" y="1513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39"/>
            <p:cNvSpPr/>
            <p:nvPr/>
          </p:nvSpPr>
          <p:spPr>
            <a:xfrm rot="8716295">
              <a:off x="2580762" y="137479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39"/>
            <p:cNvSpPr/>
            <p:nvPr/>
          </p:nvSpPr>
          <p:spPr>
            <a:xfrm rot="8716295">
              <a:off x="2807895" y="176319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39"/>
            <p:cNvSpPr/>
            <p:nvPr/>
          </p:nvSpPr>
          <p:spPr>
            <a:xfrm rot="8716295">
              <a:off x="3119050" y="138355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39"/>
            <p:cNvSpPr/>
            <p:nvPr/>
          </p:nvSpPr>
          <p:spPr>
            <a:xfrm rot="8716295">
              <a:off x="3208442" y="141279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39"/>
            <p:cNvSpPr/>
            <p:nvPr/>
          </p:nvSpPr>
          <p:spPr>
            <a:xfrm rot="8716295">
              <a:off x="3006816" y="147209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39"/>
            <p:cNvSpPr/>
            <p:nvPr/>
          </p:nvSpPr>
          <p:spPr>
            <a:xfrm rot="8716295">
              <a:off x="2881914" y="1263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39"/>
            <p:cNvSpPr/>
            <p:nvPr/>
          </p:nvSpPr>
          <p:spPr>
            <a:xfrm rot="8716295">
              <a:off x="3096994" y="151304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39"/>
            <p:cNvSpPr/>
            <p:nvPr/>
          </p:nvSpPr>
          <p:spPr>
            <a:xfrm rot="8716295">
              <a:off x="2855543" y="136344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39"/>
            <p:cNvSpPr/>
            <p:nvPr/>
          </p:nvSpPr>
          <p:spPr>
            <a:xfrm rot="7484129">
              <a:off x="3201925" y="17043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39"/>
            <p:cNvSpPr/>
            <p:nvPr/>
          </p:nvSpPr>
          <p:spPr>
            <a:xfrm rot="-8510606">
              <a:off x="3306745" y="167093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0" name="Google Shape;1960;p39"/>
            <p:cNvSpPr/>
            <p:nvPr/>
          </p:nvSpPr>
          <p:spPr>
            <a:xfrm rot="8716295">
              <a:off x="3492330" y="147925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1" name="Google Shape;1961;p39"/>
            <p:cNvSpPr/>
            <p:nvPr/>
          </p:nvSpPr>
          <p:spPr>
            <a:xfrm rot="8716295">
              <a:off x="3440525" y="137565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2" name="Google Shape;1962;p39"/>
            <p:cNvSpPr/>
            <p:nvPr/>
          </p:nvSpPr>
          <p:spPr>
            <a:xfrm rot="8716295">
              <a:off x="3197279" y="140587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3" name="Google Shape;1963;p39"/>
            <p:cNvSpPr/>
            <p:nvPr/>
          </p:nvSpPr>
          <p:spPr>
            <a:xfrm rot="8716295">
              <a:off x="3374731" y="124663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4" name="Google Shape;1964;p39"/>
            <p:cNvSpPr/>
            <p:nvPr/>
          </p:nvSpPr>
          <p:spPr>
            <a:xfrm rot="8716295">
              <a:off x="2606784" y="97400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5" name="Google Shape;1965;p39"/>
            <p:cNvSpPr/>
            <p:nvPr/>
          </p:nvSpPr>
          <p:spPr>
            <a:xfrm rot="8716295">
              <a:off x="2696176" y="100324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6" name="Google Shape;1966;p39"/>
            <p:cNvSpPr/>
            <p:nvPr/>
          </p:nvSpPr>
          <p:spPr>
            <a:xfrm rot="8716295">
              <a:off x="2651326" y="91696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7" name="Google Shape;1967;p39"/>
            <p:cNvSpPr/>
            <p:nvPr/>
          </p:nvSpPr>
          <p:spPr>
            <a:xfrm rot="8716295">
              <a:off x="2494550" y="106254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39"/>
            <p:cNvSpPr/>
            <p:nvPr/>
          </p:nvSpPr>
          <p:spPr>
            <a:xfrm rot="8716295">
              <a:off x="2369647" y="85387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39"/>
            <p:cNvSpPr/>
            <p:nvPr/>
          </p:nvSpPr>
          <p:spPr>
            <a:xfrm rot="8716295">
              <a:off x="2357595" y="71509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39"/>
            <p:cNvSpPr/>
            <p:nvPr/>
          </p:nvSpPr>
          <p:spPr>
            <a:xfrm rot="8716295">
              <a:off x="2584728" y="110350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39"/>
            <p:cNvSpPr/>
            <p:nvPr/>
          </p:nvSpPr>
          <p:spPr>
            <a:xfrm rot="8716295">
              <a:off x="2895883" y="72385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39"/>
            <p:cNvSpPr/>
            <p:nvPr/>
          </p:nvSpPr>
          <p:spPr>
            <a:xfrm rot="8716295">
              <a:off x="2985275" y="75309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39"/>
            <p:cNvSpPr/>
            <p:nvPr/>
          </p:nvSpPr>
          <p:spPr>
            <a:xfrm rot="8716295">
              <a:off x="2783649" y="81239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39"/>
            <p:cNvSpPr/>
            <p:nvPr/>
          </p:nvSpPr>
          <p:spPr>
            <a:xfrm rot="8716295">
              <a:off x="2658747" y="603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39"/>
            <p:cNvSpPr/>
            <p:nvPr/>
          </p:nvSpPr>
          <p:spPr>
            <a:xfrm rot="8716295">
              <a:off x="2873827" y="85334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39"/>
            <p:cNvSpPr/>
            <p:nvPr/>
          </p:nvSpPr>
          <p:spPr>
            <a:xfrm rot="8716295">
              <a:off x="2632376" y="70374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39"/>
            <p:cNvSpPr/>
            <p:nvPr/>
          </p:nvSpPr>
          <p:spPr>
            <a:xfrm rot="7484129">
              <a:off x="2978758" y="10446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8" name="Google Shape;1978;p39"/>
            <p:cNvSpPr/>
            <p:nvPr/>
          </p:nvSpPr>
          <p:spPr>
            <a:xfrm rot="-8510606">
              <a:off x="3083578" y="101123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9" name="Google Shape;1979;p39"/>
            <p:cNvSpPr/>
            <p:nvPr/>
          </p:nvSpPr>
          <p:spPr>
            <a:xfrm rot="8716295">
              <a:off x="3269163" y="81955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0" name="Google Shape;1980;p39"/>
            <p:cNvSpPr/>
            <p:nvPr/>
          </p:nvSpPr>
          <p:spPr>
            <a:xfrm rot="8716295">
              <a:off x="3217358" y="71595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1" name="Google Shape;1981;p39"/>
            <p:cNvSpPr/>
            <p:nvPr/>
          </p:nvSpPr>
          <p:spPr>
            <a:xfrm rot="8716295">
              <a:off x="2974112" y="74618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2" name="Google Shape;1982;p39"/>
            <p:cNvSpPr/>
            <p:nvPr/>
          </p:nvSpPr>
          <p:spPr>
            <a:xfrm rot="8716295">
              <a:off x="3151564" y="58693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3" name="Google Shape;1983;p39"/>
            <p:cNvSpPr/>
            <p:nvPr/>
          </p:nvSpPr>
          <p:spPr>
            <a:xfrm rot="8716295">
              <a:off x="2387845" y="31194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4" name="Google Shape;1984;p39"/>
            <p:cNvSpPr/>
            <p:nvPr/>
          </p:nvSpPr>
          <p:spPr>
            <a:xfrm rot="8716295">
              <a:off x="2477237" y="34118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5" name="Google Shape;1985;p39"/>
            <p:cNvSpPr/>
            <p:nvPr/>
          </p:nvSpPr>
          <p:spPr>
            <a:xfrm rot="8716295">
              <a:off x="2432387" y="25490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6" name="Google Shape;1986;p39"/>
            <p:cNvSpPr/>
            <p:nvPr/>
          </p:nvSpPr>
          <p:spPr>
            <a:xfrm rot="8716295">
              <a:off x="2275611" y="4004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7" name="Google Shape;1987;p39"/>
            <p:cNvSpPr/>
            <p:nvPr/>
          </p:nvSpPr>
          <p:spPr>
            <a:xfrm rot="8716295">
              <a:off x="2150708" y="19181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8" name="Google Shape;1988;p39"/>
            <p:cNvSpPr/>
            <p:nvPr/>
          </p:nvSpPr>
          <p:spPr>
            <a:xfrm rot="8716295">
              <a:off x="2138656" y="5303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9" name="Google Shape;1989;p39"/>
            <p:cNvSpPr/>
            <p:nvPr/>
          </p:nvSpPr>
          <p:spPr>
            <a:xfrm rot="8716295">
              <a:off x="2365789" y="44144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0" name="Google Shape;1990;p39"/>
            <p:cNvSpPr/>
            <p:nvPr/>
          </p:nvSpPr>
          <p:spPr>
            <a:xfrm rot="8716295">
              <a:off x="2676944" y="6179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1" name="Google Shape;1991;p39"/>
            <p:cNvSpPr/>
            <p:nvPr/>
          </p:nvSpPr>
          <p:spPr>
            <a:xfrm rot="8716295">
              <a:off x="2766336" y="9103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2" name="Google Shape;1992;p39"/>
            <p:cNvSpPr/>
            <p:nvPr/>
          </p:nvSpPr>
          <p:spPr>
            <a:xfrm rot="8716295">
              <a:off x="2564710" y="15033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3" name="Google Shape;1993;p39"/>
            <p:cNvSpPr/>
            <p:nvPr/>
          </p:nvSpPr>
          <p:spPr>
            <a:xfrm rot="8716295">
              <a:off x="2448552" y="-16031"/>
              <a:ext cx="203847" cy="149340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4" name="Google Shape;1994;p39"/>
            <p:cNvSpPr/>
            <p:nvPr/>
          </p:nvSpPr>
          <p:spPr>
            <a:xfrm rot="8716295">
              <a:off x="2654888" y="19129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5" name="Google Shape;1995;p39"/>
            <p:cNvSpPr/>
            <p:nvPr/>
          </p:nvSpPr>
          <p:spPr>
            <a:xfrm rot="8716295">
              <a:off x="2413437" y="4169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6" name="Google Shape;1996;p39"/>
            <p:cNvSpPr/>
            <p:nvPr/>
          </p:nvSpPr>
          <p:spPr>
            <a:xfrm rot="7484129">
              <a:off x="2759819" y="3826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7" name="Google Shape;1997;p39"/>
            <p:cNvSpPr/>
            <p:nvPr/>
          </p:nvSpPr>
          <p:spPr>
            <a:xfrm rot="-8510606">
              <a:off x="2864639" y="34917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8" name="Google Shape;1998;p39"/>
            <p:cNvSpPr/>
            <p:nvPr/>
          </p:nvSpPr>
          <p:spPr>
            <a:xfrm rot="8716295">
              <a:off x="3050224" y="15749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9" name="Google Shape;1999;p39"/>
            <p:cNvSpPr/>
            <p:nvPr/>
          </p:nvSpPr>
          <p:spPr>
            <a:xfrm rot="8716295">
              <a:off x="2998419" y="5390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0" name="Google Shape;2000;p39"/>
            <p:cNvSpPr/>
            <p:nvPr/>
          </p:nvSpPr>
          <p:spPr>
            <a:xfrm rot="8716295">
              <a:off x="2755173" y="8412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1" name="Google Shape;2001;p39"/>
            <p:cNvSpPr/>
            <p:nvPr/>
          </p:nvSpPr>
          <p:spPr>
            <a:xfrm rot="8716295">
              <a:off x="2940014" y="-28690"/>
              <a:ext cx="88664" cy="7066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2" name="Google Shape;2002;p39"/>
            <p:cNvSpPr/>
            <p:nvPr/>
          </p:nvSpPr>
          <p:spPr>
            <a:xfrm rot="-8510606">
              <a:off x="2740820" y="-30870"/>
              <a:ext cx="73521" cy="76374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3" name="Google Shape;2003;p39"/>
            <p:cNvSpPr/>
            <p:nvPr/>
          </p:nvSpPr>
          <p:spPr>
            <a:xfrm rot="8716295">
              <a:off x="2166753" y="273158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4" name="Google Shape;2004;p39"/>
            <p:cNvSpPr/>
            <p:nvPr/>
          </p:nvSpPr>
          <p:spPr>
            <a:xfrm rot="8716295">
              <a:off x="2256145" y="276082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5" name="Google Shape;2005;p39"/>
            <p:cNvSpPr/>
            <p:nvPr/>
          </p:nvSpPr>
          <p:spPr>
            <a:xfrm rot="8716295">
              <a:off x="2211295" y="267454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6" name="Google Shape;2006;p39"/>
            <p:cNvSpPr/>
            <p:nvPr/>
          </p:nvSpPr>
          <p:spPr>
            <a:xfrm rot="8716295">
              <a:off x="2054519" y="28201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7" name="Google Shape;2007;p39"/>
            <p:cNvSpPr/>
            <p:nvPr/>
          </p:nvSpPr>
          <p:spPr>
            <a:xfrm rot="8716295">
              <a:off x="1929616" y="261145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8" name="Google Shape;2008;p39"/>
            <p:cNvSpPr/>
            <p:nvPr/>
          </p:nvSpPr>
          <p:spPr>
            <a:xfrm rot="8716295">
              <a:off x="1917564" y="247267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9" name="Google Shape;2009;p39"/>
            <p:cNvSpPr/>
            <p:nvPr/>
          </p:nvSpPr>
          <p:spPr>
            <a:xfrm rot="8716295">
              <a:off x="2144697" y="286108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0" name="Google Shape;2010;p39"/>
            <p:cNvSpPr/>
            <p:nvPr/>
          </p:nvSpPr>
          <p:spPr>
            <a:xfrm rot="8716295">
              <a:off x="2455852" y="248143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1" name="Google Shape;2011;p39"/>
            <p:cNvSpPr/>
            <p:nvPr/>
          </p:nvSpPr>
          <p:spPr>
            <a:xfrm rot="8716295">
              <a:off x="2545244" y="251067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2" name="Google Shape;2012;p39"/>
            <p:cNvSpPr/>
            <p:nvPr/>
          </p:nvSpPr>
          <p:spPr>
            <a:xfrm rot="8716295">
              <a:off x="2343618" y="25699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3" name="Google Shape;2013;p39"/>
            <p:cNvSpPr/>
            <p:nvPr/>
          </p:nvSpPr>
          <p:spPr>
            <a:xfrm rot="8716295">
              <a:off x="2218716" y="236130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4" name="Google Shape;2014;p39"/>
            <p:cNvSpPr/>
            <p:nvPr/>
          </p:nvSpPr>
          <p:spPr>
            <a:xfrm rot="8716295">
              <a:off x="2433796" y="261093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5" name="Google Shape;2015;p39"/>
            <p:cNvSpPr/>
            <p:nvPr/>
          </p:nvSpPr>
          <p:spPr>
            <a:xfrm rot="8716295">
              <a:off x="2192345" y="246133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6" name="Google Shape;2016;p39"/>
            <p:cNvSpPr/>
            <p:nvPr/>
          </p:nvSpPr>
          <p:spPr>
            <a:xfrm rot="7484129">
              <a:off x="2538727" y="280228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7" name="Google Shape;2017;p39"/>
            <p:cNvSpPr/>
            <p:nvPr/>
          </p:nvSpPr>
          <p:spPr>
            <a:xfrm rot="-8510606">
              <a:off x="2643547" y="276881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8" name="Google Shape;2018;p39"/>
            <p:cNvSpPr/>
            <p:nvPr/>
          </p:nvSpPr>
          <p:spPr>
            <a:xfrm rot="8716295">
              <a:off x="2829132" y="257713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9" name="Google Shape;2019;p39"/>
            <p:cNvSpPr/>
            <p:nvPr/>
          </p:nvSpPr>
          <p:spPr>
            <a:xfrm rot="8716295">
              <a:off x="2777327" y="247354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0" name="Google Shape;2020;p39"/>
            <p:cNvSpPr/>
            <p:nvPr/>
          </p:nvSpPr>
          <p:spPr>
            <a:xfrm rot="8716295">
              <a:off x="2534081" y="25037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1" name="Google Shape;2021;p39"/>
            <p:cNvSpPr/>
            <p:nvPr/>
          </p:nvSpPr>
          <p:spPr>
            <a:xfrm rot="8716295">
              <a:off x="2711533" y="234452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2" name="Google Shape;2022;p39"/>
            <p:cNvSpPr/>
            <p:nvPr/>
          </p:nvSpPr>
          <p:spPr>
            <a:xfrm rot="8716295">
              <a:off x="2389920" y="339128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3" name="Google Shape;2023;p39"/>
            <p:cNvSpPr/>
            <p:nvPr/>
          </p:nvSpPr>
          <p:spPr>
            <a:xfrm rot="8716295">
              <a:off x="2479312" y="342052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4" name="Google Shape;2024;p39"/>
            <p:cNvSpPr/>
            <p:nvPr/>
          </p:nvSpPr>
          <p:spPr>
            <a:xfrm rot="8716295">
              <a:off x="2434462" y="333424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5" name="Google Shape;2025;p39"/>
            <p:cNvSpPr/>
            <p:nvPr/>
          </p:nvSpPr>
          <p:spPr>
            <a:xfrm rot="8716295">
              <a:off x="2277686" y="347982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6" name="Google Shape;2026;p39"/>
            <p:cNvSpPr/>
            <p:nvPr/>
          </p:nvSpPr>
          <p:spPr>
            <a:xfrm rot="8716295">
              <a:off x="2152783" y="327115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7" name="Google Shape;2027;p39"/>
            <p:cNvSpPr/>
            <p:nvPr/>
          </p:nvSpPr>
          <p:spPr>
            <a:xfrm rot="8716295">
              <a:off x="2140731" y="313237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8" name="Google Shape;2028;p39"/>
            <p:cNvSpPr/>
            <p:nvPr/>
          </p:nvSpPr>
          <p:spPr>
            <a:xfrm rot="8716295">
              <a:off x="2367864" y="352078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9" name="Google Shape;2029;p39"/>
            <p:cNvSpPr/>
            <p:nvPr/>
          </p:nvSpPr>
          <p:spPr>
            <a:xfrm rot="8716295">
              <a:off x="2679019" y="314113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0" name="Google Shape;2030;p39"/>
            <p:cNvSpPr/>
            <p:nvPr/>
          </p:nvSpPr>
          <p:spPr>
            <a:xfrm rot="8716295">
              <a:off x="2768411" y="317037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1" name="Google Shape;2031;p39"/>
            <p:cNvSpPr/>
            <p:nvPr/>
          </p:nvSpPr>
          <p:spPr>
            <a:xfrm rot="8716295">
              <a:off x="2566785" y="32296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2" name="Google Shape;2032;p39"/>
            <p:cNvSpPr/>
            <p:nvPr/>
          </p:nvSpPr>
          <p:spPr>
            <a:xfrm rot="8716295">
              <a:off x="2441883" y="302100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3" name="Google Shape;2033;p39"/>
            <p:cNvSpPr/>
            <p:nvPr/>
          </p:nvSpPr>
          <p:spPr>
            <a:xfrm rot="8716295">
              <a:off x="2656963" y="327062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4" name="Google Shape;2034;p39"/>
            <p:cNvSpPr/>
            <p:nvPr/>
          </p:nvSpPr>
          <p:spPr>
            <a:xfrm rot="8716295">
              <a:off x="2415512" y="312102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5" name="Google Shape;2035;p39"/>
            <p:cNvSpPr/>
            <p:nvPr/>
          </p:nvSpPr>
          <p:spPr>
            <a:xfrm rot="7484129">
              <a:off x="2761894" y="346198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6" name="Google Shape;2036;p39"/>
            <p:cNvSpPr/>
            <p:nvPr/>
          </p:nvSpPr>
          <p:spPr>
            <a:xfrm rot="-8510606">
              <a:off x="2866714" y="342851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7" name="Google Shape;2037;p39"/>
            <p:cNvSpPr/>
            <p:nvPr/>
          </p:nvSpPr>
          <p:spPr>
            <a:xfrm rot="8716295">
              <a:off x="3052299" y="323683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8" name="Google Shape;2038;p39"/>
            <p:cNvSpPr/>
            <p:nvPr/>
          </p:nvSpPr>
          <p:spPr>
            <a:xfrm rot="8716295">
              <a:off x="3000494" y="313324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9" name="Google Shape;2039;p39"/>
            <p:cNvSpPr/>
            <p:nvPr/>
          </p:nvSpPr>
          <p:spPr>
            <a:xfrm rot="8716295">
              <a:off x="2757248" y="31634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0" name="Google Shape;2040;p39"/>
            <p:cNvSpPr/>
            <p:nvPr/>
          </p:nvSpPr>
          <p:spPr>
            <a:xfrm rot="8716295">
              <a:off x="2934700" y="300421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1" name="Google Shape;2041;p39"/>
            <p:cNvSpPr/>
            <p:nvPr/>
          </p:nvSpPr>
          <p:spPr>
            <a:xfrm rot="8716295">
              <a:off x="2865744" y="5089178"/>
              <a:ext cx="140009" cy="103412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2" name="Google Shape;2042;p39"/>
            <p:cNvSpPr/>
            <p:nvPr/>
          </p:nvSpPr>
          <p:spPr>
            <a:xfrm rot="8716295">
              <a:off x="3543190" y="5126545"/>
              <a:ext cx="17522" cy="24091"/>
            </a:xfrm>
            <a:custGeom>
              <a:rect b="b" l="l" r="r" t="t"/>
              <a:pathLst>
                <a:path extrusionOk="0" h="24091" w="17522">
                  <a:moveTo>
                    <a:pt x="0" y="24091"/>
                  </a:moveTo>
                  <a:lnTo>
                    <a:pt x="1" y="0"/>
                  </a:lnTo>
                  <a:lnTo>
                    <a:pt x="17522" y="1214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3" name="Google Shape;2043;p39"/>
            <p:cNvSpPr/>
            <p:nvPr/>
          </p:nvSpPr>
          <p:spPr>
            <a:xfrm rot="8716295">
              <a:off x="3163011" y="4980512"/>
              <a:ext cx="135472" cy="195874"/>
            </a:xfrm>
            <a:custGeom>
              <a:rect b="b" l="l" r="r" t="t"/>
              <a:pathLst>
                <a:path extrusionOk="0" h="195874" w="135472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40633" y="0"/>
                  </a:lnTo>
                  <a:lnTo>
                    <a:pt x="135472" y="6573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4" name="Google Shape;2044;p39"/>
            <p:cNvSpPr/>
            <p:nvPr/>
          </p:nvSpPr>
          <p:spPr>
            <a:xfrm rot="8716295">
              <a:off x="3075185" y="5096420"/>
              <a:ext cx="71527" cy="66237"/>
            </a:xfrm>
            <a:custGeom>
              <a:rect b="b" l="l" r="r" t="t"/>
              <a:pathLst>
                <a:path extrusionOk="0" h="66237" w="71527">
                  <a:moveTo>
                    <a:pt x="11471" y="55370"/>
                  </a:moveTo>
                  <a:cubicBezTo>
                    <a:pt x="4226" y="48125"/>
                    <a:pt x="0" y="38465"/>
                    <a:pt x="0" y="28202"/>
                  </a:cubicBezTo>
                  <a:lnTo>
                    <a:pt x="0" y="27599"/>
                  </a:lnTo>
                  <a:cubicBezTo>
                    <a:pt x="0" y="17335"/>
                    <a:pt x="4226" y="7676"/>
                    <a:pt x="11471" y="431"/>
                  </a:cubicBezTo>
                  <a:lnTo>
                    <a:pt x="12491" y="0"/>
                  </a:lnTo>
                  <a:lnTo>
                    <a:pt x="71527" y="40922"/>
                  </a:lnTo>
                  <a:lnTo>
                    <a:pt x="65806" y="54766"/>
                  </a:lnTo>
                  <a:cubicBezTo>
                    <a:pt x="58561" y="62011"/>
                    <a:pt x="48902" y="66237"/>
                    <a:pt x="38638" y="66237"/>
                  </a:cubicBezTo>
                  <a:cubicBezTo>
                    <a:pt x="28375" y="66237"/>
                    <a:pt x="18716" y="62614"/>
                    <a:pt x="11471" y="5537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5" name="Google Shape;2045;p39"/>
            <p:cNvSpPr/>
            <p:nvPr/>
          </p:nvSpPr>
          <p:spPr>
            <a:xfrm rot="8716295">
              <a:off x="3669562" y="5103164"/>
              <a:ext cx="86480" cy="68720"/>
            </a:xfrm>
            <a:custGeom>
              <a:rect b="b" l="l" r="r" t="t"/>
              <a:pathLst>
                <a:path extrusionOk="0" h="68720" w="86480">
                  <a:moveTo>
                    <a:pt x="17477" y="52162"/>
                  </a:moveTo>
                  <a:cubicBezTo>
                    <a:pt x="6439" y="41124"/>
                    <a:pt x="0" y="26407"/>
                    <a:pt x="0" y="10771"/>
                  </a:cubicBezTo>
                  <a:lnTo>
                    <a:pt x="0" y="9850"/>
                  </a:lnTo>
                  <a:lnTo>
                    <a:pt x="4159" y="0"/>
                  </a:lnTo>
                  <a:lnTo>
                    <a:pt x="86480" y="57062"/>
                  </a:lnTo>
                  <a:lnTo>
                    <a:pt x="58869" y="68720"/>
                  </a:lnTo>
                  <a:cubicBezTo>
                    <a:pt x="43232" y="68720"/>
                    <a:pt x="28516" y="63201"/>
                    <a:pt x="17477" y="5216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6" name="Google Shape;2046;p39"/>
            <p:cNvSpPr/>
            <p:nvPr/>
          </p:nvSpPr>
          <p:spPr>
            <a:xfrm rot="8716295">
              <a:off x="3598055" y="49832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7" name="Google Shape;2047;p39"/>
            <p:cNvSpPr/>
            <p:nvPr/>
          </p:nvSpPr>
          <p:spPr>
            <a:xfrm rot="8716295">
              <a:off x="2608590" y="404968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8" name="Google Shape;2048;p39"/>
            <p:cNvSpPr/>
            <p:nvPr/>
          </p:nvSpPr>
          <p:spPr>
            <a:xfrm rot="8716295">
              <a:off x="2697982" y="407892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9" name="Google Shape;2049;p39"/>
            <p:cNvSpPr/>
            <p:nvPr/>
          </p:nvSpPr>
          <p:spPr>
            <a:xfrm rot="8716295">
              <a:off x="2653132" y="399264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0" name="Google Shape;2050;p39"/>
            <p:cNvSpPr/>
            <p:nvPr/>
          </p:nvSpPr>
          <p:spPr>
            <a:xfrm rot="8716295">
              <a:off x="2496356" y="413822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1" name="Google Shape;2051;p39"/>
            <p:cNvSpPr/>
            <p:nvPr/>
          </p:nvSpPr>
          <p:spPr>
            <a:xfrm rot="8716295">
              <a:off x="2371453" y="392955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2" name="Google Shape;2052;p39"/>
            <p:cNvSpPr/>
            <p:nvPr/>
          </p:nvSpPr>
          <p:spPr>
            <a:xfrm rot="8716295">
              <a:off x="2359401" y="379077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3" name="Google Shape;2053;p39"/>
            <p:cNvSpPr/>
            <p:nvPr/>
          </p:nvSpPr>
          <p:spPr>
            <a:xfrm rot="8716295">
              <a:off x="2586534" y="417917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4" name="Google Shape;2054;p39"/>
            <p:cNvSpPr/>
            <p:nvPr/>
          </p:nvSpPr>
          <p:spPr>
            <a:xfrm rot="8716295">
              <a:off x="2897689" y="379952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5" name="Google Shape;2055;p39"/>
            <p:cNvSpPr/>
            <p:nvPr/>
          </p:nvSpPr>
          <p:spPr>
            <a:xfrm rot="8716295">
              <a:off x="2987081" y="382877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6" name="Google Shape;2056;p39"/>
            <p:cNvSpPr/>
            <p:nvPr/>
          </p:nvSpPr>
          <p:spPr>
            <a:xfrm rot="8716295">
              <a:off x="2785455" y="388807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7" name="Google Shape;2057;p39"/>
            <p:cNvSpPr/>
            <p:nvPr/>
          </p:nvSpPr>
          <p:spPr>
            <a:xfrm rot="8716295">
              <a:off x="2660553" y="367940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8" name="Google Shape;2058;p39"/>
            <p:cNvSpPr/>
            <p:nvPr/>
          </p:nvSpPr>
          <p:spPr>
            <a:xfrm rot="8716295">
              <a:off x="2875633" y="392902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9" name="Google Shape;2059;p39"/>
            <p:cNvSpPr/>
            <p:nvPr/>
          </p:nvSpPr>
          <p:spPr>
            <a:xfrm rot="8716295">
              <a:off x="2634182" y="377942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0" name="Google Shape;2060;p39"/>
            <p:cNvSpPr/>
            <p:nvPr/>
          </p:nvSpPr>
          <p:spPr>
            <a:xfrm rot="7484129">
              <a:off x="2980564" y="41203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1" name="Google Shape;2061;p39"/>
            <p:cNvSpPr/>
            <p:nvPr/>
          </p:nvSpPr>
          <p:spPr>
            <a:xfrm rot="-8510606">
              <a:off x="3085384" y="408691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2" name="Google Shape;2062;p39"/>
            <p:cNvSpPr/>
            <p:nvPr/>
          </p:nvSpPr>
          <p:spPr>
            <a:xfrm rot="8716295">
              <a:off x="3270969" y="389522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3" name="Google Shape;2063;p39"/>
            <p:cNvSpPr/>
            <p:nvPr/>
          </p:nvSpPr>
          <p:spPr>
            <a:xfrm rot="8716295">
              <a:off x="3219164" y="379163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4" name="Google Shape;2064;p39"/>
            <p:cNvSpPr/>
            <p:nvPr/>
          </p:nvSpPr>
          <p:spPr>
            <a:xfrm rot="8716295">
              <a:off x="2975918" y="38218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5" name="Google Shape;2065;p39"/>
            <p:cNvSpPr/>
            <p:nvPr/>
          </p:nvSpPr>
          <p:spPr>
            <a:xfrm rot="8716295">
              <a:off x="3153370" y="366261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6" name="Google Shape;2066;p39"/>
            <p:cNvSpPr/>
            <p:nvPr/>
          </p:nvSpPr>
          <p:spPr>
            <a:xfrm rot="8716295">
              <a:off x="2831757" y="470938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7" name="Google Shape;2067;p39"/>
            <p:cNvSpPr/>
            <p:nvPr/>
          </p:nvSpPr>
          <p:spPr>
            <a:xfrm rot="8716295">
              <a:off x="2921149" y="473862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8" name="Google Shape;2068;p39"/>
            <p:cNvSpPr/>
            <p:nvPr/>
          </p:nvSpPr>
          <p:spPr>
            <a:xfrm rot="8716295">
              <a:off x="2876299" y="465234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9" name="Google Shape;2069;p39"/>
            <p:cNvSpPr/>
            <p:nvPr/>
          </p:nvSpPr>
          <p:spPr>
            <a:xfrm rot="8716295">
              <a:off x="2719523" y="479792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0" name="Google Shape;2070;p39"/>
            <p:cNvSpPr/>
            <p:nvPr/>
          </p:nvSpPr>
          <p:spPr>
            <a:xfrm rot="8716295">
              <a:off x="2594620" y="458925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1" name="Google Shape;2071;p39"/>
            <p:cNvSpPr/>
            <p:nvPr/>
          </p:nvSpPr>
          <p:spPr>
            <a:xfrm rot="8716295">
              <a:off x="2582568" y="445047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2" name="Google Shape;2072;p39"/>
            <p:cNvSpPr/>
            <p:nvPr/>
          </p:nvSpPr>
          <p:spPr>
            <a:xfrm rot="8716295">
              <a:off x="2809701" y="483887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3" name="Google Shape;2073;p39"/>
            <p:cNvSpPr/>
            <p:nvPr/>
          </p:nvSpPr>
          <p:spPr>
            <a:xfrm rot="8716295">
              <a:off x="3120856" y="44592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4" name="Google Shape;2074;p39"/>
            <p:cNvSpPr/>
            <p:nvPr/>
          </p:nvSpPr>
          <p:spPr>
            <a:xfrm rot="8716295">
              <a:off x="3210248" y="44884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5" name="Google Shape;2075;p39"/>
            <p:cNvSpPr/>
            <p:nvPr/>
          </p:nvSpPr>
          <p:spPr>
            <a:xfrm rot="8716295">
              <a:off x="3008622" y="45477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6" name="Google Shape;2076;p39"/>
            <p:cNvSpPr/>
            <p:nvPr/>
          </p:nvSpPr>
          <p:spPr>
            <a:xfrm rot="8716295">
              <a:off x="2883720" y="43390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7" name="Google Shape;2077;p39"/>
            <p:cNvSpPr/>
            <p:nvPr/>
          </p:nvSpPr>
          <p:spPr>
            <a:xfrm rot="8716295">
              <a:off x="3098800" y="458872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8" name="Google Shape;2078;p39"/>
            <p:cNvSpPr/>
            <p:nvPr/>
          </p:nvSpPr>
          <p:spPr>
            <a:xfrm rot="8716295">
              <a:off x="2857349" y="443912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9" name="Google Shape;2079;p39"/>
            <p:cNvSpPr/>
            <p:nvPr/>
          </p:nvSpPr>
          <p:spPr>
            <a:xfrm rot="7484129">
              <a:off x="3203731" y="478007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0" name="Google Shape;2080;p39"/>
            <p:cNvSpPr/>
            <p:nvPr/>
          </p:nvSpPr>
          <p:spPr>
            <a:xfrm rot="-8510606">
              <a:off x="3308551" y="474660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1" name="Google Shape;2081;p39"/>
            <p:cNvSpPr/>
            <p:nvPr/>
          </p:nvSpPr>
          <p:spPr>
            <a:xfrm rot="8716295">
              <a:off x="3494136" y="455492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2" name="Google Shape;2082;p39"/>
            <p:cNvSpPr/>
            <p:nvPr/>
          </p:nvSpPr>
          <p:spPr>
            <a:xfrm rot="8716295">
              <a:off x="3442331" y="445133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3" name="Google Shape;2083;p39"/>
            <p:cNvSpPr/>
            <p:nvPr/>
          </p:nvSpPr>
          <p:spPr>
            <a:xfrm rot="8716295">
              <a:off x="3199085" y="448155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4" name="Google Shape;2084;p39"/>
            <p:cNvSpPr/>
            <p:nvPr/>
          </p:nvSpPr>
          <p:spPr>
            <a:xfrm rot="8716295">
              <a:off x="3376537" y="432231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5" name="Google Shape;2085;p39"/>
            <p:cNvSpPr/>
            <p:nvPr/>
          </p:nvSpPr>
          <p:spPr>
            <a:xfrm rot="8716295">
              <a:off x="1945235" y="207061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6" name="Google Shape;2086;p39"/>
            <p:cNvSpPr/>
            <p:nvPr/>
          </p:nvSpPr>
          <p:spPr>
            <a:xfrm rot="8716295">
              <a:off x="2034627" y="209985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7" name="Google Shape;2087;p39"/>
            <p:cNvSpPr/>
            <p:nvPr/>
          </p:nvSpPr>
          <p:spPr>
            <a:xfrm rot="8716295">
              <a:off x="1989777" y="201357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8" name="Google Shape;2088;p39"/>
            <p:cNvSpPr/>
            <p:nvPr/>
          </p:nvSpPr>
          <p:spPr>
            <a:xfrm rot="8716295">
              <a:off x="1833001" y="215915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9" name="Google Shape;2089;p39"/>
            <p:cNvSpPr/>
            <p:nvPr/>
          </p:nvSpPr>
          <p:spPr>
            <a:xfrm rot="8716295">
              <a:off x="1708098" y="195048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0" name="Google Shape;2090;p39"/>
            <p:cNvSpPr/>
            <p:nvPr/>
          </p:nvSpPr>
          <p:spPr>
            <a:xfrm rot="8716295">
              <a:off x="1696046" y="181170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39"/>
            <p:cNvSpPr/>
            <p:nvPr/>
          </p:nvSpPr>
          <p:spPr>
            <a:xfrm rot="8716295">
              <a:off x="1923179" y="220010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39"/>
            <p:cNvSpPr/>
            <p:nvPr/>
          </p:nvSpPr>
          <p:spPr>
            <a:xfrm rot="8716295">
              <a:off x="2234334" y="182046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3" name="Google Shape;2093;p39"/>
            <p:cNvSpPr/>
            <p:nvPr/>
          </p:nvSpPr>
          <p:spPr>
            <a:xfrm rot="8716295">
              <a:off x="2323726" y="184970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4" name="Google Shape;2094;p39"/>
            <p:cNvSpPr/>
            <p:nvPr/>
          </p:nvSpPr>
          <p:spPr>
            <a:xfrm rot="8716295">
              <a:off x="2122100" y="19090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5" name="Google Shape;2095;p39"/>
            <p:cNvSpPr/>
            <p:nvPr/>
          </p:nvSpPr>
          <p:spPr>
            <a:xfrm rot="8716295">
              <a:off x="1997198" y="170033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6" name="Google Shape;2096;p39"/>
            <p:cNvSpPr/>
            <p:nvPr/>
          </p:nvSpPr>
          <p:spPr>
            <a:xfrm rot="8716295">
              <a:off x="2212278" y="194995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7" name="Google Shape;2097;p39"/>
            <p:cNvSpPr/>
            <p:nvPr/>
          </p:nvSpPr>
          <p:spPr>
            <a:xfrm rot="8716295">
              <a:off x="1970827" y="180035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8" name="Google Shape;2098;p39"/>
            <p:cNvSpPr/>
            <p:nvPr/>
          </p:nvSpPr>
          <p:spPr>
            <a:xfrm rot="7484129">
              <a:off x="2317209" y="214130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9" name="Google Shape;2099;p39"/>
            <p:cNvSpPr/>
            <p:nvPr/>
          </p:nvSpPr>
          <p:spPr>
            <a:xfrm rot="-8510606">
              <a:off x="2422029" y="210784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0" name="Google Shape;2100;p39"/>
            <p:cNvSpPr/>
            <p:nvPr/>
          </p:nvSpPr>
          <p:spPr>
            <a:xfrm rot="8716295">
              <a:off x="2607614" y="191616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1" name="Google Shape;2101;p39"/>
            <p:cNvSpPr/>
            <p:nvPr/>
          </p:nvSpPr>
          <p:spPr>
            <a:xfrm rot="8716295">
              <a:off x="2555809" y="181256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2" name="Google Shape;2102;p39"/>
            <p:cNvSpPr/>
            <p:nvPr/>
          </p:nvSpPr>
          <p:spPr>
            <a:xfrm rot="8716295">
              <a:off x="2312563" y="184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3" name="Google Shape;2103;p39"/>
            <p:cNvSpPr/>
            <p:nvPr/>
          </p:nvSpPr>
          <p:spPr>
            <a:xfrm rot="8716295">
              <a:off x="2490015" y="168354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4" name="Google Shape;2104;p39"/>
            <p:cNvSpPr/>
            <p:nvPr/>
          </p:nvSpPr>
          <p:spPr>
            <a:xfrm rot="8716295">
              <a:off x="1722068" y="141091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5" name="Google Shape;2105;p39"/>
            <p:cNvSpPr/>
            <p:nvPr/>
          </p:nvSpPr>
          <p:spPr>
            <a:xfrm rot="8716295">
              <a:off x="1811460" y="144015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6" name="Google Shape;2106;p39"/>
            <p:cNvSpPr/>
            <p:nvPr/>
          </p:nvSpPr>
          <p:spPr>
            <a:xfrm rot="8716295">
              <a:off x="1766610" y="135387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7" name="Google Shape;2107;p39"/>
            <p:cNvSpPr/>
            <p:nvPr/>
          </p:nvSpPr>
          <p:spPr>
            <a:xfrm rot="8716295">
              <a:off x="1609834" y="14994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8" name="Google Shape;2108;p39"/>
            <p:cNvSpPr/>
            <p:nvPr/>
          </p:nvSpPr>
          <p:spPr>
            <a:xfrm rot="8716295">
              <a:off x="1484931" y="129078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9" name="Google Shape;2109;p39"/>
            <p:cNvSpPr/>
            <p:nvPr/>
          </p:nvSpPr>
          <p:spPr>
            <a:xfrm rot="8716295">
              <a:off x="1472879" y="115200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0" name="Google Shape;2110;p39"/>
            <p:cNvSpPr/>
            <p:nvPr/>
          </p:nvSpPr>
          <p:spPr>
            <a:xfrm rot="8716295">
              <a:off x="1700012" y="154040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1" name="Google Shape;2111;p39"/>
            <p:cNvSpPr/>
            <p:nvPr/>
          </p:nvSpPr>
          <p:spPr>
            <a:xfrm rot="8716295">
              <a:off x="2011167" y="116076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2" name="Google Shape;2112;p39"/>
            <p:cNvSpPr/>
            <p:nvPr/>
          </p:nvSpPr>
          <p:spPr>
            <a:xfrm rot="8716295">
              <a:off x="2100559" y="119000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3" name="Google Shape;2113;p39"/>
            <p:cNvSpPr/>
            <p:nvPr/>
          </p:nvSpPr>
          <p:spPr>
            <a:xfrm rot="8716295">
              <a:off x="1898933" y="124930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4" name="Google Shape;2114;p39"/>
            <p:cNvSpPr/>
            <p:nvPr/>
          </p:nvSpPr>
          <p:spPr>
            <a:xfrm rot="8716295">
              <a:off x="1774031" y="104063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5" name="Google Shape;2115;p39"/>
            <p:cNvSpPr/>
            <p:nvPr/>
          </p:nvSpPr>
          <p:spPr>
            <a:xfrm rot="8716295">
              <a:off x="1989111" y="129025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6" name="Google Shape;2116;p39"/>
            <p:cNvSpPr/>
            <p:nvPr/>
          </p:nvSpPr>
          <p:spPr>
            <a:xfrm rot="8716295">
              <a:off x="1747660" y="114065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7" name="Google Shape;2117;p39"/>
            <p:cNvSpPr/>
            <p:nvPr/>
          </p:nvSpPr>
          <p:spPr>
            <a:xfrm rot="7484129">
              <a:off x="2094042" y="148160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8" name="Google Shape;2118;p39"/>
            <p:cNvSpPr/>
            <p:nvPr/>
          </p:nvSpPr>
          <p:spPr>
            <a:xfrm rot="-8510606">
              <a:off x="2198862" y="144814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9" name="Google Shape;2119;p39"/>
            <p:cNvSpPr/>
            <p:nvPr/>
          </p:nvSpPr>
          <p:spPr>
            <a:xfrm rot="8716295">
              <a:off x="2384447" y="125646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0" name="Google Shape;2120;p39"/>
            <p:cNvSpPr/>
            <p:nvPr/>
          </p:nvSpPr>
          <p:spPr>
            <a:xfrm rot="8716295">
              <a:off x="2332642" y="115286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1" name="Google Shape;2121;p39"/>
            <p:cNvSpPr/>
            <p:nvPr/>
          </p:nvSpPr>
          <p:spPr>
            <a:xfrm rot="8716295">
              <a:off x="2089396" y="118308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2" name="Google Shape;2122;p39"/>
            <p:cNvSpPr/>
            <p:nvPr/>
          </p:nvSpPr>
          <p:spPr>
            <a:xfrm rot="8716295">
              <a:off x="2266848" y="102384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3" name="Google Shape;2123;p39"/>
            <p:cNvSpPr/>
            <p:nvPr/>
          </p:nvSpPr>
          <p:spPr>
            <a:xfrm rot="8716295">
              <a:off x="1503129" y="74885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4" name="Google Shape;2124;p39"/>
            <p:cNvSpPr/>
            <p:nvPr/>
          </p:nvSpPr>
          <p:spPr>
            <a:xfrm rot="8716295">
              <a:off x="1592521" y="77809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5" name="Google Shape;2125;p39"/>
            <p:cNvSpPr/>
            <p:nvPr/>
          </p:nvSpPr>
          <p:spPr>
            <a:xfrm rot="8716295">
              <a:off x="1547671" y="69181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6" name="Google Shape;2126;p39"/>
            <p:cNvSpPr/>
            <p:nvPr/>
          </p:nvSpPr>
          <p:spPr>
            <a:xfrm rot="8716295">
              <a:off x="1390895" y="8373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7" name="Google Shape;2127;p39"/>
            <p:cNvSpPr/>
            <p:nvPr/>
          </p:nvSpPr>
          <p:spPr>
            <a:xfrm rot="8716295">
              <a:off x="1265992" y="62872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8" name="Google Shape;2128;p39"/>
            <p:cNvSpPr/>
            <p:nvPr/>
          </p:nvSpPr>
          <p:spPr>
            <a:xfrm rot="8716295">
              <a:off x="1253940" y="48994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9" name="Google Shape;2129;p39"/>
            <p:cNvSpPr/>
            <p:nvPr/>
          </p:nvSpPr>
          <p:spPr>
            <a:xfrm rot="8716295">
              <a:off x="1481073" y="87835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39"/>
            <p:cNvSpPr/>
            <p:nvPr/>
          </p:nvSpPr>
          <p:spPr>
            <a:xfrm rot="8716295">
              <a:off x="1792228" y="498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1" name="Google Shape;2131;p39"/>
            <p:cNvSpPr/>
            <p:nvPr/>
          </p:nvSpPr>
          <p:spPr>
            <a:xfrm rot="8716295">
              <a:off x="1881620" y="527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2" name="Google Shape;2132;p39"/>
            <p:cNvSpPr/>
            <p:nvPr/>
          </p:nvSpPr>
          <p:spPr>
            <a:xfrm rot="8716295">
              <a:off x="1679994" y="587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3" name="Google Shape;2133;p39"/>
            <p:cNvSpPr/>
            <p:nvPr/>
          </p:nvSpPr>
          <p:spPr>
            <a:xfrm rot="8716295">
              <a:off x="1555092" y="378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4" name="Google Shape;2134;p39"/>
            <p:cNvSpPr/>
            <p:nvPr/>
          </p:nvSpPr>
          <p:spPr>
            <a:xfrm rot="8716295">
              <a:off x="1770172" y="62819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5" name="Google Shape;2135;p39"/>
            <p:cNvSpPr/>
            <p:nvPr/>
          </p:nvSpPr>
          <p:spPr>
            <a:xfrm rot="8716295">
              <a:off x="1528721" y="47859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6" name="Google Shape;2136;p39"/>
            <p:cNvSpPr/>
            <p:nvPr/>
          </p:nvSpPr>
          <p:spPr>
            <a:xfrm rot="7484129">
              <a:off x="1875103" y="8195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7" name="Google Shape;2137;p39"/>
            <p:cNvSpPr/>
            <p:nvPr/>
          </p:nvSpPr>
          <p:spPr>
            <a:xfrm rot="-8510606">
              <a:off x="1979923" y="7860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8" name="Google Shape;2138;p39"/>
            <p:cNvSpPr/>
            <p:nvPr/>
          </p:nvSpPr>
          <p:spPr>
            <a:xfrm rot="8716295">
              <a:off x="2165508" y="5944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9" name="Google Shape;2139;p39"/>
            <p:cNvSpPr/>
            <p:nvPr/>
          </p:nvSpPr>
          <p:spPr>
            <a:xfrm rot="8716295">
              <a:off x="2113703" y="4908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0" name="Google Shape;2140;p39"/>
            <p:cNvSpPr/>
            <p:nvPr/>
          </p:nvSpPr>
          <p:spPr>
            <a:xfrm rot="8716295">
              <a:off x="1870457" y="5210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1" name="Google Shape;2141;p39"/>
            <p:cNvSpPr/>
            <p:nvPr/>
          </p:nvSpPr>
          <p:spPr>
            <a:xfrm rot="8716295">
              <a:off x="2047909" y="3617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2" name="Google Shape;2142;p39"/>
            <p:cNvSpPr/>
            <p:nvPr/>
          </p:nvSpPr>
          <p:spPr>
            <a:xfrm rot="8716295">
              <a:off x="1280459" y="854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3" name="Google Shape;2143;p39"/>
            <p:cNvSpPr/>
            <p:nvPr/>
          </p:nvSpPr>
          <p:spPr>
            <a:xfrm rot="8716295">
              <a:off x="1369851" y="11468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4" name="Google Shape;2144;p39"/>
            <p:cNvSpPr/>
            <p:nvPr/>
          </p:nvSpPr>
          <p:spPr>
            <a:xfrm rot="8716295">
              <a:off x="1325001" y="2840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5" name="Google Shape;2145;p39"/>
            <p:cNvSpPr/>
            <p:nvPr/>
          </p:nvSpPr>
          <p:spPr>
            <a:xfrm rot="8716295">
              <a:off x="1168225" y="1739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6" name="Google Shape;2146;p39"/>
            <p:cNvSpPr/>
            <p:nvPr/>
          </p:nvSpPr>
          <p:spPr>
            <a:xfrm rot="8716295">
              <a:off x="1045449" y="-13548"/>
              <a:ext cx="203847" cy="172572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7" name="Google Shape;2147;p39"/>
            <p:cNvSpPr/>
            <p:nvPr/>
          </p:nvSpPr>
          <p:spPr>
            <a:xfrm rot="8716295">
              <a:off x="1049608" y="-107301"/>
              <a:ext cx="290643" cy="275223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8" name="Google Shape;2148;p39"/>
            <p:cNvSpPr/>
            <p:nvPr/>
          </p:nvSpPr>
          <p:spPr>
            <a:xfrm rot="8716295">
              <a:off x="1258403" y="21493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9" name="Google Shape;2149;p39"/>
            <p:cNvSpPr/>
            <p:nvPr/>
          </p:nvSpPr>
          <p:spPr>
            <a:xfrm rot="8716295">
              <a:off x="1604517" y="-50002"/>
              <a:ext cx="142167" cy="106747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0" name="Google Shape;2150;p39"/>
            <p:cNvSpPr/>
            <p:nvPr/>
          </p:nvSpPr>
          <p:spPr>
            <a:xfrm rot="8716295">
              <a:off x="1699771" y="-2013"/>
              <a:ext cx="260639" cy="104392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1" name="Google Shape;2151;p39"/>
            <p:cNvSpPr/>
            <p:nvPr/>
          </p:nvSpPr>
          <p:spPr>
            <a:xfrm rot="8716295">
              <a:off x="1547502" y="-3521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2" name="Google Shape;2152;p39"/>
            <p:cNvSpPr/>
            <p:nvPr/>
          </p:nvSpPr>
          <p:spPr>
            <a:xfrm rot="7484129">
              <a:off x="1652433" y="15613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3" name="Google Shape;2153;p39"/>
            <p:cNvSpPr/>
            <p:nvPr/>
          </p:nvSpPr>
          <p:spPr>
            <a:xfrm rot="-8510606">
              <a:off x="1757253" y="12266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39"/>
            <p:cNvSpPr/>
            <p:nvPr/>
          </p:nvSpPr>
          <p:spPr>
            <a:xfrm rot="8716295">
              <a:off x="1960606" y="3279"/>
              <a:ext cx="142687" cy="109177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39"/>
            <p:cNvSpPr/>
            <p:nvPr/>
          </p:nvSpPr>
          <p:spPr>
            <a:xfrm rot="8716295">
              <a:off x="1076398" y="25469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6" name="Google Shape;2156;p39"/>
            <p:cNvSpPr/>
            <p:nvPr/>
          </p:nvSpPr>
          <p:spPr>
            <a:xfrm rot="8716295">
              <a:off x="1165790" y="25762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7" name="Google Shape;2157;p39"/>
            <p:cNvSpPr/>
            <p:nvPr/>
          </p:nvSpPr>
          <p:spPr>
            <a:xfrm rot="8716295">
              <a:off x="1120940" y="248993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8" name="Google Shape;2158;p39"/>
            <p:cNvSpPr/>
            <p:nvPr/>
          </p:nvSpPr>
          <p:spPr>
            <a:xfrm rot="8716295">
              <a:off x="964164" y="26355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9" name="Google Shape;2159;p39"/>
            <p:cNvSpPr/>
            <p:nvPr/>
          </p:nvSpPr>
          <p:spPr>
            <a:xfrm rot="8716295">
              <a:off x="839261" y="24268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39"/>
            <p:cNvSpPr/>
            <p:nvPr/>
          </p:nvSpPr>
          <p:spPr>
            <a:xfrm rot="8716295">
              <a:off x="827209" y="228806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39"/>
            <p:cNvSpPr/>
            <p:nvPr/>
          </p:nvSpPr>
          <p:spPr>
            <a:xfrm rot="8716295">
              <a:off x="1054342" y="267647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39"/>
            <p:cNvSpPr/>
            <p:nvPr/>
          </p:nvSpPr>
          <p:spPr>
            <a:xfrm rot="8716295">
              <a:off x="1365497" y="22968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3" name="Google Shape;2163;p39"/>
            <p:cNvSpPr/>
            <p:nvPr/>
          </p:nvSpPr>
          <p:spPr>
            <a:xfrm rot="8716295">
              <a:off x="1454889" y="23260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4" name="Google Shape;2164;p39"/>
            <p:cNvSpPr/>
            <p:nvPr/>
          </p:nvSpPr>
          <p:spPr>
            <a:xfrm rot="8716295">
              <a:off x="1253263" y="23853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5" name="Google Shape;2165;p39"/>
            <p:cNvSpPr/>
            <p:nvPr/>
          </p:nvSpPr>
          <p:spPr>
            <a:xfrm rot="8716295">
              <a:off x="1128361" y="21766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6" name="Google Shape;2166;p39"/>
            <p:cNvSpPr/>
            <p:nvPr/>
          </p:nvSpPr>
          <p:spPr>
            <a:xfrm rot="8716295">
              <a:off x="1343441" y="242631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7" name="Google Shape;2167;p39"/>
            <p:cNvSpPr/>
            <p:nvPr/>
          </p:nvSpPr>
          <p:spPr>
            <a:xfrm rot="8716295">
              <a:off x="1101990" y="227671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8" name="Google Shape;2168;p39"/>
            <p:cNvSpPr/>
            <p:nvPr/>
          </p:nvSpPr>
          <p:spPr>
            <a:xfrm rot="7484129">
              <a:off x="1448372" y="261767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9" name="Google Shape;2169;p39"/>
            <p:cNvSpPr/>
            <p:nvPr/>
          </p:nvSpPr>
          <p:spPr>
            <a:xfrm rot="-8510606">
              <a:off x="1553192" y="258420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0" name="Google Shape;2170;p39"/>
            <p:cNvSpPr/>
            <p:nvPr/>
          </p:nvSpPr>
          <p:spPr>
            <a:xfrm rot="8716295">
              <a:off x="1738777" y="23925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1" name="Google Shape;2171;p39"/>
            <p:cNvSpPr/>
            <p:nvPr/>
          </p:nvSpPr>
          <p:spPr>
            <a:xfrm rot="8716295">
              <a:off x="1686972" y="228893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2" name="Google Shape;2172;p39"/>
            <p:cNvSpPr/>
            <p:nvPr/>
          </p:nvSpPr>
          <p:spPr>
            <a:xfrm rot="8716295">
              <a:off x="1443726" y="231915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3" name="Google Shape;2173;p39"/>
            <p:cNvSpPr/>
            <p:nvPr/>
          </p:nvSpPr>
          <p:spPr>
            <a:xfrm rot="8716295">
              <a:off x="1621178" y="21599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4" name="Google Shape;2174;p39"/>
            <p:cNvSpPr/>
            <p:nvPr/>
          </p:nvSpPr>
          <p:spPr>
            <a:xfrm rot="8716295">
              <a:off x="1299565" y="320667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5" name="Google Shape;2175;p39"/>
            <p:cNvSpPr/>
            <p:nvPr/>
          </p:nvSpPr>
          <p:spPr>
            <a:xfrm rot="8716295">
              <a:off x="1388957" y="323591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6" name="Google Shape;2176;p39"/>
            <p:cNvSpPr/>
            <p:nvPr/>
          </p:nvSpPr>
          <p:spPr>
            <a:xfrm rot="8716295">
              <a:off x="1344107" y="314963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7" name="Google Shape;2177;p39"/>
            <p:cNvSpPr/>
            <p:nvPr/>
          </p:nvSpPr>
          <p:spPr>
            <a:xfrm rot="8716295">
              <a:off x="1187331" y="32952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8" name="Google Shape;2178;p39"/>
            <p:cNvSpPr/>
            <p:nvPr/>
          </p:nvSpPr>
          <p:spPr>
            <a:xfrm rot="8716295">
              <a:off x="1062428" y="308654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9" name="Google Shape;2179;p39"/>
            <p:cNvSpPr/>
            <p:nvPr/>
          </p:nvSpPr>
          <p:spPr>
            <a:xfrm rot="8716295">
              <a:off x="1050376" y="294776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0" name="Google Shape;2180;p39"/>
            <p:cNvSpPr/>
            <p:nvPr/>
          </p:nvSpPr>
          <p:spPr>
            <a:xfrm rot="8716295">
              <a:off x="1277509" y="333617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1" name="Google Shape;2181;p39"/>
            <p:cNvSpPr/>
            <p:nvPr/>
          </p:nvSpPr>
          <p:spPr>
            <a:xfrm rot="8716295">
              <a:off x="1588664" y="295652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2" name="Google Shape;2182;p39"/>
            <p:cNvSpPr/>
            <p:nvPr/>
          </p:nvSpPr>
          <p:spPr>
            <a:xfrm rot="8716295">
              <a:off x="1678056" y="298576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3" name="Google Shape;2183;p39"/>
            <p:cNvSpPr/>
            <p:nvPr/>
          </p:nvSpPr>
          <p:spPr>
            <a:xfrm rot="8716295">
              <a:off x="1476430" y="304506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4" name="Google Shape;2184;p39"/>
            <p:cNvSpPr/>
            <p:nvPr/>
          </p:nvSpPr>
          <p:spPr>
            <a:xfrm rot="8716295">
              <a:off x="1351528" y="283639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5" name="Google Shape;2185;p39"/>
            <p:cNvSpPr/>
            <p:nvPr/>
          </p:nvSpPr>
          <p:spPr>
            <a:xfrm rot="8716295">
              <a:off x="1566608" y="308601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6" name="Google Shape;2186;p39"/>
            <p:cNvSpPr/>
            <p:nvPr/>
          </p:nvSpPr>
          <p:spPr>
            <a:xfrm rot="8716295">
              <a:off x="1325157" y="293641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7" name="Google Shape;2187;p39"/>
            <p:cNvSpPr/>
            <p:nvPr/>
          </p:nvSpPr>
          <p:spPr>
            <a:xfrm rot="7484129">
              <a:off x="1671539" y="327736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8" name="Google Shape;2188;p39"/>
            <p:cNvSpPr/>
            <p:nvPr/>
          </p:nvSpPr>
          <p:spPr>
            <a:xfrm rot="-8510606">
              <a:off x="1776359" y="324390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9" name="Google Shape;2189;p39"/>
            <p:cNvSpPr/>
            <p:nvPr/>
          </p:nvSpPr>
          <p:spPr>
            <a:xfrm rot="8716295">
              <a:off x="1961944" y="305222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0" name="Google Shape;2190;p39"/>
            <p:cNvSpPr/>
            <p:nvPr/>
          </p:nvSpPr>
          <p:spPr>
            <a:xfrm rot="8716295">
              <a:off x="1910139" y="294862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1" name="Google Shape;2191;p39"/>
            <p:cNvSpPr/>
            <p:nvPr/>
          </p:nvSpPr>
          <p:spPr>
            <a:xfrm rot="8716295">
              <a:off x="1666893" y="297885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2" name="Google Shape;2192;p39"/>
            <p:cNvSpPr/>
            <p:nvPr/>
          </p:nvSpPr>
          <p:spPr>
            <a:xfrm rot="8716295">
              <a:off x="1844345" y="281960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3" name="Google Shape;2193;p39"/>
            <p:cNvSpPr/>
            <p:nvPr/>
          </p:nvSpPr>
          <p:spPr>
            <a:xfrm rot="8716295">
              <a:off x="2092137" y="5100860"/>
              <a:ext cx="63833" cy="4338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4" name="Google Shape;2194;p39"/>
            <p:cNvSpPr/>
            <p:nvPr/>
          </p:nvSpPr>
          <p:spPr>
            <a:xfrm rot="8716295">
              <a:off x="1789040" y="5044339"/>
              <a:ext cx="113322" cy="144291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5" name="Google Shape;2195;p39"/>
            <p:cNvSpPr/>
            <p:nvPr/>
          </p:nvSpPr>
          <p:spPr>
            <a:xfrm rot="8716295">
              <a:off x="1701335" y="4927006"/>
              <a:ext cx="290643" cy="318535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6" name="Google Shape;2196;p39"/>
            <p:cNvSpPr/>
            <p:nvPr/>
          </p:nvSpPr>
          <p:spPr>
            <a:xfrm rot="8716295">
              <a:off x="2251190" y="4935850"/>
              <a:ext cx="142167" cy="232388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7" name="Google Shape;2197;p39"/>
            <p:cNvSpPr/>
            <p:nvPr/>
          </p:nvSpPr>
          <p:spPr>
            <a:xfrm rot="8716295">
              <a:off x="2456859" y="4924575"/>
              <a:ext cx="131246" cy="253348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8" name="Google Shape;2198;p39"/>
            <p:cNvSpPr/>
            <p:nvPr/>
          </p:nvSpPr>
          <p:spPr>
            <a:xfrm rot="8716295">
              <a:off x="2139785" y="502413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9" name="Google Shape;2199;p39"/>
            <p:cNvSpPr/>
            <p:nvPr/>
          </p:nvSpPr>
          <p:spPr>
            <a:xfrm rot="8716295">
              <a:off x="2014883" y="481546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0" name="Google Shape;2200;p39"/>
            <p:cNvSpPr/>
            <p:nvPr/>
          </p:nvSpPr>
          <p:spPr>
            <a:xfrm rot="8716295">
              <a:off x="2190257" y="5090583"/>
              <a:ext cx="60147" cy="76898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1" name="Google Shape;2201;p39"/>
            <p:cNvSpPr/>
            <p:nvPr/>
          </p:nvSpPr>
          <p:spPr>
            <a:xfrm rot="8716295">
              <a:off x="1988512" y="491548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2" name="Google Shape;2202;p39"/>
            <p:cNvSpPr/>
            <p:nvPr/>
          </p:nvSpPr>
          <p:spPr>
            <a:xfrm rot="8716295">
              <a:off x="2650789" y="5021708"/>
              <a:ext cx="177699" cy="117559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3" name="Google Shape;2203;p39"/>
            <p:cNvSpPr/>
            <p:nvPr/>
          </p:nvSpPr>
          <p:spPr>
            <a:xfrm rot="8716295">
              <a:off x="2573494" y="492769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4" name="Google Shape;2204;p39"/>
            <p:cNvSpPr/>
            <p:nvPr/>
          </p:nvSpPr>
          <p:spPr>
            <a:xfrm rot="8716295">
              <a:off x="2330248" y="49579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5" name="Google Shape;2205;p39"/>
            <p:cNvSpPr/>
            <p:nvPr/>
          </p:nvSpPr>
          <p:spPr>
            <a:xfrm rot="8716295">
              <a:off x="2507700" y="47986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6" name="Google Shape;2206;p39"/>
            <p:cNvSpPr/>
            <p:nvPr/>
          </p:nvSpPr>
          <p:spPr>
            <a:xfrm rot="8716295">
              <a:off x="1518235" y="38650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7" name="Google Shape;2207;p39"/>
            <p:cNvSpPr/>
            <p:nvPr/>
          </p:nvSpPr>
          <p:spPr>
            <a:xfrm rot="8716295">
              <a:off x="1607627" y="38943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8" name="Google Shape;2208;p39"/>
            <p:cNvSpPr/>
            <p:nvPr/>
          </p:nvSpPr>
          <p:spPr>
            <a:xfrm rot="8716295">
              <a:off x="1562777" y="380803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9" name="Google Shape;2209;p39"/>
            <p:cNvSpPr/>
            <p:nvPr/>
          </p:nvSpPr>
          <p:spPr>
            <a:xfrm rot="8716295">
              <a:off x="1406001" y="39536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0" name="Google Shape;2210;p39"/>
            <p:cNvSpPr/>
            <p:nvPr/>
          </p:nvSpPr>
          <p:spPr>
            <a:xfrm rot="8716295">
              <a:off x="1281098" y="37449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1" name="Google Shape;2211;p39"/>
            <p:cNvSpPr/>
            <p:nvPr/>
          </p:nvSpPr>
          <p:spPr>
            <a:xfrm rot="8716295">
              <a:off x="1269046" y="360616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2" name="Google Shape;2212;p39"/>
            <p:cNvSpPr/>
            <p:nvPr/>
          </p:nvSpPr>
          <p:spPr>
            <a:xfrm rot="8716295">
              <a:off x="1496179" y="399456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3" name="Google Shape;2213;p39"/>
            <p:cNvSpPr/>
            <p:nvPr/>
          </p:nvSpPr>
          <p:spPr>
            <a:xfrm rot="8716295">
              <a:off x="1807334" y="36149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4" name="Google Shape;2214;p39"/>
            <p:cNvSpPr/>
            <p:nvPr/>
          </p:nvSpPr>
          <p:spPr>
            <a:xfrm rot="8716295">
              <a:off x="1896726" y="36441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5" name="Google Shape;2215;p39"/>
            <p:cNvSpPr/>
            <p:nvPr/>
          </p:nvSpPr>
          <p:spPr>
            <a:xfrm rot="8716295">
              <a:off x="1695100" y="37034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6" name="Google Shape;2216;p39"/>
            <p:cNvSpPr/>
            <p:nvPr/>
          </p:nvSpPr>
          <p:spPr>
            <a:xfrm rot="8716295">
              <a:off x="1570198" y="349478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7" name="Google Shape;2217;p39"/>
            <p:cNvSpPr/>
            <p:nvPr/>
          </p:nvSpPr>
          <p:spPr>
            <a:xfrm rot="8716295">
              <a:off x="1785278" y="37444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8" name="Google Shape;2218;p39"/>
            <p:cNvSpPr/>
            <p:nvPr/>
          </p:nvSpPr>
          <p:spPr>
            <a:xfrm rot="8716295">
              <a:off x="1543827" y="359481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39"/>
            <p:cNvSpPr/>
            <p:nvPr/>
          </p:nvSpPr>
          <p:spPr>
            <a:xfrm rot="7484129">
              <a:off x="1890209" y="393576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39"/>
            <p:cNvSpPr/>
            <p:nvPr/>
          </p:nvSpPr>
          <p:spPr>
            <a:xfrm rot="-8510606">
              <a:off x="1995029" y="390229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1" name="Google Shape;2221;p39"/>
            <p:cNvSpPr/>
            <p:nvPr/>
          </p:nvSpPr>
          <p:spPr>
            <a:xfrm rot="8716295">
              <a:off x="2180614" y="37106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2" name="Google Shape;2222;p39"/>
            <p:cNvSpPr/>
            <p:nvPr/>
          </p:nvSpPr>
          <p:spPr>
            <a:xfrm rot="8716295">
              <a:off x="2128809" y="36070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3" name="Google Shape;2223;p39"/>
            <p:cNvSpPr/>
            <p:nvPr/>
          </p:nvSpPr>
          <p:spPr>
            <a:xfrm rot="8716295">
              <a:off x="1885563" y="36372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4" name="Google Shape;2224;p39"/>
            <p:cNvSpPr/>
            <p:nvPr/>
          </p:nvSpPr>
          <p:spPr>
            <a:xfrm rot="8716295">
              <a:off x="2063015" y="34780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5" name="Google Shape;2225;p39"/>
            <p:cNvSpPr/>
            <p:nvPr/>
          </p:nvSpPr>
          <p:spPr>
            <a:xfrm rot="8716295">
              <a:off x="1741402" y="452476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6" name="Google Shape;2226;p39"/>
            <p:cNvSpPr/>
            <p:nvPr/>
          </p:nvSpPr>
          <p:spPr>
            <a:xfrm rot="8716295">
              <a:off x="1830794" y="455401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7" name="Google Shape;2227;p39"/>
            <p:cNvSpPr/>
            <p:nvPr/>
          </p:nvSpPr>
          <p:spPr>
            <a:xfrm rot="8716295">
              <a:off x="1785944" y="446773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8" name="Google Shape;2228;p39"/>
            <p:cNvSpPr/>
            <p:nvPr/>
          </p:nvSpPr>
          <p:spPr>
            <a:xfrm rot="8716295">
              <a:off x="1629168" y="461331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9" name="Google Shape;2229;p39"/>
            <p:cNvSpPr/>
            <p:nvPr/>
          </p:nvSpPr>
          <p:spPr>
            <a:xfrm rot="8716295">
              <a:off x="1504265" y="440464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0" name="Google Shape;2230;p39"/>
            <p:cNvSpPr/>
            <p:nvPr/>
          </p:nvSpPr>
          <p:spPr>
            <a:xfrm rot="8716295">
              <a:off x="1492213" y="426586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1" name="Google Shape;2231;p39"/>
            <p:cNvSpPr/>
            <p:nvPr/>
          </p:nvSpPr>
          <p:spPr>
            <a:xfrm rot="8716295">
              <a:off x="1719346" y="465426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2" name="Google Shape;2232;p39"/>
            <p:cNvSpPr/>
            <p:nvPr/>
          </p:nvSpPr>
          <p:spPr>
            <a:xfrm rot="8716295">
              <a:off x="2030501" y="427461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3" name="Google Shape;2233;p39"/>
            <p:cNvSpPr/>
            <p:nvPr/>
          </p:nvSpPr>
          <p:spPr>
            <a:xfrm rot="8716295">
              <a:off x="2119893" y="430385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4" name="Google Shape;2234;p39"/>
            <p:cNvSpPr/>
            <p:nvPr/>
          </p:nvSpPr>
          <p:spPr>
            <a:xfrm rot="8716295">
              <a:off x="1918267" y="43631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5" name="Google Shape;2235;p39"/>
            <p:cNvSpPr/>
            <p:nvPr/>
          </p:nvSpPr>
          <p:spPr>
            <a:xfrm rot="8716295">
              <a:off x="1793365" y="415448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6" name="Google Shape;2236;p39"/>
            <p:cNvSpPr/>
            <p:nvPr/>
          </p:nvSpPr>
          <p:spPr>
            <a:xfrm rot="8716295">
              <a:off x="2008445" y="440411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7" name="Google Shape;2237;p39"/>
            <p:cNvSpPr/>
            <p:nvPr/>
          </p:nvSpPr>
          <p:spPr>
            <a:xfrm rot="8716295">
              <a:off x="1766994" y="425451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8" name="Google Shape;2238;p39"/>
            <p:cNvSpPr/>
            <p:nvPr/>
          </p:nvSpPr>
          <p:spPr>
            <a:xfrm rot="7484129">
              <a:off x="2113376" y="45954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9" name="Google Shape;2239;p39"/>
            <p:cNvSpPr/>
            <p:nvPr/>
          </p:nvSpPr>
          <p:spPr>
            <a:xfrm rot="-8510606">
              <a:off x="2218196" y="456199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39"/>
            <p:cNvSpPr/>
            <p:nvPr/>
          </p:nvSpPr>
          <p:spPr>
            <a:xfrm rot="8716295">
              <a:off x="2403781" y="437031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39"/>
            <p:cNvSpPr/>
            <p:nvPr/>
          </p:nvSpPr>
          <p:spPr>
            <a:xfrm rot="8716295">
              <a:off x="2351976" y="426672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39"/>
            <p:cNvSpPr/>
            <p:nvPr/>
          </p:nvSpPr>
          <p:spPr>
            <a:xfrm rot="8716295">
              <a:off x="2108730" y="42969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3" name="Google Shape;2243;p39"/>
            <p:cNvSpPr/>
            <p:nvPr/>
          </p:nvSpPr>
          <p:spPr>
            <a:xfrm rot="8716295">
              <a:off x="2286182" y="413770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4" name="Google Shape;2244;p39"/>
            <p:cNvSpPr/>
            <p:nvPr/>
          </p:nvSpPr>
          <p:spPr>
            <a:xfrm rot="8716295">
              <a:off x="854880" y="188600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5" name="Google Shape;2245;p39"/>
            <p:cNvSpPr/>
            <p:nvPr/>
          </p:nvSpPr>
          <p:spPr>
            <a:xfrm rot="8716295">
              <a:off x="944272" y="191524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6" name="Google Shape;2246;p39"/>
            <p:cNvSpPr/>
            <p:nvPr/>
          </p:nvSpPr>
          <p:spPr>
            <a:xfrm rot="8716295">
              <a:off x="899422" y="182896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7" name="Google Shape;2247;p39"/>
            <p:cNvSpPr/>
            <p:nvPr/>
          </p:nvSpPr>
          <p:spPr>
            <a:xfrm rot="8716295">
              <a:off x="742646" y="19745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8" name="Google Shape;2248;p39"/>
            <p:cNvSpPr/>
            <p:nvPr/>
          </p:nvSpPr>
          <p:spPr>
            <a:xfrm rot="8716295">
              <a:off x="617743" y="176587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9" name="Google Shape;2249;p39"/>
            <p:cNvSpPr/>
            <p:nvPr/>
          </p:nvSpPr>
          <p:spPr>
            <a:xfrm rot="8716295">
              <a:off x="605691" y="162709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0" name="Google Shape;2250;p39"/>
            <p:cNvSpPr/>
            <p:nvPr/>
          </p:nvSpPr>
          <p:spPr>
            <a:xfrm rot="8716295">
              <a:off x="832824" y="201549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1" name="Google Shape;2251;p39"/>
            <p:cNvSpPr/>
            <p:nvPr/>
          </p:nvSpPr>
          <p:spPr>
            <a:xfrm rot="8716295">
              <a:off x="1143979" y="163584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2" name="Google Shape;2252;p39"/>
            <p:cNvSpPr/>
            <p:nvPr/>
          </p:nvSpPr>
          <p:spPr>
            <a:xfrm rot="8716295">
              <a:off x="1233371" y="166509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3" name="Google Shape;2253;p39"/>
            <p:cNvSpPr/>
            <p:nvPr/>
          </p:nvSpPr>
          <p:spPr>
            <a:xfrm rot="8716295">
              <a:off x="1031745" y="172439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4" name="Google Shape;2254;p39"/>
            <p:cNvSpPr/>
            <p:nvPr/>
          </p:nvSpPr>
          <p:spPr>
            <a:xfrm rot="8716295">
              <a:off x="906843" y="151572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5" name="Google Shape;2255;p39"/>
            <p:cNvSpPr/>
            <p:nvPr/>
          </p:nvSpPr>
          <p:spPr>
            <a:xfrm rot="8716295">
              <a:off x="1121923" y="176534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6" name="Google Shape;2256;p39"/>
            <p:cNvSpPr/>
            <p:nvPr/>
          </p:nvSpPr>
          <p:spPr>
            <a:xfrm rot="8716295">
              <a:off x="880472" y="161574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7" name="Google Shape;2257;p39"/>
            <p:cNvSpPr/>
            <p:nvPr/>
          </p:nvSpPr>
          <p:spPr>
            <a:xfrm rot="7484129">
              <a:off x="1226854" y="195669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8" name="Google Shape;2258;p39"/>
            <p:cNvSpPr/>
            <p:nvPr/>
          </p:nvSpPr>
          <p:spPr>
            <a:xfrm rot="-8510606">
              <a:off x="1331674" y="192323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9" name="Google Shape;2259;p39"/>
            <p:cNvSpPr/>
            <p:nvPr/>
          </p:nvSpPr>
          <p:spPr>
            <a:xfrm rot="8716295">
              <a:off x="1517259" y="173154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0" name="Google Shape;2260;p39"/>
            <p:cNvSpPr/>
            <p:nvPr/>
          </p:nvSpPr>
          <p:spPr>
            <a:xfrm rot="8716295">
              <a:off x="1465454" y="16279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1" name="Google Shape;2261;p39"/>
            <p:cNvSpPr/>
            <p:nvPr/>
          </p:nvSpPr>
          <p:spPr>
            <a:xfrm rot="8716295">
              <a:off x="1222208" y="16581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2" name="Google Shape;2262;p39"/>
            <p:cNvSpPr/>
            <p:nvPr/>
          </p:nvSpPr>
          <p:spPr>
            <a:xfrm rot="8716295">
              <a:off x="1399660" y="149893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3" name="Google Shape;2263;p39"/>
            <p:cNvSpPr/>
            <p:nvPr/>
          </p:nvSpPr>
          <p:spPr>
            <a:xfrm rot="8716295">
              <a:off x="631713" y="12263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4" name="Google Shape;2264;p39"/>
            <p:cNvSpPr/>
            <p:nvPr/>
          </p:nvSpPr>
          <p:spPr>
            <a:xfrm rot="8716295">
              <a:off x="721105" y="12555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5" name="Google Shape;2265;p39"/>
            <p:cNvSpPr/>
            <p:nvPr/>
          </p:nvSpPr>
          <p:spPr>
            <a:xfrm rot="8716295">
              <a:off x="676255" y="116926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6" name="Google Shape;2266;p39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7" name="Google Shape;2267;p39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8" name="Google Shape;2268;p39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9" name="Google Shape;2269;p39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0" name="Google Shape;2270;p39"/>
            <p:cNvSpPr/>
            <p:nvPr/>
          </p:nvSpPr>
          <p:spPr>
            <a:xfrm rot="8716295">
              <a:off x="920812" y="97615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1" name="Google Shape;2271;p39"/>
            <p:cNvSpPr/>
            <p:nvPr/>
          </p:nvSpPr>
          <p:spPr>
            <a:xfrm rot="8716295">
              <a:off x="1010204" y="100539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2" name="Google Shape;2272;p39"/>
            <p:cNvSpPr/>
            <p:nvPr/>
          </p:nvSpPr>
          <p:spPr>
            <a:xfrm rot="8716295">
              <a:off x="808578" y="10646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3" name="Google Shape;2273;p39"/>
            <p:cNvSpPr/>
            <p:nvPr/>
          </p:nvSpPr>
          <p:spPr>
            <a:xfrm rot="8716295">
              <a:off x="683676" y="85602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4" name="Google Shape;2274;p39"/>
            <p:cNvSpPr/>
            <p:nvPr/>
          </p:nvSpPr>
          <p:spPr>
            <a:xfrm rot="8716295">
              <a:off x="898756" y="110564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5" name="Google Shape;2275;p39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6" name="Google Shape;2276;p39"/>
            <p:cNvSpPr/>
            <p:nvPr/>
          </p:nvSpPr>
          <p:spPr>
            <a:xfrm rot="7484129">
              <a:off x="1003687" y="129699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7" name="Google Shape;2277;p39"/>
            <p:cNvSpPr/>
            <p:nvPr/>
          </p:nvSpPr>
          <p:spPr>
            <a:xfrm rot="-8510606">
              <a:off x="1108507" y="126353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8" name="Google Shape;2278;p39"/>
            <p:cNvSpPr/>
            <p:nvPr/>
          </p:nvSpPr>
          <p:spPr>
            <a:xfrm rot="8716295">
              <a:off x="1294092" y="107185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9" name="Google Shape;2279;p39"/>
            <p:cNvSpPr/>
            <p:nvPr/>
          </p:nvSpPr>
          <p:spPr>
            <a:xfrm rot="8716295">
              <a:off x="1242287" y="9682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0" name="Google Shape;2280;p39"/>
            <p:cNvSpPr/>
            <p:nvPr/>
          </p:nvSpPr>
          <p:spPr>
            <a:xfrm rot="8716295">
              <a:off x="999041" y="9984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1" name="Google Shape;2281;p39"/>
            <p:cNvSpPr/>
            <p:nvPr/>
          </p:nvSpPr>
          <p:spPr>
            <a:xfrm rot="8716295">
              <a:off x="1176493" y="83923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2" name="Google Shape;2282;p39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3" name="Google Shape;2283;p39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4" name="Google Shape;2284;p39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5" name="Google Shape;2285;p39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6" name="Google Shape;2286;p39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7" name="Google Shape;2287;p39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8" name="Google Shape;2288;p39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9" name="Google Shape;2289;p39"/>
            <p:cNvSpPr/>
            <p:nvPr/>
          </p:nvSpPr>
          <p:spPr>
            <a:xfrm rot="8716295">
              <a:off x="701873" y="31409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0" name="Google Shape;2290;p39"/>
            <p:cNvSpPr/>
            <p:nvPr/>
          </p:nvSpPr>
          <p:spPr>
            <a:xfrm rot="8716295">
              <a:off x="791265" y="34333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1" name="Google Shape;2291;p39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2" name="Google Shape;2292;p39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3" name="Google Shape;2293;p39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4" name="Google Shape;2294;p39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39"/>
            <p:cNvSpPr/>
            <p:nvPr/>
          </p:nvSpPr>
          <p:spPr>
            <a:xfrm rot="7484129">
              <a:off x="784748" y="63493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6" name="Google Shape;2296;p39"/>
            <p:cNvSpPr/>
            <p:nvPr/>
          </p:nvSpPr>
          <p:spPr>
            <a:xfrm rot="-8510606">
              <a:off x="889568" y="60147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7" name="Google Shape;2297;p39"/>
            <p:cNvSpPr/>
            <p:nvPr/>
          </p:nvSpPr>
          <p:spPr>
            <a:xfrm rot="8716295">
              <a:off x="1075153" y="40979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8" name="Google Shape;2298;p39"/>
            <p:cNvSpPr/>
            <p:nvPr/>
          </p:nvSpPr>
          <p:spPr>
            <a:xfrm rot="8716295">
              <a:off x="1023348" y="30619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9" name="Google Shape;2299;p39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0" name="Google Shape;2300;p39"/>
            <p:cNvSpPr/>
            <p:nvPr/>
          </p:nvSpPr>
          <p:spPr>
            <a:xfrm rot="8716295">
              <a:off x="957554" y="1771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1" name="Google Shape;2301;p39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2" name="Google Shape;2302;p39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3" name="Google Shape;2303;p39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4" name="Google Shape;2304;p39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5" name="Google Shape;2305;p39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6" name="Google Shape;2306;p39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7" name="Google Shape;2307;p39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8" name="Google Shape;2308;p39"/>
            <p:cNvSpPr/>
            <p:nvPr/>
          </p:nvSpPr>
          <p:spPr>
            <a:xfrm rot="-8510606">
              <a:off x="775514" y="-27038"/>
              <a:ext cx="149688" cy="32821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39"/>
            <p:cNvSpPr/>
            <p:nvPr/>
          </p:nvSpPr>
          <p:spPr>
            <a:xfrm rot="8716295">
              <a:off x="5027149" y="202701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39"/>
            <p:cNvSpPr/>
            <p:nvPr/>
          </p:nvSpPr>
          <p:spPr>
            <a:xfrm rot="8716295">
              <a:off x="5116541" y="205625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1" name="Google Shape;2311;p39"/>
            <p:cNvSpPr/>
            <p:nvPr/>
          </p:nvSpPr>
          <p:spPr>
            <a:xfrm rot="8716295">
              <a:off x="5071691" y="196997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2" name="Google Shape;2312;p39"/>
            <p:cNvSpPr/>
            <p:nvPr/>
          </p:nvSpPr>
          <p:spPr>
            <a:xfrm rot="8716295">
              <a:off x="4914915" y="211555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3" name="Google Shape;2313;p39"/>
            <p:cNvSpPr/>
            <p:nvPr/>
          </p:nvSpPr>
          <p:spPr>
            <a:xfrm rot="8716295">
              <a:off x="4790012" y="190688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4" name="Google Shape;2314;p39"/>
            <p:cNvSpPr/>
            <p:nvPr/>
          </p:nvSpPr>
          <p:spPr>
            <a:xfrm rot="8716295">
              <a:off x="4777960" y="176810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5" name="Google Shape;2315;p39"/>
            <p:cNvSpPr/>
            <p:nvPr/>
          </p:nvSpPr>
          <p:spPr>
            <a:xfrm rot="8716295">
              <a:off x="5005093" y="215651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6" name="Google Shape;2316;p39"/>
            <p:cNvSpPr/>
            <p:nvPr/>
          </p:nvSpPr>
          <p:spPr>
            <a:xfrm rot="8716295">
              <a:off x="5316248" y="177686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7" name="Google Shape;2317;p39"/>
            <p:cNvSpPr/>
            <p:nvPr/>
          </p:nvSpPr>
          <p:spPr>
            <a:xfrm rot="8716295">
              <a:off x="5405640" y="180610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8" name="Google Shape;2318;p39"/>
            <p:cNvSpPr/>
            <p:nvPr/>
          </p:nvSpPr>
          <p:spPr>
            <a:xfrm rot="8716295">
              <a:off x="5204014" y="186540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9" name="Google Shape;2319;p39"/>
            <p:cNvSpPr/>
            <p:nvPr/>
          </p:nvSpPr>
          <p:spPr>
            <a:xfrm rot="8716295">
              <a:off x="5079112" y="165673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0" name="Google Shape;2320;p39"/>
            <p:cNvSpPr/>
            <p:nvPr/>
          </p:nvSpPr>
          <p:spPr>
            <a:xfrm rot="8716295">
              <a:off x="5294192" y="190635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1" name="Google Shape;2321;p39"/>
            <p:cNvSpPr/>
            <p:nvPr/>
          </p:nvSpPr>
          <p:spPr>
            <a:xfrm rot="8716295">
              <a:off x="5052741" y="175675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2" name="Google Shape;2322;p39"/>
            <p:cNvSpPr/>
            <p:nvPr/>
          </p:nvSpPr>
          <p:spPr>
            <a:xfrm rot="7484129">
              <a:off x="5399123" y="209771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3" name="Google Shape;2323;p39"/>
            <p:cNvSpPr/>
            <p:nvPr/>
          </p:nvSpPr>
          <p:spPr>
            <a:xfrm rot="-8510606">
              <a:off x="5503943" y="206424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4" name="Google Shape;2324;p39"/>
            <p:cNvSpPr/>
            <p:nvPr/>
          </p:nvSpPr>
          <p:spPr>
            <a:xfrm rot="8716295">
              <a:off x="5689528" y="187256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5" name="Google Shape;2325;p39"/>
            <p:cNvSpPr/>
            <p:nvPr/>
          </p:nvSpPr>
          <p:spPr>
            <a:xfrm rot="8716295">
              <a:off x="5637723" y="176897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6" name="Google Shape;2326;p39"/>
            <p:cNvSpPr/>
            <p:nvPr/>
          </p:nvSpPr>
          <p:spPr>
            <a:xfrm rot="8716295">
              <a:off x="5394477" y="179919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7" name="Google Shape;2327;p39"/>
            <p:cNvSpPr/>
            <p:nvPr/>
          </p:nvSpPr>
          <p:spPr>
            <a:xfrm rot="8716295">
              <a:off x="5571929" y="163994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8" name="Google Shape;2328;p39"/>
            <p:cNvSpPr/>
            <p:nvPr/>
          </p:nvSpPr>
          <p:spPr>
            <a:xfrm rot="8716295">
              <a:off x="5250316" y="268671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9" name="Google Shape;2329;p39"/>
            <p:cNvSpPr/>
            <p:nvPr/>
          </p:nvSpPr>
          <p:spPr>
            <a:xfrm rot="8716295">
              <a:off x="5339708" y="271595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0" name="Google Shape;2330;p39"/>
            <p:cNvSpPr/>
            <p:nvPr/>
          </p:nvSpPr>
          <p:spPr>
            <a:xfrm rot="8716295">
              <a:off x="5294858" y="262967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1" name="Google Shape;2331;p39"/>
            <p:cNvSpPr/>
            <p:nvPr/>
          </p:nvSpPr>
          <p:spPr>
            <a:xfrm rot="8716295">
              <a:off x="5138082" y="277525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2" name="Google Shape;2332;p39"/>
            <p:cNvSpPr/>
            <p:nvPr/>
          </p:nvSpPr>
          <p:spPr>
            <a:xfrm rot="8716295">
              <a:off x="5013179" y="256658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3" name="Google Shape;2333;p39"/>
            <p:cNvSpPr/>
            <p:nvPr/>
          </p:nvSpPr>
          <p:spPr>
            <a:xfrm rot="8716295">
              <a:off x="5001127" y="242780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4" name="Google Shape;2334;p39"/>
            <p:cNvSpPr/>
            <p:nvPr/>
          </p:nvSpPr>
          <p:spPr>
            <a:xfrm rot="8716295">
              <a:off x="5228260" y="281621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5" name="Google Shape;2335;p39"/>
            <p:cNvSpPr/>
            <p:nvPr/>
          </p:nvSpPr>
          <p:spPr>
            <a:xfrm rot="8716295">
              <a:off x="5539415" y="243656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6" name="Google Shape;2336;p39"/>
            <p:cNvSpPr/>
            <p:nvPr/>
          </p:nvSpPr>
          <p:spPr>
            <a:xfrm rot="8716295">
              <a:off x="5628807" y="246580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7" name="Google Shape;2337;p39"/>
            <p:cNvSpPr/>
            <p:nvPr/>
          </p:nvSpPr>
          <p:spPr>
            <a:xfrm rot="8716295">
              <a:off x="5427181" y="252510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8" name="Google Shape;2338;p39"/>
            <p:cNvSpPr/>
            <p:nvPr/>
          </p:nvSpPr>
          <p:spPr>
            <a:xfrm rot="8716295">
              <a:off x="5302279" y="231643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9" name="Google Shape;2339;p39"/>
            <p:cNvSpPr/>
            <p:nvPr/>
          </p:nvSpPr>
          <p:spPr>
            <a:xfrm rot="8716295">
              <a:off x="5517359" y="256605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0" name="Google Shape;2340;p39"/>
            <p:cNvSpPr/>
            <p:nvPr/>
          </p:nvSpPr>
          <p:spPr>
            <a:xfrm rot="8716295">
              <a:off x="5275908" y="241645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1" name="Google Shape;2341;p39"/>
            <p:cNvSpPr/>
            <p:nvPr/>
          </p:nvSpPr>
          <p:spPr>
            <a:xfrm rot="7484129">
              <a:off x="5622290" y="275740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2" name="Google Shape;2342;p39"/>
            <p:cNvSpPr/>
            <p:nvPr/>
          </p:nvSpPr>
          <p:spPr>
            <a:xfrm rot="-8510606">
              <a:off x="5718537" y="2742349"/>
              <a:ext cx="222098" cy="286724"/>
            </a:xfrm>
            <a:custGeom>
              <a:rect b="b" l="l" r="r" t="t"/>
              <a:pathLst>
                <a:path extrusionOk="0" h="286724" w="222098">
                  <a:moveTo>
                    <a:pt x="23241" y="47275"/>
                  </a:moveTo>
                  <a:lnTo>
                    <a:pt x="0" y="11882"/>
                  </a:lnTo>
                  <a:lnTo>
                    <a:pt x="22902" y="0"/>
                  </a:lnTo>
                  <a:close/>
                  <a:moveTo>
                    <a:pt x="222098" y="258238"/>
                  </a:moveTo>
                  <a:lnTo>
                    <a:pt x="180472" y="286724"/>
                  </a:lnTo>
                  <a:lnTo>
                    <a:pt x="167667" y="267224"/>
                  </a:lnTo>
                  <a:lnTo>
                    <a:pt x="220995" y="245547"/>
                  </a:lnTo>
                  <a:cubicBezTo>
                    <a:pt x="221546" y="247754"/>
                    <a:pt x="222098" y="250513"/>
                    <a:pt x="222098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3" name="Google Shape;2343;p39"/>
            <p:cNvSpPr/>
            <p:nvPr/>
          </p:nvSpPr>
          <p:spPr>
            <a:xfrm rot="8716295">
              <a:off x="5845439" y="2441114"/>
              <a:ext cx="69626" cy="78683"/>
            </a:xfrm>
            <a:custGeom>
              <a:rect b="b" l="l" r="r" t="t"/>
              <a:pathLst>
                <a:path extrusionOk="0" h="78683" w="69626">
                  <a:moveTo>
                    <a:pt x="0" y="74288"/>
                  </a:moveTo>
                  <a:lnTo>
                    <a:pt x="61446" y="0"/>
                  </a:lnTo>
                  <a:lnTo>
                    <a:pt x="69626" y="19468"/>
                  </a:lnTo>
                  <a:cubicBezTo>
                    <a:pt x="69626" y="34531"/>
                    <a:pt x="63877" y="49708"/>
                    <a:pt x="52380" y="61206"/>
                  </a:cubicBezTo>
                  <a:cubicBezTo>
                    <a:pt x="41341" y="72244"/>
                    <a:pt x="26624" y="78683"/>
                    <a:pt x="10986" y="7868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4" name="Google Shape;2344;p39"/>
            <p:cNvSpPr/>
            <p:nvPr/>
          </p:nvSpPr>
          <p:spPr>
            <a:xfrm rot="8716295">
              <a:off x="5617644" y="24588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39"/>
            <p:cNvSpPr/>
            <p:nvPr/>
          </p:nvSpPr>
          <p:spPr>
            <a:xfrm rot="8716295">
              <a:off x="5786507" y="2294976"/>
              <a:ext cx="117509" cy="117739"/>
            </a:xfrm>
            <a:custGeom>
              <a:rect b="b" l="l" r="r" t="t"/>
              <a:pathLst>
                <a:path extrusionOk="0" h="117739" w="1175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lnTo>
                    <a:pt x="2091" y="48678"/>
                  </a:lnTo>
                  <a:lnTo>
                    <a:pt x="38978" y="4080"/>
                  </a:lnTo>
                  <a:lnTo>
                    <a:pt x="58869" y="0"/>
                  </a:lnTo>
                  <a:cubicBezTo>
                    <a:pt x="74507" y="0"/>
                    <a:pt x="89224" y="6439"/>
                    <a:pt x="100263" y="17477"/>
                  </a:cubicBezTo>
                  <a:cubicBezTo>
                    <a:pt x="123258" y="39553"/>
                    <a:pt x="123258" y="77266"/>
                    <a:pt x="100263" y="100262"/>
                  </a:cubicBezTo>
                  <a:cubicBezTo>
                    <a:pt x="89224" y="111300"/>
                    <a:pt x="74507" y="117739"/>
                    <a:pt x="58869" y="117739"/>
                  </a:cubicBezTo>
                  <a:cubicBezTo>
                    <a:pt x="43233" y="117739"/>
                    <a:pt x="28515" y="112220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39"/>
            <p:cNvSpPr/>
            <p:nvPr/>
          </p:nvSpPr>
          <p:spPr>
            <a:xfrm rot="8716295">
              <a:off x="5600077" y="4470249"/>
              <a:ext cx="156365" cy="84062"/>
            </a:xfrm>
            <a:custGeom>
              <a:rect b="b" l="l" r="r" t="t"/>
              <a:pathLst>
                <a:path extrusionOk="0" h="84062" w="156365">
                  <a:moveTo>
                    <a:pt x="0" y="84062"/>
                  </a:moveTo>
                  <a:lnTo>
                    <a:pt x="38711" y="37259"/>
                  </a:lnTo>
                  <a:lnTo>
                    <a:pt x="82822" y="29417"/>
                  </a:lnTo>
                  <a:cubicBezTo>
                    <a:pt x="107532" y="21769"/>
                    <a:pt x="131655" y="11767"/>
                    <a:pt x="155189" y="0"/>
                  </a:cubicBezTo>
                  <a:cubicBezTo>
                    <a:pt x="155777" y="2353"/>
                    <a:pt x="156365" y="5295"/>
                    <a:pt x="156365" y="7648"/>
                  </a:cubicBezTo>
                  <a:lnTo>
                    <a:pt x="156365" y="13531"/>
                  </a:lnTo>
                  <a:cubicBezTo>
                    <a:pt x="109592" y="53687"/>
                    <a:pt x="51897" y="74315"/>
                    <a:pt x="5371" y="8336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7" name="Google Shape;2347;p39"/>
            <p:cNvSpPr/>
            <p:nvPr/>
          </p:nvSpPr>
          <p:spPr>
            <a:xfrm rot="8716295">
              <a:off x="5468986" y="334511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8" name="Google Shape;2348;p39"/>
            <p:cNvSpPr/>
            <p:nvPr/>
          </p:nvSpPr>
          <p:spPr>
            <a:xfrm rot="8716295">
              <a:off x="5560950" y="3385490"/>
              <a:ext cx="209149" cy="254774"/>
            </a:xfrm>
            <a:custGeom>
              <a:rect b="b" l="l" r="r" t="t"/>
              <a:pathLst>
                <a:path extrusionOk="0" h="254774" w="209149">
                  <a:moveTo>
                    <a:pt x="0" y="254774"/>
                  </a:moveTo>
                  <a:lnTo>
                    <a:pt x="0" y="48397"/>
                  </a:lnTo>
                  <a:lnTo>
                    <a:pt x="38851" y="1425"/>
                  </a:lnTo>
                  <a:lnTo>
                    <a:pt x="53312" y="1425"/>
                  </a:lnTo>
                  <a:lnTo>
                    <a:pt x="53313" y="75242"/>
                  </a:lnTo>
                  <a:lnTo>
                    <a:pt x="54679" y="75242"/>
                  </a:lnTo>
                  <a:cubicBezTo>
                    <a:pt x="69261" y="31954"/>
                    <a:pt x="80652" y="15094"/>
                    <a:pt x="102524" y="5981"/>
                  </a:cubicBezTo>
                  <a:cubicBezTo>
                    <a:pt x="112549" y="1880"/>
                    <a:pt x="123029" y="-398"/>
                    <a:pt x="133965" y="57"/>
                  </a:cubicBezTo>
                  <a:cubicBezTo>
                    <a:pt x="180898" y="-854"/>
                    <a:pt x="209149" y="31954"/>
                    <a:pt x="209149" y="88456"/>
                  </a:cubicBezTo>
                  <a:lnTo>
                    <a:pt x="209149" y="94380"/>
                  </a:lnTo>
                  <a:lnTo>
                    <a:pt x="147179" y="98025"/>
                  </a:lnTo>
                  <a:lnTo>
                    <a:pt x="147179" y="81622"/>
                  </a:lnTo>
                  <a:cubicBezTo>
                    <a:pt x="147179" y="57016"/>
                    <a:pt x="133054" y="40156"/>
                    <a:pt x="113460" y="40156"/>
                  </a:cubicBezTo>
                  <a:cubicBezTo>
                    <a:pt x="84298" y="40156"/>
                    <a:pt x="60148" y="78887"/>
                    <a:pt x="60148" y="127643"/>
                  </a:cubicBezTo>
                  <a:lnTo>
                    <a:pt x="6014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9" name="Google Shape;2349;p39"/>
            <p:cNvSpPr/>
            <p:nvPr/>
          </p:nvSpPr>
          <p:spPr>
            <a:xfrm rot="8716295">
              <a:off x="5513528" y="328807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0" name="Google Shape;2350;p39"/>
            <p:cNvSpPr/>
            <p:nvPr/>
          </p:nvSpPr>
          <p:spPr>
            <a:xfrm rot="8716295">
              <a:off x="5356752" y="343365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1" name="Google Shape;2351;p39"/>
            <p:cNvSpPr/>
            <p:nvPr/>
          </p:nvSpPr>
          <p:spPr>
            <a:xfrm rot="8716295">
              <a:off x="5231849" y="322498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2" name="Google Shape;2352;p39"/>
            <p:cNvSpPr/>
            <p:nvPr/>
          </p:nvSpPr>
          <p:spPr>
            <a:xfrm rot="8716295">
              <a:off x="5219797" y="308620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3" name="Google Shape;2353;p39"/>
            <p:cNvSpPr/>
            <p:nvPr/>
          </p:nvSpPr>
          <p:spPr>
            <a:xfrm rot="8716295">
              <a:off x="5446930" y="347460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4" name="Google Shape;2354;p39"/>
            <p:cNvSpPr/>
            <p:nvPr/>
          </p:nvSpPr>
          <p:spPr>
            <a:xfrm rot="8716295">
              <a:off x="5752315" y="3122125"/>
              <a:ext cx="61059" cy="189683"/>
            </a:xfrm>
            <a:custGeom>
              <a:rect b="b" l="l" r="r" t="t"/>
              <a:pathLst>
                <a:path extrusionOk="0" h="189683" w="61059">
                  <a:moveTo>
                    <a:pt x="0" y="189683"/>
                  </a:moveTo>
                  <a:lnTo>
                    <a:pt x="1" y="70355"/>
                  </a:lnTo>
                  <a:lnTo>
                    <a:pt x="58192" y="0"/>
                  </a:lnTo>
                  <a:lnTo>
                    <a:pt x="61059" y="7418"/>
                  </a:lnTo>
                  <a:lnTo>
                    <a:pt x="61059" y="1655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5" name="Google Shape;2355;p39"/>
            <p:cNvSpPr/>
            <p:nvPr/>
          </p:nvSpPr>
          <p:spPr>
            <a:xfrm rot="8716295">
              <a:off x="5645851" y="318350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6" name="Google Shape;2356;p39"/>
            <p:cNvSpPr/>
            <p:nvPr/>
          </p:nvSpPr>
          <p:spPr>
            <a:xfrm rot="8716295">
              <a:off x="5520949" y="297482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7" name="Google Shape;2357;p39"/>
            <p:cNvSpPr/>
            <p:nvPr/>
          </p:nvSpPr>
          <p:spPr>
            <a:xfrm rot="8716295">
              <a:off x="5735645" y="3237654"/>
              <a:ext cx="60147" cy="214945"/>
            </a:xfrm>
            <a:custGeom>
              <a:rect b="b" l="l" r="r" t="t"/>
              <a:pathLst>
                <a:path extrusionOk="0" h="214945" w="60147">
                  <a:moveTo>
                    <a:pt x="60147" y="214945"/>
                  </a:moveTo>
                  <a:lnTo>
                    <a:pt x="0" y="157075"/>
                  </a:lnTo>
                  <a:lnTo>
                    <a:pt x="0" y="72719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8" name="Google Shape;2358;p39"/>
            <p:cNvSpPr/>
            <p:nvPr/>
          </p:nvSpPr>
          <p:spPr>
            <a:xfrm rot="8716295">
              <a:off x="5494578" y="307485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9" name="Google Shape;2359;p39"/>
            <p:cNvSpPr/>
            <p:nvPr/>
          </p:nvSpPr>
          <p:spPr>
            <a:xfrm rot="8716295">
              <a:off x="5682235" y="4033272"/>
              <a:ext cx="61060" cy="175124"/>
            </a:xfrm>
            <a:custGeom>
              <a:rect b="b" l="l" r="r" t="t"/>
              <a:pathLst>
                <a:path extrusionOk="0" h="175124" w="61060">
                  <a:moveTo>
                    <a:pt x="0" y="175124"/>
                  </a:moveTo>
                  <a:lnTo>
                    <a:pt x="0" y="73822"/>
                  </a:lnTo>
                  <a:lnTo>
                    <a:pt x="61060" y="0"/>
                  </a:lnTo>
                  <a:lnTo>
                    <a:pt x="61059" y="15097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0" name="Google Shape;2360;p39"/>
            <p:cNvSpPr/>
            <p:nvPr/>
          </p:nvSpPr>
          <p:spPr>
            <a:xfrm rot="8716295">
              <a:off x="5579919" y="409335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1" name="Google Shape;2361;p39"/>
            <p:cNvSpPr/>
            <p:nvPr/>
          </p:nvSpPr>
          <p:spPr>
            <a:xfrm rot="8716295">
              <a:off x="5455016" y="388468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2" name="Google Shape;2362;p39"/>
            <p:cNvSpPr/>
            <p:nvPr/>
          </p:nvSpPr>
          <p:spPr>
            <a:xfrm rot="8716295">
              <a:off x="5439766" y="3743196"/>
              <a:ext cx="290643" cy="350829"/>
            </a:xfrm>
            <a:custGeom>
              <a:rect b="b" l="l" r="r" t="t"/>
              <a:pathLst>
                <a:path extrusionOk="0" h="350829" w="290643">
                  <a:moveTo>
                    <a:pt x="25299" y="321238"/>
                  </a:moveTo>
                  <a:cubicBezTo>
                    <a:pt x="5295" y="301823"/>
                    <a:pt x="0" y="268287"/>
                    <a:pt x="0" y="220042"/>
                  </a:cubicBezTo>
                  <a:lnTo>
                    <a:pt x="0" y="73941"/>
                  </a:lnTo>
                  <a:lnTo>
                    <a:pt x="48310" y="15533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3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28279" y="328887"/>
                    <a:pt x="146498" y="347714"/>
                    <a:pt x="97665" y="350655"/>
                  </a:cubicBez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3" name="Google Shape;2363;p39"/>
            <p:cNvSpPr/>
            <p:nvPr/>
          </p:nvSpPr>
          <p:spPr>
            <a:xfrm rot="8716295">
              <a:off x="5664579" y="4149111"/>
              <a:ext cx="60147" cy="196919"/>
            </a:xfrm>
            <a:custGeom>
              <a:rect b="b" l="l" r="r" t="t"/>
              <a:pathLst>
                <a:path extrusionOk="0" h="196919" w="60147">
                  <a:moveTo>
                    <a:pt x="60147" y="196919"/>
                  </a:moveTo>
                  <a:lnTo>
                    <a:pt x="0" y="139049"/>
                  </a:lnTo>
                  <a:lnTo>
                    <a:pt x="0" y="72719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4" name="Google Shape;2364;p39"/>
            <p:cNvSpPr/>
            <p:nvPr/>
          </p:nvSpPr>
          <p:spPr>
            <a:xfrm rot="8716295">
              <a:off x="5712271" y="3732130"/>
              <a:ext cx="74903" cy="77154"/>
            </a:xfrm>
            <a:custGeom>
              <a:rect b="b" l="l" r="r" t="t"/>
              <a:pathLst>
                <a:path extrusionOk="0" h="77154" w="74903">
                  <a:moveTo>
                    <a:pt x="9249" y="66287"/>
                  </a:moveTo>
                  <a:lnTo>
                    <a:pt x="0" y="44381"/>
                  </a:lnTo>
                  <a:lnTo>
                    <a:pt x="36708" y="0"/>
                  </a:lnTo>
                  <a:lnTo>
                    <a:pt x="63584" y="11348"/>
                  </a:lnTo>
                  <a:cubicBezTo>
                    <a:pt x="78677" y="25837"/>
                    <a:pt x="78677" y="50590"/>
                    <a:pt x="63584" y="65683"/>
                  </a:cubicBezTo>
                  <a:cubicBezTo>
                    <a:pt x="56340" y="72928"/>
                    <a:pt x="46680" y="77154"/>
                    <a:pt x="36417" y="77154"/>
                  </a:cubicBezTo>
                  <a:cubicBezTo>
                    <a:pt x="26153" y="77154"/>
                    <a:pt x="16494" y="73531"/>
                    <a:pt x="9249" y="6628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5" name="Google Shape;2365;p39"/>
            <p:cNvSpPr/>
            <p:nvPr/>
          </p:nvSpPr>
          <p:spPr>
            <a:xfrm rot="8716295">
              <a:off x="4805631" y="136604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6" name="Google Shape;2366;p39"/>
            <p:cNvSpPr/>
            <p:nvPr/>
          </p:nvSpPr>
          <p:spPr>
            <a:xfrm rot="8716295">
              <a:off x="4895023" y="139528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7" name="Google Shape;2367;p39"/>
            <p:cNvSpPr/>
            <p:nvPr/>
          </p:nvSpPr>
          <p:spPr>
            <a:xfrm rot="8716295">
              <a:off x="4850173" y="130900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8" name="Google Shape;2368;p39"/>
            <p:cNvSpPr/>
            <p:nvPr/>
          </p:nvSpPr>
          <p:spPr>
            <a:xfrm rot="8716295">
              <a:off x="4693397" y="145458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9" name="Google Shape;2369;p39"/>
            <p:cNvSpPr/>
            <p:nvPr/>
          </p:nvSpPr>
          <p:spPr>
            <a:xfrm rot="8716295">
              <a:off x="4568494" y="124591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0" name="Google Shape;2370;p39"/>
            <p:cNvSpPr/>
            <p:nvPr/>
          </p:nvSpPr>
          <p:spPr>
            <a:xfrm rot="8716295">
              <a:off x="4556442" y="110713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1" name="Google Shape;2371;p39"/>
            <p:cNvSpPr/>
            <p:nvPr/>
          </p:nvSpPr>
          <p:spPr>
            <a:xfrm rot="8716295">
              <a:off x="4783575" y="149553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2" name="Google Shape;2372;p39"/>
            <p:cNvSpPr/>
            <p:nvPr/>
          </p:nvSpPr>
          <p:spPr>
            <a:xfrm rot="8716295">
              <a:off x="5094730" y="111588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3" name="Google Shape;2373;p39"/>
            <p:cNvSpPr/>
            <p:nvPr/>
          </p:nvSpPr>
          <p:spPr>
            <a:xfrm rot="8716295">
              <a:off x="5184122" y="114513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4" name="Google Shape;2374;p39"/>
            <p:cNvSpPr/>
            <p:nvPr/>
          </p:nvSpPr>
          <p:spPr>
            <a:xfrm rot="8716295">
              <a:off x="4982496" y="120443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5" name="Google Shape;2375;p39"/>
            <p:cNvSpPr/>
            <p:nvPr/>
          </p:nvSpPr>
          <p:spPr>
            <a:xfrm rot="8716295">
              <a:off x="4857594" y="99576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6" name="Google Shape;2376;p39"/>
            <p:cNvSpPr/>
            <p:nvPr/>
          </p:nvSpPr>
          <p:spPr>
            <a:xfrm rot="8716295">
              <a:off x="5072674" y="124538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7" name="Google Shape;2377;p39"/>
            <p:cNvSpPr/>
            <p:nvPr/>
          </p:nvSpPr>
          <p:spPr>
            <a:xfrm rot="8716295">
              <a:off x="4831223" y="109578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8" name="Google Shape;2378;p39"/>
            <p:cNvSpPr/>
            <p:nvPr/>
          </p:nvSpPr>
          <p:spPr>
            <a:xfrm rot="7484129">
              <a:off x="5177605" y="143673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9" name="Google Shape;2379;p39"/>
            <p:cNvSpPr/>
            <p:nvPr/>
          </p:nvSpPr>
          <p:spPr>
            <a:xfrm rot="-8510606">
              <a:off x="5282425" y="140327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0" name="Google Shape;2380;p39"/>
            <p:cNvSpPr/>
            <p:nvPr/>
          </p:nvSpPr>
          <p:spPr>
            <a:xfrm rot="8716295">
              <a:off x="5468010" y="121158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1" name="Google Shape;2381;p39"/>
            <p:cNvSpPr/>
            <p:nvPr/>
          </p:nvSpPr>
          <p:spPr>
            <a:xfrm rot="8716295">
              <a:off x="5416205" y="110799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2" name="Google Shape;2382;p39"/>
            <p:cNvSpPr/>
            <p:nvPr/>
          </p:nvSpPr>
          <p:spPr>
            <a:xfrm rot="8716295">
              <a:off x="5172959" y="113821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3" name="Google Shape;2383;p39"/>
            <p:cNvSpPr/>
            <p:nvPr/>
          </p:nvSpPr>
          <p:spPr>
            <a:xfrm rot="8716295">
              <a:off x="5350411" y="97897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4" name="Google Shape;2384;p39"/>
            <p:cNvSpPr/>
            <p:nvPr/>
          </p:nvSpPr>
          <p:spPr>
            <a:xfrm rot="8716295">
              <a:off x="4582464" y="70634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39"/>
            <p:cNvSpPr/>
            <p:nvPr/>
          </p:nvSpPr>
          <p:spPr>
            <a:xfrm rot="8716295">
              <a:off x="4671856" y="73558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6" name="Google Shape;2386;p39"/>
            <p:cNvSpPr/>
            <p:nvPr/>
          </p:nvSpPr>
          <p:spPr>
            <a:xfrm rot="8716295">
              <a:off x="4627006" y="64930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7" name="Google Shape;2387;p39"/>
            <p:cNvSpPr/>
            <p:nvPr/>
          </p:nvSpPr>
          <p:spPr>
            <a:xfrm rot="8716295">
              <a:off x="4470230" y="79488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8" name="Google Shape;2388;p39"/>
            <p:cNvSpPr/>
            <p:nvPr/>
          </p:nvSpPr>
          <p:spPr>
            <a:xfrm rot="8716295">
              <a:off x="4345327" y="58621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39"/>
            <p:cNvSpPr/>
            <p:nvPr/>
          </p:nvSpPr>
          <p:spPr>
            <a:xfrm rot="8716295">
              <a:off x="4333275" y="44743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0" name="Google Shape;2390;p39"/>
            <p:cNvSpPr/>
            <p:nvPr/>
          </p:nvSpPr>
          <p:spPr>
            <a:xfrm rot="8716295">
              <a:off x="4560408" y="83583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39"/>
            <p:cNvSpPr/>
            <p:nvPr/>
          </p:nvSpPr>
          <p:spPr>
            <a:xfrm rot="8716295">
              <a:off x="4871563" y="45619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39"/>
            <p:cNvSpPr/>
            <p:nvPr/>
          </p:nvSpPr>
          <p:spPr>
            <a:xfrm rot="8716295">
              <a:off x="4960955" y="48543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39"/>
            <p:cNvSpPr/>
            <p:nvPr/>
          </p:nvSpPr>
          <p:spPr>
            <a:xfrm rot="8716295">
              <a:off x="4759329" y="54473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39"/>
            <p:cNvSpPr/>
            <p:nvPr/>
          </p:nvSpPr>
          <p:spPr>
            <a:xfrm rot="8716295">
              <a:off x="4634427" y="33606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5" name="Google Shape;2395;p39"/>
            <p:cNvSpPr/>
            <p:nvPr/>
          </p:nvSpPr>
          <p:spPr>
            <a:xfrm rot="8716295">
              <a:off x="4849507" y="58568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6" name="Google Shape;2396;p39"/>
            <p:cNvSpPr/>
            <p:nvPr/>
          </p:nvSpPr>
          <p:spPr>
            <a:xfrm rot="8716295">
              <a:off x="4608056" y="43608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7" name="Google Shape;2397;p39"/>
            <p:cNvSpPr/>
            <p:nvPr/>
          </p:nvSpPr>
          <p:spPr>
            <a:xfrm rot="7484129">
              <a:off x="4954438" y="77703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8" name="Google Shape;2398;p39"/>
            <p:cNvSpPr/>
            <p:nvPr/>
          </p:nvSpPr>
          <p:spPr>
            <a:xfrm rot="-8510606">
              <a:off x="5059258" y="74357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9" name="Google Shape;2399;p39"/>
            <p:cNvSpPr/>
            <p:nvPr/>
          </p:nvSpPr>
          <p:spPr>
            <a:xfrm rot="8716295">
              <a:off x="5244843" y="55189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0" name="Google Shape;2400;p39"/>
            <p:cNvSpPr/>
            <p:nvPr/>
          </p:nvSpPr>
          <p:spPr>
            <a:xfrm rot="8716295">
              <a:off x="5193038" y="44829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1" name="Google Shape;2401;p39"/>
            <p:cNvSpPr/>
            <p:nvPr/>
          </p:nvSpPr>
          <p:spPr>
            <a:xfrm rot="8716295">
              <a:off x="4949792" y="4785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2" name="Google Shape;2402;p39"/>
            <p:cNvSpPr/>
            <p:nvPr/>
          </p:nvSpPr>
          <p:spPr>
            <a:xfrm rot="8716295">
              <a:off x="5127244" y="31927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39"/>
            <p:cNvSpPr/>
            <p:nvPr/>
          </p:nvSpPr>
          <p:spPr>
            <a:xfrm rot="8716295">
              <a:off x="4363525" y="4428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4" name="Google Shape;2404;p39"/>
            <p:cNvSpPr/>
            <p:nvPr/>
          </p:nvSpPr>
          <p:spPr>
            <a:xfrm rot="8716295">
              <a:off x="4452917" y="7352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5" name="Google Shape;2405;p39"/>
            <p:cNvSpPr/>
            <p:nvPr/>
          </p:nvSpPr>
          <p:spPr>
            <a:xfrm rot="8716295">
              <a:off x="4414002" y="19341"/>
              <a:ext cx="155050" cy="113964"/>
            </a:xfrm>
            <a:custGeom>
              <a:rect b="b" l="l" r="r" t="t"/>
              <a:pathLst>
                <a:path extrusionOk="0" h="113964" w="155050">
                  <a:moveTo>
                    <a:pt x="25756" y="113964"/>
                  </a:moveTo>
                  <a:lnTo>
                    <a:pt x="0" y="96110"/>
                  </a:lnTo>
                  <a:lnTo>
                    <a:pt x="72120" y="28251"/>
                  </a:lnTo>
                  <a:cubicBezTo>
                    <a:pt x="85790" y="12303"/>
                    <a:pt x="105383" y="2279"/>
                    <a:pt x="126799" y="0"/>
                  </a:cubicBezTo>
                  <a:cubicBezTo>
                    <a:pt x="148671" y="0"/>
                    <a:pt x="155050" y="19138"/>
                    <a:pt x="155050" y="33719"/>
                  </a:cubicBezTo>
                  <a:cubicBezTo>
                    <a:pt x="153683" y="49668"/>
                    <a:pt x="143203" y="62882"/>
                    <a:pt x="128622" y="69261"/>
                  </a:cubicBezTo>
                  <a:lnTo>
                    <a:pt x="129077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6" name="Google Shape;2406;p39"/>
            <p:cNvSpPr/>
            <p:nvPr/>
          </p:nvSpPr>
          <p:spPr>
            <a:xfrm rot="8716295">
              <a:off x="4251291" y="13282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7" name="Google Shape;2407;p39"/>
            <p:cNvSpPr/>
            <p:nvPr/>
          </p:nvSpPr>
          <p:spPr>
            <a:xfrm rot="8716295">
              <a:off x="4140033" y="-17870"/>
              <a:ext cx="203847" cy="132136"/>
            </a:xfrm>
            <a:custGeom>
              <a:rect b="b" l="l" r="r" t="t"/>
              <a:pathLst>
                <a:path extrusionOk="0" h="132136" w="203847">
                  <a:moveTo>
                    <a:pt x="112633" y="132136"/>
                  </a:moveTo>
                  <a:lnTo>
                    <a:pt x="56185" y="93008"/>
                  </a:lnTo>
                  <a:lnTo>
                    <a:pt x="69777" y="55323"/>
                  </a:lnTo>
                  <a:lnTo>
                    <a:pt x="1818" y="55323"/>
                  </a:lnTo>
                  <a:lnTo>
                    <a:pt x="0" y="54062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8" name="Google Shape;2408;p39"/>
            <p:cNvSpPr/>
            <p:nvPr/>
          </p:nvSpPr>
          <p:spPr>
            <a:xfrm rot="8716295">
              <a:off x="4382970" y="-25447"/>
              <a:ext cx="64855" cy="78311"/>
            </a:xfrm>
            <a:custGeom>
              <a:rect b="b" l="l" r="r" t="t"/>
              <a:pathLst>
                <a:path extrusionOk="0" h="78311" w="64855">
                  <a:moveTo>
                    <a:pt x="64855" y="78311"/>
                  </a:moveTo>
                  <a:lnTo>
                    <a:pt x="0" y="33356"/>
                  </a:lnTo>
                  <a:lnTo>
                    <a:pt x="64294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9" name="Google Shape;2409;p39"/>
            <p:cNvSpPr/>
            <p:nvPr/>
          </p:nvSpPr>
          <p:spPr>
            <a:xfrm rot="8716295">
              <a:off x="4341469" y="17378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0" name="Google Shape;2410;p39"/>
            <p:cNvSpPr/>
            <p:nvPr/>
          </p:nvSpPr>
          <p:spPr>
            <a:xfrm rot="8716295">
              <a:off x="4707227" y="-28335"/>
              <a:ext cx="81756" cy="56671"/>
            </a:xfrm>
            <a:custGeom>
              <a:rect b="b" l="l" r="r" t="t"/>
              <a:pathLst>
                <a:path extrusionOk="0" h="56671" w="81756">
                  <a:moveTo>
                    <a:pt x="81756" y="56671"/>
                  </a:moveTo>
                  <a:lnTo>
                    <a:pt x="0" y="0"/>
                  </a:lnTo>
                  <a:lnTo>
                    <a:pt x="24798" y="0"/>
                  </a:lnTo>
                  <a:cubicBezTo>
                    <a:pt x="61707" y="0"/>
                    <a:pt x="81756" y="15949"/>
                    <a:pt x="81756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1" name="Google Shape;2411;p39"/>
            <p:cNvSpPr/>
            <p:nvPr/>
          </p:nvSpPr>
          <p:spPr>
            <a:xfrm rot="8716295">
              <a:off x="4788322" y="-25624"/>
              <a:ext cx="219411" cy="98025"/>
            </a:xfrm>
            <a:custGeom>
              <a:rect b="b" l="l" r="r" t="t"/>
              <a:pathLst>
                <a:path extrusionOk="0" h="98025" w="219411">
                  <a:moveTo>
                    <a:pt x="63575" y="45493"/>
                  </a:moveTo>
                  <a:lnTo>
                    <a:pt x="0" y="1425"/>
                  </a:lnTo>
                  <a:lnTo>
                    <a:pt x="63575" y="1425"/>
                  </a:lnTo>
                  <a:close/>
                  <a:moveTo>
                    <a:pt x="88634" y="62863"/>
                  </a:moveTo>
                  <a:lnTo>
                    <a:pt x="73596" y="52439"/>
                  </a:lnTo>
                  <a:lnTo>
                    <a:pt x="75493" y="47439"/>
                  </a:lnTo>
                  <a:cubicBezTo>
                    <a:pt x="85874" y="24008"/>
                    <a:pt x="96382" y="12816"/>
                    <a:pt x="112786" y="5981"/>
                  </a:cubicBezTo>
                  <a:cubicBezTo>
                    <a:pt x="122811" y="1880"/>
                    <a:pt x="133291" y="-398"/>
                    <a:pt x="144227" y="57"/>
                  </a:cubicBezTo>
                  <a:cubicBezTo>
                    <a:pt x="191160" y="-854"/>
                    <a:pt x="219411" y="31954"/>
                    <a:pt x="219411" y="88456"/>
                  </a:cubicBezTo>
                  <a:lnTo>
                    <a:pt x="219411" y="94380"/>
                  </a:lnTo>
                  <a:lnTo>
                    <a:pt x="157441" y="98025"/>
                  </a:lnTo>
                  <a:lnTo>
                    <a:pt x="157441" y="81621"/>
                  </a:lnTo>
                  <a:cubicBezTo>
                    <a:pt x="157441" y="57016"/>
                    <a:pt x="143316" y="40156"/>
                    <a:pt x="123722" y="40156"/>
                  </a:cubicBezTo>
                  <a:cubicBezTo>
                    <a:pt x="116431" y="40156"/>
                    <a:pt x="109454" y="42577"/>
                    <a:pt x="103089" y="46969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39"/>
            <p:cNvSpPr/>
            <p:nvPr/>
          </p:nvSpPr>
          <p:spPr>
            <a:xfrm rot="8716295">
              <a:off x="4630568" y="-76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39"/>
            <p:cNvSpPr/>
            <p:nvPr/>
          </p:nvSpPr>
          <p:spPr>
            <a:xfrm rot="7484129">
              <a:off x="4735499" y="11497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39"/>
            <p:cNvSpPr/>
            <p:nvPr/>
          </p:nvSpPr>
          <p:spPr>
            <a:xfrm rot="-8510606">
              <a:off x="4840319" y="8151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39"/>
            <p:cNvSpPr/>
            <p:nvPr/>
          </p:nvSpPr>
          <p:spPr>
            <a:xfrm rot="8716295">
              <a:off x="5051883" y="-11617"/>
              <a:ext cx="112042" cy="89932"/>
            </a:xfrm>
            <a:custGeom>
              <a:rect b="b" l="l" r="r" t="t"/>
              <a:pathLst>
                <a:path extrusionOk="0" h="89932" w="112042">
                  <a:moveTo>
                    <a:pt x="62355" y="89932"/>
                  </a:moveTo>
                  <a:lnTo>
                    <a:pt x="0" y="46710"/>
                  </a:lnTo>
                  <a:lnTo>
                    <a:pt x="14231" y="33321"/>
                  </a:lnTo>
                  <a:cubicBezTo>
                    <a:pt x="30353" y="14511"/>
                    <a:pt x="53462" y="2687"/>
                    <a:pt x="78722" y="0"/>
                  </a:cubicBezTo>
                  <a:cubicBezTo>
                    <a:pt x="104518" y="0"/>
                    <a:pt x="112042" y="22572"/>
                    <a:pt x="112042" y="39770"/>
                  </a:cubicBezTo>
                  <a:cubicBezTo>
                    <a:pt x="110429" y="58580"/>
                    <a:pt x="98068" y="74165"/>
                    <a:pt x="80872" y="81689"/>
                  </a:cubicBezTo>
                  <a:lnTo>
                    <a:pt x="81408" y="816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39"/>
            <p:cNvSpPr/>
            <p:nvPr/>
          </p:nvSpPr>
          <p:spPr>
            <a:xfrm rot="8716295">
              <a:off x="4142433" y="246392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39"/>
            <p:cNvSpPr/>
            <p:nvPr/>
          </p:nvSpPr>
          <p:spPr>
            <a:xfrm rot="8716295">
              <a:off x="4231825" y="249316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39"/>
            <p:cNvSpPr/>
            <p:nvPr/>
          </p:nvSpPr>
          <p:spPr>
            <a:xfrm rot="8716295">
              <a:off x="4186975" y="240688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39"/>
            <p:cNvSpPr/>
            <p:nvPr/>
          </p:nvSpPr>
          <p:spPr>
            <a:xfrm rot="8716295">
              <a:off x="4030199" y="255246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39"/>
            <p:cNvSpPr/>
            <p:nvPr/>
          </p:nvSpPr>
          <p:spPr>
            <a:xfrm rot="8716295">
              <a:off x="3905296" y="234379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39"/>
            <p:cNvSpPr/>
            <p:nvPr/>
          </p:nvSpPr>
          <p:spPr>
            <a:xfrm rot="8716295">
              <a:off x="3893244" y="220501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2" name="Google Shape;2422;p39"/>
            <p:cNvSpPr/>
            <p:nvPr/>
          </p:nvSpPr>
          <p:spPr>
            <a:xfrm rot="8716295">
              <a:off x="4120377" y="259342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3" name="Google Shape;2423;p39"/>
            <p:cNvSpPr/>
            <p:nvPr/>
          </p:nvSpPr>
          <p:spPr>
            <a:xfrm rot="8716295">
              <a:off x="4431532" y="221377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39"/>
            <p:cNvSpPr/>
            <p:nvPr/>
          </p:nvSpPr>
          <p:spPr>
            <a:xfrm rot="8716295">
              <a:off x="4520924" y="224301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5" name="Google Shape;2425;p39"/>
            <p:cNvSpPr/>
            <p:nvPr/>
          </p:nvSpPr>
          <p:spPr>
            <a:xfrm rot="8716295">
              <a:off x="4319298" y="230231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6" name="Google Shape;2426;p39"/>
            <p:cNvSpPr/>
            <p:nvPr/>
          </p:nvSpPr>
          <p:spPr>
            <a:xfrm rot="8716295">
              <a:off x="4194396" y="209364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7" name="Google Shape;2427;p39"/>
            <p:cNvSpPr/>
            <p:nvPr/>
          </p:nvSpPr>
          <p:spPr>
            <a:xfrm rot="8716295">
              <a:off x="4409476" y="234326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8" name="Google Shape;2428;p39"/>
            <p:cNvSpPr/>
            <p:nvPr/>
          </p:nvSpPr>
          <p:spPr>
            <a:xfrm rot="8716295">
              <a:off x="4168025" y="219366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9" name="Google Shape;2429;p39"/>
            <p:cNvSpPr/>
            <p:nvPr/>
          </p:nvSpPr>
          <p:spPr>
            <a:xfrm rot="7484129">
              <a:off x="4514407" y="253461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0" name="Google Shape;2430;p39"/>
            <p:cNvSpPr/>
            <p:nvPr/>
          </p:nvSpPr>
          <p:spPr>
            <a:xfrm rot="-8510606">
              <a:off x="4619227" y="250115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1" name="Google Shape;2431;p39"/>
            <p:cNvSpPr/>
            <p:nvPr/>
          </p:nvSpPr>
          <p:spPr>
            <a:xfrm rot="8716295">
              <a:off x="4804812" y="230947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2" name="Google Shape;2432;p39"/>
            <p:cNvSpPr/>
            <p:nvPr/>
          </p:nvSpPr>
          <p:spPr>
            <a:xfrm rot="8716295">
              <a:off x="4753007" y="220587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3" name="Google Shape;2433;p39"/>
            <p:cNvSpPr/>
            <p:nvPr/>
          </p:nvSpPr>
          <p:spPr>
            <a:xfrm rot="8716295">
              <a:off x="4509761" y="223610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4" name="Google Shape;2434;p39"/>
            <p:cNvSpPr/>
            <p:nvPr/>
          </p:nvSpPr>
          <p:spPr>
            <a:xfrm rot="8716295">
              <a:off x="4687213" y="207685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5" name="Google Shape;2435;p39"/>
            <p:cNvSpPr/>
            <p:nvPr/>
          </p:nvSpPr>
          <p:spPr>
            <a:xfrm rot="8716295">
              <a:off x="4365600" y="31236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6" name="Google Shape;2436;p39"/>
            <p:cNvSpPr/>
            <p:nvPr/>
          </p:nvSpPr>
          <p:spPr>
            <a:xfrm rot="8716295">
              <a:off x="4454992" y="31528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7" name="Google Shape;2437;p39"/>
            <p:cNvSpPr/>
            <p:nvPr/>
          </p:nvSpPr>
          <p:spPr>
            <a:xfrm rot="8716295">
              <a:off x="4410142" y="306658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8" name="Google Shape;2438;p39"/>
            <p:cNvSpPr/>
            <p:nvPr/>
          </p:nvSpPr>
          <p:spPr>
            <a:xfrm rot="8716295">
              <a:off x="4253366" y="32121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9" name="Google Shape;2439;p39"/>
            <p:cNvSpPr/>
            <p:nvPr/>
          </p:nvSpPr>
          <p:spPr>
            <a:xfrm rot="8716295">
              <a:off x="4128463" y="30034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0" name="Google Shape;2440;p39"/>
            <p:cNvSpPr/>
            <p:nvPr/>
          </p:nvSpPr>
          <p:spPr>
            <a:xfrm rot="8716295">
              <a:off x="4116411" y="286471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1" name="Google Shape;2441;p39"/>
            <p:cNvSpPr/>
            <p:nvPr/>
          </p:nvSpPr>
          <p:spPr>
            <a:xfrm rot="8716295">
              <a:off x="4343544" y="325311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2" name="Google Shape;2442;p39"/>
            <p:cNvSpPr/>
            <p:nvPr/>
          </p:nvSpPr>
          <p:spPr>
            <a:xfrm rot="8716295">
              <a:off x="4654699" y="287347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3" name="Google Shape;2443;p39"/>
            <p:cNvSpPr/>
            <p:nvPr/>
          </p:nvSpPr>
          <p:spPr>
            <a:xfrm rot="8716295">
              <a:off x="4744091" y="290271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4" name="Google Shape;2444;p39"/>
            <p:cNvSpPr/>
            <p:nvPr/>
          </p:nvSpPr>
          <p:spPr>
            <a:xfrm rot="8716295">
              <a:off x="4542465" y="296201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5" name="Google Shape;2445;p39"/>
            <p:cNvSpPr/>
            <p:nvPr/>
          </p:nvSpPr>
          <p:spPr>
            <a:xfrm rot="8716295">
              <a:off x="4417563" y="275334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6" name="Google Shape;2446;p39"/>
            <p:cNvSpPr/>
            <p:nvPr/>
          </p:nvSpPr>
          <p:spPr>
            <a:xfrm rot="8716295">
              <a:off x="4632643" y="300296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7" name="Google Shape;2447;p39"/>
            <p:cNvSpPr/>
            <p:nvPr/>
          </p:nvSpPr>
          <p:spPr>
            <a:xfrm rot="8716295">
              <a:off x="4391192" y="285336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8" name="Google Shape;2448;p39"/>
            <p:cNvSpPr/>
            <p:nvPr/>
          </p:nvSpPr>
          <p:spPr>
            <a:xfrm rot="7484129">
              <a:off x="4737574" y="319431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9" name="Google Shape;2449;p39"/>
            <p:cNvSpPr/>
            <p:nvPr/>
          </p:nvSpPr>
          <p:spPr>
            <a:xfrm rot="-8510606">
              <a:off x="4842394" y="316085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0" name="Google Shape;2450;p39"/>
            <p:cNvSpPr/>
            <p:nvPr/>
          </p:nvSpPr>
          <p:spPr>
            <a:xfrm rot="8716295">
              <a:off x="5027979" y="296917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1" name="Google Shape;2451;p39"/>
            <p:cNvSpPr/>
            <p:nvPr/>
          </p:nvSpPr>
          <p:spPr>
            <a:xfrm rot="8716295">
              <a:off x="4976174" y="28655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2" name="Google Shape;2452;p39"/>
            <p:cNvSpPr/>
            <p:nvPr/>
          </p:nvSpPr>
          <p:spPr>
            <a:xfrm rot="8716295">
              <a:off x="4732928" y="28957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3" name="Google Shape;2453;p39"/>
            <p:cNvSpPr/>
            <p:nvPr/>
          </p:nvSpPr>
          <p:spPr>
            <a:xfrm rot="8716295">
              <a:off x="4910380" y="27365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4" name="Google Shape;2454;p39"/>
            <p:cNvSpPr/>
            <p:nvPr/>
          </p:nvSpPr>
          <p:spPr>
            <a:xfrm rot="8716295">
              <a:off x="5092983" y="5038194"/>
              <a:ext cx="153591" cy="101571"/>
            </a:xfrm>
            <a:custGeom>
              <a:rect b="b" l="l" r="r" t="t"/>
              <a:pathLst>
                <a:path extrusionOk="0" h="101571" w="153591">
                  <a:moveTo>
                    <a:pt x="5923" y="101571"/>
                  </a:moveTo>
                  <a:lnTo>
                    <a:pt x="0" y="93369"/>
                  </a:lnTo>
                  <a:lnTo>
                    <a:pt x="99231" y="0"/>
                  </a:lnTo>
                  <a:lnTo>
                    <a:pt x="153591" y="3768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5" name="Google Shape;2455;p39"/>
            <p:cNvSpPr/>
            <p:nvPr/>
          </p:nvSpPr>
          <p:spPr>
            <a:xfrm rot="8716295">
              <a:off x="4835281" y="4967476"/>
              <a:ext cx="151182" cy="195874"/>
            </a:xfrm>
            <a:custGeom>
              <a:rect b="b" l="l" r="r" t="t"/>
              <a:pathLst>
                <a:path extrusionOk="0" h="195874" w="151182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71369" y="0"/>
                  </a:lnTo>
                  <a:lnTo>
                    <a:pt x="151182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39"/>
            <p:cNvSpPr/>
            <p:nvPr/>
          </p:nvSpPr>
          <p:spPr>
            <a:xfrm rot="8716295">
              <a:off x="4779766" y="484378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39"/>
            <p:cNvSpPr/>
            <p:nvPr/>
          </p:nvSpPr>
          <p:spPr>
            <a:xfrm rot="8716295">
              <a:off x="5318054" y="48525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39"/>
            <p:cNvSpPr/>
            <p:nvPr/>
          </p:nvSpPr>
          <p:spPr>
            <a:xfrm rot="8716295">
              <a:off x="5407622" y="4885251"/>
              <a:ext cx="236069" cy="254774"/>
            </a:xfrm>
            <a:custGeom>
              <a:rect b="b" l="l" r="r" t="t"/>
              <a:pathLst>
                <a:path extrusionOk="0" h="254774" w="236069">
                  <a:moveTo>
                    <a:pt x="26920" y="254774"/>
                  </a:moveTo>
                  <a:lnTo>
                    <a:pt x="26920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0233" y="1425"/>
                  </a:lnTo>
                  <a:lnTo>
                    <a:pt x="80233" y="75242"/>
                  </a:lnTo>
                  <a:lnTo>
                    <a:pt x="81599" y="75242"/>
                  </a:lnTo>
                  <a:cubicBezTo>
                    <a:pt x="96181" y="31954"/>
                    <a:pt x="107572" y="15095"/>
                    <a:pt x="129444" y="5981"/>
                  </a:cubicBezTo>
                  <a:cubicBezTo>
                    <a:pt x="139469" y="1880"/>
                    <a:pt x="149949" y="-398"/>
                    <a:pt x="160885" y="57"/>
                  </a:cubicBezTo>
                  <a:lnTo>
                    <a:pt x="165106" y="791"/>
                  </a:lnTo>
                  <a:lnTo>
                    <a:pt x="227336" y="43927"/>
                  </a:lnTo>
                  <a:lnTo>
                    <a:pt x="230922" y="50679"/>
                  </a:lnTo>
                  <a:cubicBezTo>
                    <a:pt x="234303" y="61686"/>
                    <a:pt x="236069" y="74331"/>
                    <a:pt x="236069" y="88456"/>
                  </a:cubicBezTo>
                  <a:lnTo>
                    <a:pt x="236069" y="94380"/>
                  </a:lnTo>
                  <a:lnTo>
                    <a:pt x="174099" y="98025"/>
                  </a:lnTo>
                  <a:lnTo>
                    <a:pt x="174099" y="81621"/>
                  </a:lnTo>
                  <a:cubicBezTo>
                    <a:pt x="174099" y="57016"/>
                    <a:pt x="159974" y="40156"/>
                    <a:pt x="140380" y="40156"/>
                  </a:cubicBezTo>
                  <a:cubicBezTo>
                    <a:pt x="111218" y="40156"/>
                    <a:pt x="87068" y="78887"/>
                    <a:pt x="87068" y="127643"/>
                  </a:cubicBezTo>
                  <a:lnTo>
                    <a:pt x="8706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39"/>
            <p:cNvSpPr/>
            <p:nvPr/>
          </p:nvSpPr>
          <p:spPr>
            <a:xfrm rot="8716295">
              <a:off x="5205820" y="49410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0" name="Google Shape;2460;p39"/>
            <p:cNvSpPr/>
            <p:nvPr/>
          </p:nvSpPr>
          <p:spPr>
            <a:xfrm rot="8716295">
              <a:off x="5080918" y="473241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1" name="Google Shape;2461;p39"/>
            <p:cNvSpPr/>
            <p:nvPr/>
          </p:nvSpPr>
          <p:spPr>
            <a:xfrm rot="8716295">
              <a:off x="5289767" y="4983528"/>
              <a:ext cx="103436" cy="207956"/>
            </a:xfrm>
            <a:custGeom>
              <a:rect b="b" l="l" r="r" t="t"/>
              <a:pathLst>
                <a:path extrusionOk="0" h="207956" w="103436">
                  <a:moveTo>
                    <a:pt x="0" y="5185"/>
                  </a:moveTo>
                  <a:lnTo>
                    <a:pt x="0" y="0"/>
                  </a:lnTo>
                  <a:lnTo>
                    <a:pt x="7480" y="5185"/>
                  </a:lnTo>
                  <a:close/>
                  <a:moveTo>
                    <a:pt x="103436" y="207956"/>
                  </a:moveTo>
                  <a:lnTo>
                    <a:pt x="43288" y="150086"/>
                  </a:lnTo>
                  <a:lnTo>
                    <a:pt x="43288" y="30006"/>
                  </a:lnTo>
                  <a:lnTo>
                    <a:pt x="103435" y="7169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2" name="Google Shape;2462;p39"/>
            <p:cNvSpPr/>
            <p:nvPr/>
          </p:nvSpPr>
          <p:spPr>
            <a:xfrm rot="8716295">
              <a:off x="5054547" y="483243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3" name="Google Shape;2463;p39"/>
            <p:cNvSpPr/>
            <p:nvPr/>
          </p:nvSpPr>
          <p:spPr>
            <a:xfrm rot="8716295">
              <a:off x="5627351" y="4851308"/>
              <a:ext cx="84852" cy="94931"/>
            </a:xfrm>
            <a:custGeom>
              <a:rect b="b" l="l" r="r" t="t"/>
              <a:pathLst>
                <a:path extrusionOk="0" h="94931" w="84852">
                  <a:moveTo>
                    <a:pt x="0" y="84445"/>
                  </a:moveTo>
                  <a:lnTo>
                    <a:pt x="69845" y="0"/>
                  </a:lnTo>
                  <a:lnTo>
                    <a:pt x="84852" y="35717"/>
                  </a:lnTo>
                  <a:cubicBezTo>
                    <a:pt x="84852" y="50779"/>
                    <a:pt x="79103" y="65956"/>
                    <a:pt x="67606" y="77454"/>
                  </a:cubicBezTo>
                  <a:cubicBezTo>
                    <a:pt x="56567" y="88492"/>
                    <a:pt x="41850" y="94930"/>
                    <a:pt x="26212" y="9493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4" name="Google Shape;2464;p39"/>
            <p:cNvSpPr/>
            <p:nvPr/>
          </p:nvSpPr>
          <p:spPr>
            <a:xfrm rot="8716295">
              <a:off x="5396283" y="487486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5" name="Google Shape;2465;p39"/>
            <p:cNvSpPr/>
            <p:nvPr/>
          </p:nvSpPr>
          <p:spPr>
            <a:xfrm rot="8716295">
              <a:off x="5573735" y="47156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6" name="Google Shape;2466;p39"/>
            <p:cNvSpPr/>
            <p:nvPr/>
          </p:nvSpPr>
          <p:spPr>
            <a:xfrm rot="8716295">
              <a:off x="4584270" y="378201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7" name="Google Shape;2467;p39"/>
            <p:cNvSpPr/>
            <p:nvPr/>
          </p:nvSpPr>
          <p:spPr>
            <a:xfrm rot="8716295">
              <a:off x="4673662" y="38112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8" name="Google Shape;2468;p39"/>
            <p:cNvSpPr/>
            <p:nvPr/>
          </p:nvSpPr>
          <p:spPr>
            <a:xfrm rot="8716295">
              <a:off x="4628812" y="372498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9" name="Google Shape;2469;p39"/>
            <p:cNvSpPr/>
            <p:nvPr/>
          </p:nvSpPr>
          <p:spPr>
            <a:xfrm rot="8716295">
              <a:off x="4472036" y="387056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0" name="Google Shape;2470;p39"/>
            <p:cNvSpPr/>
            <p:nvPr/>
          </p:nvSpPr>
          <p:spPr>
            <a:xfrm rot="8716295">
              <a:off x="4347133" y="366189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1" name="Google Shape;2471;p39"/>
            <p:cNvSpPr/>
            <p:nvPr/>
          </p:nvSpPr>
          <p:spPr>
            <a:xfrm rot="8716295">
              <a:off x="4335081" y="352311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2" name="Google Shape;2472;p39"/>
            <p:cNvSpPr/>
            <p:nvPr/>
          </p:nvSpPr>
          <p:spPr>
            <a:xfrm rot="8716295">
              <a:off x="4562214" y="391151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3" name="Google Shape;2473;p39"/>
            <p:cNvSpPr/>
            <p:nvPr/>
          </p:nvSpPr>
          <p:spPr>
            <a:xfrm rot="8716295">
              <a:off x="4873369" y="353186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4" name="Google Shape;2474;p39"/>
            <p:cNvSpPr/>
            <p:nvPr/>
          </p:nvSpPr>
          <p:spPr>
            <a:xfrm rot="8716295">
              <a:off x="4962761" y="356110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5" name="Google Shape;2475;p39"/>
            <p:cNvSpPr/>
            <p:nvPr/>
          </p:nvSpPr>
          <p:spPr>
            <a:xfrm rot="8716295">
              <a:off x="4761135" y="362041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6" name="Google Shape;2476;p39"/>
            <p:cNvSpPr/>
            <p:nvPr/>
          </p:nvSpPr>
          <p:spPr>
            <a:xfrm rot="8716295">
              <a:off x="4636233" y="341173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39"/>
            <p:cNvSpPr/>
            <p:nvPr/>
          </p:nvSpPr>
          <p:spPr>
            <a:xfrm rot="8716295">
              <a:off x="4851313" y="366136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39"/>
            <p:cNvSpPr/>
            <p:nvPr/>
          </p:nvSpPr>
          <p:spPr>
            <a:xfrm rot="8716295">
              <a:off x="4609862" y="351176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39"/>
            <p:cNvSpPr/>
            <p:nvPr/>
          </p:nvSpPr>
          <p:spPr>
            <a:xfrm rot="7484129">
              <a:off x="4956244" y="385271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39"/>
            <p:cNvSpPr/>
            <p:nvPr/>
          </p:nvSpPr>
          <p:spPr>
            <a:xfrm rot="-8510606">
              <a:off x="5061064" y="381924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39"/>
            <p:cNvSpPr/>
            <p:nvPr/>
          </p:nvSpPr>
          <p:spPr>
            <a:xfrm rot="8716295">
              <a:off x="5246649" y="362756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39"/>
            <p:cNvSpPr/>
            <p:nvPr/>
          </p:nvSpPr>
          <p:spPr>
            <a:xfrm rot="8716295">
              <a:off x="5194844" y="352397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39"/>
            <p:cNvSpPr/>
            <p:nvPr/>
          </p:nvSpPr>
          <p:spPr>
            <a:xfrm rot="8716295">
              <a:off x="4951598" y="355419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39"/>
            <p:cNvSpPr/>
            <p:nvPr/>
          </p:nvSpPr>
          <p:spPr>
            <a:xfrm rot="8716295">
              <a:off x="5129050" y="339495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39"/>
            <p:cNvSpPr/>
            <p:nvPr/>
          </p:nvSpPr>
          <p:spPr>
            <a:xfrm rot="8716295">
              <a:off x="4807437" y="44417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39"/>
            <p:cNvSpPr/>
            <p:nvPr/>
          </p:nvSpPr>
          <p:spPr>
            <a:xfrm rot="8716295">
              <a:off x="4896829" y="44709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7" name="Google Shape;2487;p39"/>
            <p:cNvSpPr/>
            <p:nvPr/>
          </p:nvSpPr>
          <p:spPr>
            <a:xfrm rot="8716295">
              <a:off x="4851979" y="438468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8" name="Google Shape;2488;p39"/>
            <p:cNvSpPr/>
            <p:nvPr/>
          </p:nvSpPr>
          <p:spPr>
            <a:xfrm rot="8716295">
              <a:off x="4695203" y="45302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39"/>
            <p:cNvSpPr/>
            <p:nvPr/>
          </p:nvSpPr>
          <p:spPr>
            <a:xfrm rot="8716295">
              <a:off x="4570300" y="432158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0" name="Google Shape;2490;p39"/>
            <p:cNvSpPr/>
            <p:nvPr/>
          </p:nvSpPr>
          <p:spPr>
            <a:xfrm rot="8716295">
              <a:off x="4558248" y="4182809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1" name="Google Shape;2491;p39"/>
            <p:cNvSpPr/>
            <p:nvPr/>
          </p:nvSpPr>
          <p:spPr>
            <a:xfrm rot="8716295">
              <a:off x="4785381" y="457121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2" name="Google Shape;2492;p39"/>
            <p:cNvSpPr/>
            <p:nvPr/>
          </p:nvSpPr>
          <p:spPr>
            <a:xfrm rot="8716295">
              <a:off x="5096536" y="419156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39"/>
            <p:cNvSpPr/>
            <p:nvPr/>
          </p:nvSpPr>
          <p:spPr>
            <a:xfrm rot="8716295">
              <a:off x="5185928" y="422080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4" name="Google Shape;2494;p39"/>
            <p:cNvSpPr/>
            <p:nvPr/>
          </p:nvSpPr>
          <p:spPr>
            <a:xfrm rot="8716295">
              <a:off x="4984302" y="428011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5" name="Google Shape;2495;p39"/>
            <p:cNvSpPr/>
            <p:nvPr/>
          </p:nvSpPr>
          <p:spPr>
            <a:xfrm rot="8716295">
              <a:off x="4859400" y="407143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6" name="Google Shape;2496;p39"/>
            <p:cNvSpPr/>
            <p:nvPr/>
          </p:nvSpPr>
          <p:spPr>
            <a:xfrm rot="8716295">
              <a:off x="5074480" y="432106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39"/>
            <p:cNvSpPr/>
            <p:nvPr/>
          </p:nvSpPr>
          <p:spPr>
            <a:xfrm rot="8716295">
              <a:off x="4833029" y="417146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8" name="Google Shape;2498;p39"/>
            <p:cNvSpPr/>
            <p:nvPr/>
          </p:nvSpPr>
          <p:spPr>
            <a:xfrm rot="7484129">
              <a:off x="5179411" y="451241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9" name="Google Shape;2499;p39"/>
            <p:cNvSpPr/>
            <p:nvPr/>
          </p:nvSpPr>
          <p:spPr>
            <a:xfrm rot="-8510606">
              <a:off x="5284231" y="447894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0" name="Google Shape;2500;p39"/>
            <p:cNvSpPr/>
            <p:nvPr/>
          </p:nvSpPr>
          <p:spPr>
            <a:xfrm rot="8716295">
              <a:off x="5469816" y="428726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1" name="Google Shape;2501;p39"/>
            <p:cNvSpPr/>
            <p:nvPr/>
          </p:nvSpPr>
          <p:spPr>
            <a:xfrm rot="8716295">
              <a:off x="5418011" y="418367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2" name="Google Shape;2502;p39"/>
            <p:cNvSpPr/>
            <p:nvPr/>
          </p:nvSpPr>
          <p:spPr>
            <a:xfrm rot="8716295">
              <a:off x="5174765" y="42138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3" name="Google Shape;2503;p39"/>
            <p:cNvSpPr/>
            <p:nvPr/>
          </p:nvSpPr>
          <p:spPr>
            <a:xfrm rot="8716295">
              <a:off x="5352217" y="40546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4" name="Google Shape;2504;p39"/>
            <p:cNvSpPr/>
            <p:nvPr/>
          </p:nvSpPr>
          <p:spPr>
            <a:xfrm rot="8716295">
              <a:off x="3920915" y="180295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5" name="Google Shape;2505;p39"/>
            <p:cNvSpPr/>
            <p:nvPr/>
          </p:nvSpPr>
          <p:spPr>
            <a:xfrm rot="8716295">
              <a:off x="4010307" y="183219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6" name="Google Shape;2506;p39"/>
            <p:cNvSpPr/>
            <p:nvPr/>
          </p:nvSpPr>
          <p:spPr>
            <a:xfrm rot="8716295">
              <a:off x="3965457" y="174591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7" name="Google Shape;2507;p39"/>
            <p:cNvSpPr/>
            <p:nvPr/>
          </p:nvSpPr>
          <p:spPr>
            <a:xfrm rot="8716295">
              <a:off x="3808681" y="18914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8" name="Google Shape;2508;p39"/>
            <p:cNvSpPr/>
            <p:nvPr/>
          </p:nvSpPr>
          <p:spPr>
            <a:xfrm rot="8716295">
              <a:off x="3683778" y="168282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9" name="Google Shape;2509;p39"/>
            <p:cNvSpPr/>
            <p:nvPr/>
          </p:nvSpPr>
          <p:spPr>
            <a:xfrm rot="8716295">
              <a:off x="3671726" y="154404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0" name="Google Shape;2510;p39"/>
            <p:cNvSpPr/>
            <p:nvPr/>
          </p:nvSpPr>
          <p:spPr>
            <a:xfrm rot="8716295">
              <a:off x="3898859" y="193244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1" name="Google Shape;2511;p39"/>
            <p:cNvSpPr/>
            <p:nvPr/>
          </p:nvSpPr>
          <p:spPr>
            <a:xfrm rot="8716295">
              <a:off x="4210014" y="155279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2" name="Google Shape;2512;p39"/>
            <p:cNvSpPr/>
            <p:nvPr/>
          </p:nvSpPr>
          <p:spPr>
            <a:xfrm rot="8716295">
              <a:off x="4299406" y="158204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3" name="Google Shape;2513;p39"/>
            <p:cNvSpPr/>
            <p:nvPr/>
          </p:nvSpPr>
          <p:spPr>
            <a:xfrm rot="8716295">
              <a:off x="4097780" y="164134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4" name="Google Shape;2514;p39"/>
            <p:cNvSpPr/>
            <p:nvPr/>
          </p:nvSpPr>
          <p:spPr>
            <a:xfrm rot="8716295">
              <a:off x="3972878" y="143266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5" name="Google Shape;2515;p39"/>
            <p:cNvSpPr/>
            <p:nvPr/>
          </p:nvSpPr>
          <p:spPr>
            <a:xfrm rot="8716295">
              <a:off x="4187958" y="168229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6" name="Google Shape;2516;p39"/>
            <p:cNvSpPr/>
            <p:nvPr/>
          </p:nvSpPr>
          <p:spPr>
            <a:xfrm rot="8716295">
              <a:off x="3946507" y="153269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7" name="Google Shape;2517;p39"/>
            <p:cNvSpPr/>
            <p:nvPr/>
          </p:nvSpPr>
          <p:spPr>
            <a:xfrm rot="7484129">
              <a:off x="4292889" y="187364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8" name="Google Shape;2518;p39"/>
            <p:cNvSpPr/>
            <p:nvPr/>
          </p:nvSpPr>
          <p:spPr>
            <a:xfrm rot="-8510606">
              <a:off x="4397709" y="184017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9" name="Google Shape;2519;p39"/>
            <p:cNvSpPr/>
            <p:nvPr/>
          </p:nvSpPr>
          <p:spPr>
            <a:xfrm rot="8716295">
              <a:off x="4583294" y="164849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0" name="Google Shape;2520;p39"/>
            <p:cNvSpPr/>
            <p:nvPr/>
          </p:nvSpPr>
          <p:spPr>
            <a:xfrm rot="8716295">
              <a:off x="4531489" y="15449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1" name="Google Shape;2521;p39"/>
            <p:cNvSpPr/>
            <p:nvPr/>
          </p:nvSpPr>
          <p:spPr>
            <a:xfrm rot="8716295">
              <a:off x="4288243" y="157512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2" name="Google Shape;2522;p39"/>
            <p:cNvSpPr/>
            <p:nvPr/>
          </p:nvSpPr>
          <p:spPr>
            <a:xfrm rot="8716295">
              <a:off x="4465695" y="141588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3" name="Google Shape;2523;p39"/>
            <p:cNvSpPr/>
            <p:nvPr/>
          </p:nvSpPr>
          <p:spPr>
            <a:xfrm rot="8716295">
              <a:off x="3697748" y="114325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4" name="Google Shape;2524;p39"/>
            <p:cNvSpPr/>
            <p:nvPr/>
          </p:nvSpPr>
          <p:spPr>
            <a:xfrm rot="8716295">
              <a:off x="3787140" y="117249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5" name="Google Shape;2525;p39"/>
            <p:cNvSpPr/>
            <p:nvPr/>
          </p:nvSpPr>
          <p:spPr>
            <a:xfrm rot="8716295">
              <a:off x="3742290" y="108621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6" name="Google Shape;2526;p39"/>
            <p:cNvSpPr/>
            <p:nvPr/>
          </p:nvSpPr>
          <p:spPr>
            <a:xfrm rot="8716295">
              <a:off x="3585514" y="123179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7" name="Google Shape;2527;p39"/>
            <p:cNvSpPr/>
            <p:nvPr/>
          </p:nvSpPr>
          <p:spPr>
            <a:xfrm rot="8716295">
              <a:off x="3460611" y="10231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8" name="Google Shape;2528;p39"/>
            <p:cNvSpPr/>
            <p:nvPr/>
          </p:nvSpPr>
          <p:spPr>
            <a:xfrm rot="8716295">
              <a:off x="3448559" y="88434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9" name="Google Shape;2529;p39"/>
            <p:cNvSpPr/>
            <p:nvPr/>
          </p:nvSpPr>
          <p:spPr>
            <a:xfrm rot="8716295">
              <a:off x="3675692" y="127274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0" name="Google Shape;2530;p39"/>
            <p:cNvSpPr/>
            <p:nvPr/>
          </p:nvSpPr>
          <p:spPr>
            <a:xfrm rot="8716295">
              <a:off x="3986847" y="89309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39"/>
            <p:cNvSpPr/>
            <p:nvPr/>
          </p:nvSpPr>
          <p:spPr>
            <a:xfrm rot="8716295">
              <a:off x="4076239" y="92234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39"/>
            <p:cNvSpPr/>
            <p:nvPr/>
          </p:nvSpPr>
          <p:spPr>
            <a:xfrm rot="8716295">
              <a:off x="3874613" y="98164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39"/>
            <p:cNvSpPr/>
            <p:nvPr/>
          </p:nvSpPr>
          <p:spPr>
            <a:xfrm rot="8716295">
              <a:off x="3749711" y="77297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39"/>
            <p:cNvSpPr/>
            <p:nvPr/>
          </p:nvSpPr>
          <p:spPr>
            <a:xfrm rot="8716295">
              <a:off x="3964791" y="102259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5" name="Google Shape;2535;p39"/>
            <p:cNvSpPr/>
            <p:nvPr/>
          </p:nvSpPr>
          <p:spPr>
            <a:xfrm rot="8716295">
              <a:off x="3723340" y="87299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6" name="Google Shape;2536;p39"/>
            <p:cNvSpPr/>
            <p:nvPr/>
          </p:nvSpPr>
          <p:spPr>
            <a:xfrm rot="7484129">
              <a:off x="4069722" y="12139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7" name="Google Shape;2537;p39"/>
            <p:cNvSpPr/>
            <p:nvPr/>
          </p:nvSpPr>
          <p:spPr>
            <a:xfrm rot="-8510606">
              <a:off x="4174542" y="118048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8" name="Google Shape;2538;p39"/>
            <p:cNvSpPr/>
            <p:nvPr/>
          </p:nvSpPr>
          <p:spPr>
            <a:xfrm rot="8716295">
              <a:off x="4360127" y="98879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9" name="Google Shape;2539;p39"/>
            <p:cNvSpPr/>
            <p:nvPr/>
          </p:nvSpPr>
          <p:spPr>
            <a:xfrm rot="8716295">
              <a:off x="4308322" y="88520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0" name="Google Shape;2540;p39"/>
            <p:cNvSpPr/>
            <p:nvPr/>
          </p:nvSpPr>
          <p:spPr>
            <a:xfrm rot="8716295">
              <a:off x="4065076" y="91542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1" name="Google Shape;2541;p39"/>
            <p:cNvSpPr/>
            <p:nvPr/>
          </p:nvSpPr>
          <p:spPr>
            <a:xfrm rot="8716295">
              <a:off x="4242528" y="75618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2" name="Google Shape;2542;p39"/>
            <p:cNvSpPr/>
            <p:nvPr/>
          </p:nvSpPr>
          <p:spPr>
            <a:xfrm rot="8716295">
              <a:off x="3478809" y="48119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39"/>
            <p:cNvSpPr/>
            <p:nvPr/>
          </p:nvSpPr>
          <p:spPr>
            <a:xfrm rot="8716295">
              <a:off x="3568201" y="51043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4" name="Google Shape;2544;p39"/>
            <p:cNvSpPr/>
            <p:nvPr/>
          </p:nvSpPr>
          <p:spPr>
            <a:xfrm rot="8716295">
              <a:off x="3523351" y="42415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5" name="Google Shape;2545;p39"/>
            <p:cNvSpPr/>
            <p:nvPr/>
          </p:nvSpPr>
          <p:spPr>
            <a:xfrm rot="8716295">
              <a:off x="3366575" y="56973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6" name="Google Shape;2546;p39"/>
            <p:cNvSpPr/>
            <p:nvPr/>
          </p:nvSpPr>
          <p:spPr>
            <a:xfrm rot="8716295">
              <a:off x="3241672" y="3610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7" name="Google Shape;2547;p39"/>
            <p:cNvSpPr/>
            <p:nvPr/>
          </p:nvSpPr>
          <p:spPr>
            <a:xfrm rot="8716295">
              <a:off x="3229620" y="22228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8" name="Google Shape;2548;p39"/>
            <p:cNvSpPr/>
            <p:nvPr/>
          </p:nvSpPr>
          <p:spPr>
            <a:xfrm rot="8716295">
              <a:off x="3456753" y="61068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9" name="Google Shape;2549;p39"/>
            <p:cNvSpPr/>
            <p:nvPr/>
          </p:nvSpPr>
          <p:spPr>
            <a:xfrm rot="8716295">
              <a:off x="3767908" y="23104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0" name="Google Shape;2550;p39"/>
            <p:cNvSpPr/>
            <p:nvPr/>
          </p:nvSpPr>
          <p:spPr>
            <a:xfrm rot="8716295">
              <a:off x="3857300" y="26028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1" name="Google Shape;2551;p39"/>
            <p:cNvSpPr/>
            <p:nvPr/>
          </p:nvSpPr>
          <p:spPr>
            <a:xfrm rot="8716295">
              <a:off x="3655674" y="31958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39"/>
            <p:cNvSpPr/>
            <p:nvPr/>
          </p:nvSpPr>
          <p:spPr>
            <a:xfrm rot="8716295">
              <a:off x="3530772" y="11091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39"/>
            <p:cNvSpPr/>
            <p:nvPr/>
          </p:nvSpPr>
          <p:spPr>
            <a:xfrm rot="8716295">
              <a:off x="3745852" y="36053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39"/>
            <p:cNvSpPr/>
            <p:nvPr/>
          </p:nvSpPr>
          <p:spPr>
            <a:xfrm rot="8716295">
              <a:off x="3504401" y="21093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39"/>
            <p:cNvSpPr/>
            <p:nvPr/>
          </p:nvSpPr>
          <p:spPr>
            <a:xfrm rot="7484129">
              <a:off x="3850783" y="55188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39"/>
            <p:cNvSpPr/>
            <p:nvPr/>
          </p:nvSpPr>
          <p:spPr>
            <a:xfrm rot="-8510606">
              <a:off x="3955603" y="51842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39"/>
            <p:cNvSpPr/>
            <p:nvPr/>
          </p:nvSpPr>
          <p:spPr>
            <a:xfrm rot="8716295">
              <a:off x="4141188" y="32674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39"/>
            <p:cNvSpPr/>
            <p:nvPr/>
          </p:nvSpPr>
          <p:spPr>
            <a:xfrm rot="8716295">
              <a:off x="4089383" y="22314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39"/>
            <p:cNvSpPr/>
            <p:nvPr/>
          </p:nvSpPr>
          <p:spPr>
            <a:xfrm rot="8716295">
              <a:off x="3846137" y="25336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39"/>
            <p:cNvSpPr/>
            <p:nvPr/>
          </p:nvSpPr>
          <p:spPr>
            <a:xfrm rot="8716295">
              <a:off x="4023589" y="9412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39"/>
            <p:cNvSpPr/>
            <p:nvPr/>
          </p:nvSpPr>
          <p:spPr>
            <a:xfrm rot="8716295">
              <a:off x="3298850" y="-42720"/>
              <a:ext cx="123263" cy="8544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2" name="Google Shape;2562;p39"/>
            <p:cNvSpPr/>
            <p:nvPr/>
          </p:nvSpPr>
          <p:spPr>
            <a:xfrm rot="8716295">
              <a:off x="3388166" y="-13722"/>
              <a:ext cx="260639" cy="98025"/>
            </a:xfrm>
            <a:custGeom>
              <a:rect b="b" l="l" r="r" t="t"/>
              <a:pathLst>
                <a:path extrusionOk="0" h="98025" w="260639">
                  <a:moveTo>
                    <a:pt x="104802" y="74264"/>
                  </a:moveTo>
                  <a:lnTo>
                    <a:pt x="0" y="1618"/>
                  </a:lnTo>
                  <a:lnTo>
                    <a:pt x="0" y="1425"/>
                  </a:lnTo>
                  <a:lnTo>
                    <a:pt x="104803" y="1425"/>
                  </a:lnTo>
                  <a:close/>
                  <a:moveTo>
                    <a:pt x="122123" y="86270"/>
                  </a:moveTo>
                  <a:lnTo>
                    <a:pt x="106178" y="75218"/>
                  </a:lnTo>
                  <a:lnTo>
                    <a:pt x="116721" y="47439"/>
                  </a:lnTo>
                  <a:cubicBezTo>
                    <a:pt x="127102" y="24008"/>
                    <a:pt x="137610" y="12816"/>
                    <a:pt x="154014" y="5981"/>
                  </a:cubicBezTo>
                  <a:cubicBezTo>
                    <a:pt x="164038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3" name="Google Shape;2563;p39"/>
            <p:cNvSpPr/>
            <p:nvPr/>
          </p:nvSpPr>
          <p:spPr>
            <a:xfrm rot="8716295">
              <a:off x="3234083" y="-5272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39"/>
            <p:cNvSpPr/>
            <p:nvPr/>
          </p:nvSpPr>
          <p:spPr>
            <a:xfrm rot="7484129">
              <a:off x="3672246" y="-18656"/>
              <a:ext cx="154104" cy="104443"/>
            </a:xfrm>
            <a:custGeom>
              <a:rect b="b" l="l" r="r" t="t"/>
              <a:pathLst>
                <a:path extrusionOk="0" h="104443" w="154104">
                  <a:moveTo>
                    <a:pt x="72416" y="104443"/>
                  </a:moveTo>
                  <a:lnTo>
                    <a:pt x="0" y="0"/>
                  </a:lnTo>
                  <a:lnTo>
                    <a:pt x="154104" y="0"/>
                  </a:lnTo>
                  <a:lnTo>
                    <a:pt x="154104" y="55323"/>
                  </a:lnTo>
                  <a:lnTo>
                    <a:pt x="89312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5" name="Google Shape;2565;p39"/>
            <p:cNvSpPr/>
            <p:nvPr/>
          </p:nvSpPr>
          <p:spPr>
            <a:xfrm rot="-8510606">
              <a:off x="3884960" y="-47886"/>
              <a:ext cx="84765" cy="281028"/>
            </a:xfrm>
            <a:custGeom>
              <a:rect b="b" l="l" r="r" t="t"/>
              <a:pathLst>
                <a:path extrusionOk="0" h="281028" w="84765">
                  <a:moveTo>
                    <a:pt x="84765" y="225012"/>
                  </a:moveTo>
                  <a:lnTo>
                    <a:pt x="13471" y="281028"/>
                  </a:lnTo>
                  <a:lnTo>
                    <a:pt x="4828" y="263963"/>
                  </a:lnTo>
                  <a:cubicBezTo>
                    <a:pt x="1241" y="248168"/>
                    <a:pt x="0" y="228993"/>
                    <a:pt x="0" y="206370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6" name="Google Shape;2566;p39"/>
            <p:cNvSpPr/>
            <p:nvPr/>
          </p:nvSpPr>
          <p:spPr>
            <a:xfrm rot="8716295">
              <a:off x="5789699" y="1993578"/>
              <a:ext cx="181333" cy="87320"/>
            </a:xfrm>
            <a:custGeom>
              <a:rect b="b" l="l" r="r" t="t"/>
              <a:pathLst>
                <a:path extrusionOk="0" h="87320" w="181333">
                  <a:moveTo>
                    <a:pt x="0" y="87320"/>
                  </a:moveTo>
                  <a:lnTo>
                    <a:pt x="42309" y="36168"/>
                  </a:lnTo>
                  <a:lnTo>
                    <a:pt x="54839" y="38831"/>
                  </a:lnTo>
                  <a:cubicBezTo>
                    <a:pt x="73078" y="38242"/>
                    <a:pt x="90728" y="34712"/>
                    <a:pt x="107790" y="29417"/>
                  </a:cubicBezTo>
                  <a:cubicBezTo>
                    <a:pt x="132500" y="21768"/>
                    <a:pt x="156623" y="11767"/>
                    <a:pt x="180157" y="0"/>
                  </a:cubicBezTo>
                  <a:cubicBezTo>
                    <a:pt x="180745" y="2353"/>
                    <a:pt x="181333" y="5295"/>
                    <a:pt x="181333" y="7648"/>
                  </a:cubicBezTo>
                  <a:lnTo>
                    <a:pt x="181333" y="13532"/>
                  </a:lnTo>
                  <a:cubicBezTo>
                    <a:pt x="134560" y="53687"/>
                    <a:pt x="76865" y="74315"/>
                    <a:pt x="30340" y="8336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7" name="Google Shape;2567;p39"/>
            <p:cNvSpPr/>
            <p:nvPr/>
          </p:nvSpPr>
          <p:spPr>
            <a:xfrm rot="8716295">
              <a:off x="5880884" y="1564845"/>
              <a:ext cx="61060" cy="195751"/>
            </a:xfrm>
            <a:custGeom>
              <a:rect b="b" l="l" r="r" t="t"/>
              <a:pathLst>
                <a:path extrusionOk="0" h="195751" w="61060">
                  <a:moveTo>
                    <a:pt x="0" y="195751"/>
                  </a:moveTo>
                  <a:lnTo>
                    <a:pt x="0" y="67520"/>
                  </a:lnTo>
                  <a:lnTo>
                    <a:pt x="55847" y="0"/>
                  </a:lnTo>
                  <a:lnTo>
                    <a:pt x="61059" y="13486"/>
                  </a:lnTo>
                  <a:lnTo>
                    <a:pt x="61060" y="17160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39"/>
            <p:cNvSpPr/>
            <p:nvPr/>
          </p:nvSpPr>
          <p:spPr>
            <a:xfrm rot="8716295">
              <a:off x="5772692" y="16267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9" name="Google Shape;2569;p39"/>
            <p:cNvSpPr/>
            <p:nvPr/>
          </p:nvSpPr>
          <p:spPr>
            <a:xfrm rot="8716295">
              <a:off x="5647789" y="141808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0" name="Google Shape;2570;p39"/>
            <p:cNvSpPr/>
            <p:nvPr/>
          </p:nvSpPr>
          <p:spPr>
            <a:xfrm rot="8716295">
              <a:off x="5635737" y="1279309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1" name="Google Shape;2571;p39"/>
            <p:cNvSpPr/>
            <p:nvPr/>
          </p:nvSpPr>
          <p:spPr>
            <a:xfrm rot="8716295">
              <a:off x="5863691" y="1680538"/>
              <a:ext cx="60147" cy="219174"/>
            </a:xfrm>
            <a:custGeom>
              <a:rect b="b" l="l" r="r" t="t"/>
              <a:pathLst>
                <a:path extrusionOk="0" h="219174" w="60147">
                  <a:moveTo>
                    <a:pt x="60147" y="219174"/>
                  </a:moveTo>
                  <a:lnTo>
                    <a:pt x="0" y="161304"/>
                  </a:lnTo>
                  <a:lnTo>
                    <a:pt x="0" y="68045"/>
                  </a:lnTo>
                  <a:lnTo>
                    <a:pt x="56210" y="87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2" name="Google Shape;2572;p39"/>
            <p:cNvSpPr/>
            <p:nvPr/>
          </p:nvSpPr>
          <p:spPr>
            <a:xfrm rot="8716295">
              <a:off x="5910518" y="126796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39"/>
            <p:cNvSpPr/>
            <p:nvPr/>
          </p:nvSpPr>
          <p:spPr>
            <a:xfrm rot="8716295">
              <a:off x="5661759" y="87851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39"/>
            <p:cNvSpPr/>
            <p:nvPr/>
          </p:nvSpPr>
          <p:spPr>
            <a:xfrm rot="8716295">
              <a:off x="5751943" y="913207"/>
              <a:ext cx="229128" cy="254774"/>
            </a:xfrm>
            <a:custGeom>
              <a:rect b="b" l="l" r="r" t="t"/>
              <a:pathLst>
                <a:path extrusionOk="0" h="254774" w="229128">
                  <a:moveTo>
                    <a:pt x="19979" y="254774"/>
                  </a:moveTo>
                  <a:lnTo>
                    <a:pt x="19979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73292" y="1425"/>
                  </a:lnTo>
                  <a:lnTo>
                    <a:pt x="73292" y="75242"/>
                  </a:lnTo>
                  <a:lnTo>
                    <a:pt x="74658" y="75242"/>
                  </a:lnTo>
                  <a:cubicBezTo>
                    <a:pt x="89240" y="31954"/>
                    <a:pt x="100631" y="15094"/>
                    <a:pt x="122503" y="5981"/>
                  </a:cubicBezTo>
                  <a:cubicBezTo>
                    <a:pt x="132528" y="1880"/>
                    <a:pt x="143008" y="-398"/>
                    <a:pt x="153944" y="57"/>
                  </a:cubicBezTo>
                  <a:cubicBezTo>
                    <a:pt x="200877" y="-854"/>
                    <a:pt x="229128" y="31954"/>
                    <a:pt x="229128" y="88456"/>
                  </a:cubicBezTo>
                  <a:lnTo>
                    <a:pt x="229128" y="94380"/>
                  </a:lnTo>
                  <a:lnTo>
                    <a:pt x="167158" y="98025"/>
                  </a:lnTo>
                  <a:lnTo>
                    <a:pt x="167158" y="81621"/>
                  </a:lnTo>
                  <a:cubicBezTo>
                    <a:pt x="167158" y="57016"/>
                    <a:pt x="153033" y="40156"/>
                    <a:pt x="133439" y="40156"/>
                  </a:cubicBezTo>
                  <a:cubicBezTo>
                    <a:pt x="104277" y="40156"/>
                    <a:pt x="80127" y="78887"/>
                    <a:pt x="80127" y="127643"/>
                  </a:cubicBezTo>
                  <a:lnTo>
                    <a:pt x="80127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5" name="Google Shape;2575;p39"/>
            <p:cNvSpPr/>
            <p:nvPr/>
          </p:nvSpPr>
          <p:spPr>
            <a:xfrm rot="8716295">
              <a:off x="5706301" y="82148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6" name="Google Shape;2576;p39"/>
            <p:cNvSpPr/>
            <p:nvPr/>
          </p:nvSpPr>
          <p:spPr>
            <a:xfrm rot="8716295">
              <a:off x="5549525" y="96706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7" name="Google Shape;2577;p39"/>
            <p:cNvSpPr/>
            <p:nvPr/>
          </p:nvSpPr>
          <p:spPr>
            <a:xfrm rot="8716295">
              <a:off x="5424622" y="75839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39"/>
            <p:cNvSpPr/>
            <p:nvPr/>
          </p:nvSpPr>
          <p:spPr>
            <a:xfrm rot="8716295">
              <a:off x="5412570" y="61961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9" name="Google Shape;2579;p39"/>
            <p:cNvSpPr/>
            <p:nvPr/>
          </p:nvSpPr>
          <p:spPr>
            <a:xfrm rot="8716295">
              <a:off x="5639703" y="100801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0" name="Google Shape;2580;p39"/>
            <p:cNvSpPr/>
            <p:nvPr/>
          </p:nvSpPr>
          <p:spPr>
            <a:xfrm rot="8716295">
              <a:off x="5950315" y="653899"/>
              <a:ext cx="61060" cy="208036"/>
            </a:xfrm>
            <a:custGeom>
              <a:rect b="b" l="l" r="r" t="t"/>
              <a:pathLst>
                <a:path extrusionOk="0" h="208036" w="61060">
                  <a:moveTo>
                    <a:pt x="0" y="208036"/>
                  </a:moveTo>
                  <a:lnTo>
                    <a:pt x="1" y="61780"/>
                  </a:lnTo>
                  <a:lnTo>
                    <a:pt x="51100" y="0"/>
                  </a:lnTo>
                  <a:lnTo>
                    <a:pt x="61059" y="25771"/>
                  </a:lnTo>
                  <a:lnTo>
                    <a:pt x="61060" y="183886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39"/>
            <p:cNvSpPr/>
            <p:nvPr/>
          </p:nvSpPr>
          <p:spPr>
            <a:xfrm rot="8716295">
              <a:off x="5838624" y="71691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2" name="Google Shape;2582;p39"/>
            <p:cNvSpPr/>
            <p:nvPr/>
          </p:nvSpPr>
          <p:spPr>
            <a:xfrm rot="8716295">
              <a:off x="5713722" y="50823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3" name="Google Shape;2583;p39"/>
            <p:cNvSpPr/>
            <p:nvPr/>
          </p:nvSpPr>
          <p:spPr>
            <a:xfrm rot="8716295">
              <a:off x="5929622" y="770687"/>
              <a:ext cx="60148" cy="219175"/>
            </a:xfrm>
            <a:custGeom>
              <a:rect b="b" l="l" r="r" t="t"/>
              <a:pathLst>
                <a:path extrusionOk="0" h="219175" w="60148">
                  <a:moveTo>
                    <a:pt x="60148" y="219175"/>
                  </a:moveTo>
                  <a:lnTo>
                    <a:pt x="0" y="161305"/>
                  </a:lnTo>
                  <a:lnTo>
                    <a:pt x="0" y="50021"/>
                  </a:lnTo>
                  <a:lnTo>
                    <a:pt x="41025" y="42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4" name="Google Shape;2584;p39"/>
            <p:cNvSpPr/>
            <p:nvPr/>
          </p:nvSpPr>
          <p:spPr>
            <a:xfrm rot="8716295">
              <a:off x="5687351" y="60826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5" name="Google Shape;2585;p39"/>
            <p:cNvSpPr/>
            <p:nvPr/>
          </p:nvSpPr>
          <p:spPr>
            <a:xfrm rot="8716295">
              <a:off x="6020907" y="657792"/>
              <a:ext cx="32038" cy="36361"/>
            </a:xfrm>
            <a:custGeom>
              <a:rect b="b" l="l" r="r" t="t"/>
              <a:pathLst>
                <a:path extrusionOk="0" h="36361" w="32038">
                  <a:moveTo>
                    <a:pt x="0" y="35166"/>
                  </a:moveTo>
                  <a:lnTo>
                    <a:pt x="29086" y="0"/>
                  </a:lnTo>
                  <a:lnTo>
                    <a:pt x="32038" y="7028"/>
                  </a:lnTo>
                  <a:cubicBezTo>
                    <a:pt x="32039" y="14489"/>
                    <a:pt x="29191" y="22008"/>
                    <a:pt x="23495" y="27704"/>
                  </a:cubicBezTo>
                  <a:cubicBezTo>
                    <a:pt x="18027" y="33172"/>
                    <a:pt x="10736" y="36361"/>
                    <a:pt x="2990" y="3636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39"/>
            <p:cNvSpPr/>
            <p:nvPr/>
          </p:nvSpPr>
          <p:spPr>
            <a:xfrm rot="8716295">
              <a:off x="5442820" y="21646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7" name="Google Shape;2587;p39"/>
            <p:cNvSpPr/>
            <p:nvPr/>
          </p:nvSpPr>
          <p:spPr>
            <a:xfrm rot="8716295">
              <a:off x="5532212" y="24570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8" name="Google Shape;2588;p39"/>
            <p:cNvSpPr/>
            <p:nvPr/>
          </p:nvSpPr>
          <p:spPr>
            <a:xfrm rot="8716295">
              <a:off x="5487362" y="15942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9" name="Google Shape;2589;p39"/>
            <p:cNvSpPr/>
            <p:nvPr/>
          </p:nvSpPr>
          <p:spPr>
            <a:xfrm rot="8716295">
              <a:off x="5330586" y="30500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0" name="Google Shape;2590;p39"/>
            <p:cNvSpPr/>
            <p:nvPr/>
          </p:nvSpPr>
          <p:spPr>
            <a:xfrm rot="8716295">
              <a:off x="5205683" y="9633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1" name="Google Shape;2591;p39"/>
            <p:cNvSpPr/>
            <p:nvPr/>
          </p:nvSpPr>
          <p:spPr>
            <a:xfrm rot="8716295">
              <a:off x="5193248" y="-36152"/>
              <a:ext cx="290643" cy="340949"/>
            </a:xfrm>
            <a:custGeom>
              <a:rect b="b" l="l" r="r" t="t"/>
              <a:pathLst>
                <a:path extrusionOk="0" h="340949" w="290643">
                  <a:moveTo>
                    <a:pt x="155476" y="340949"/>
                  </a:moveTo>
                  <a:lnTo>
                    <a:pt x="1169" y="233989"/>
                  </a:lnTo>
                  <a:lnTo>
                    <a:pt x="0" y="220042"/>
                  </a:ln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cubicBezTo>
                    <a:pt x="182388" y="300057"/>
                    <a:pt x="200038" y="296527"/>
                    <a:pt x="217100" y="291232"/>
                  </a:cubicBezTo>
                  <a:cubicBezTo>
                    <a:pt x="241810" y="283584"/>
                    <a:pt x="265933" y="273582"/>
                    <a:pt x="289467" y="261815"/>
                  </a:cubicBezTo>
                  <a:cubicBezTo>
                    <a:pt x="290055" y="264168"/>
                    <a:pt x="290643" y="267110"/>
                    <a:pt x="290643" y="269463"/>
                  </a:cubicBezTo>
                  <a:lnTo>
                    <a:pt x="290643" y="275347"/>
                  </a:lnTo>
                  <a:cubicBezTo>
                    <a:pt x="259461" y="302117"/>
                    <a:pt x="223425" y="320208"/>
                    <a:pt x="189080" y="3319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2" name="Google Shape;2592;p39"/>
            <p:cNvSpPr/>
            <p:nvPr/>
          </p:nvSpPr>
          <p:spPr>
            <a:xfrm rot="8716295">
              <a:off x="5420764" y="34595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3" name="Google Shape;2593;p39"/>
            <p:cNvSpPr/>
            <p:nvPr/>
          </p:nvSpPr>
          <p:spPr>
            <a:xfrm rot="8716295">
              <a:off x="5731919" y="-3369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4" name="Google Shape;2594;p39"/>
            <p:cNvSpPr/>
            <p:nvPr/>
          </p:nvSpPr>
          <p:spPr>
            <a:xfrm rot="8716295">
              <a:off x="5826428" y="14828"/>
              <a:ext cx="238830" cy="236556"/>
            </a:xfrm>
            <a:custGeom>
              <a:rect b="b" l="l" r="r" t="t"/>
              <a:pathLst>
                <a:path extrusionOk="0" h="236556" w="238830">
                  <a:moveTo>
                    <a:pt x="56401" y="236556"/>
                  </a:moveTo>
                  <a:lnTo>
                    <a:pt x="29681" y="218034"/>
                  </a:lnTo>
                  <a:lnTo>
                    <a:pt x="29681" y="45624"/>
                  </a:lnTo>
                  <a:lnTo>
                    <a:pt x="0" y="45624"/>
                  </a:lnTo>
                  <a:lnTo>
                    <a:pt x="36558" y="1425"/>
                  </a:lnTo>
                  <a:lnTo>
                    <a:pt x="82994" y="1425"/>
                  </a:lnTo>
                  <a:lnTo>
                    <a:pt x="82994" y="75242"/>
                  </a:lnTo>
                  <a:lnTo>
                    <a:pt x="84360" y="75242"/>
                  </a:lnTo>
                  <a:cubicBezTo>
                    <a:pt x="98942" y="31954"/>
                    <a:pt x="110333" y="15095"/>
                    <a:pt x="132205" y="5981"/>
                  </a:cubicBezTo>
                  <a:cubicBezTo>
                    <a:pt x="142230" y="1880"/>
                    <a:pt x="152710" y="-398"/>
                    <a:pt x="163646" y="57"/>
                  </a:cubicBezTo>
                  <a:cubicBezTo>
                    <a:pt x="210579" y="-854"/>
                    <a:pt x="238830" y="31954"/>
                    <a:pt x="238830" y="88456"/>
                  </a:cubicBezTo>
                  <a:lnTo>
                    <a:pt x="238830" y="94380"/>
                  </a:lnTo>
                  <a:lnTo>
                    <a:pt x="176860" y="98025"/>
                  </a:lnTo>
                  <a:lnTo>
                    <a:pt x="176860" y="81621"/>
                  </a:lnTo>
                  <a:cubicBezTo>
                    <a:pt x="176860" y="57016"/>
                    <a:pt x="162735" y="40156"/>
                    <a:pt x="143141" y="40156"/>
                  </a:cubicBezTo>
                  <a:cubicBezTo>
                    <a:pt x="113979" y="40156"/>
                    <a:pt x="89829" y="78887"/>
                    <a:pt x="89829" y="127643"/>
                  </a:cubicBezTo>
                  <a:lnTo>
                    <a:pt x="89829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5" name="Google Shape;2595;p39"/>
            <p:cNvSpPr/>
            <p:nvPr/>
          </p:nvSpPr>
          <p:spPr>
            <a:xfrm rot="8716295">
              <a:off x="5619685" y="5485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6" name="Google Shape;2596;p39"/>
            <p:cNvSpPr/>
            <p:nvPr/>
          </p:nvSpPr>
          <p:spPr>
            <a:xfrm rot="8716295">
              <a:off x="5535493" y="-9286"/>
              <a:ext cx="144967" cy="55526"/>
            </a:xfrm>
            <a:custGeom>
              <a:rect b="b" l="l" r="r" t="t"/>
              <a:pathLst>
                <a:path extrusionOk="0" h="55526" w="144967">
                  <a:moveTo>
                    <a:pt x="80105" y="55526"/>
                  </a:moveTo>
                  <a:lnTo>
                    <a:pt x="0" y="0"/>
                  </a:lnTo>
                  <a:lnTo>
                    <a:pt x="144967" y="0"/>
                  </a:lnTo>
                  <a:lnTo>
                    <a:pt x="144967" y="55323"/>
                  </a:lnTo>
                  <a:lnTo>
                    <a:pt x="8017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7" name="Google Shape;2597;p39"/>
            <p:cNvSpPr/>
            <p:nvPr/>
          </p:nvSpPr>
          <p:spPr>
            <a:xfrm rot="8716295">
              <a:off x="5709863" y="9580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8" name="Google Shape;2598;p39"/>
            <p:cNvSpPr/>
            <p:nvPr/>
          </p:nvSpPr>
          <p:spPr>
            <a:xfrm rot="8716295">
              <a:off x="5474907" y="-18059"/>
              <a:ext cx="53295" cy="42130"/>
            </a:xfrm>
            <a:custGeom>
              <a:rect b="b" l="l" r="r" t="t"/>
              <a:pathLst>
                <a:path extrusionOk="0" h="42130" w="53295">
                  <a:moveTo>
                    <a:pt x="51759" y="42130"/>
                  </a:moveTo>
                  <a:lnTo>
                    <a:pt x="0" y="6252"/>
                  </a:lnTo>
                  <a:lnTo>
                    <a:pt x="14807" y="0"/>
                  </a:lnTo>
                  <a:cubicBezTo>
                    <a:pt x="25071" y="0"/>
                    <a:pt x="34731" y="4226"/>
                    <a:pt x="41975" y="11471"/>
                  </a:cubicBezTo>
                  <a:cubicBezTo>
                    <a:pt x="49522" y="18716"/>
                    <a:pt x="53295" y="28526"/>
                    <a:pt x="53295" y="3841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9" name="Google Shape;2599;p39"/>
            <p:cNvSpPr/>
            <p:nvPr/>
          </p:nvSpPr>
          <p:spPr>
            <a:xfrm rot="7484129">
              <a:off x="5814794" y="28715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0" name="Google Shape;2600;p39"/>
            <p:cNvSpPr/>
            <p:nvPr/>
          </p:nvSpPr>
          <p:spPr>
            <a:xfrm rot="-8510606">
              <a:off x="5911866" y="269714"/>
              <a:ext cx="237929" cy="294867"/>
            </a:xfrm>
            <a:custGeom>
              <a:rect b="b" l="l" r="r" t="t"/>
              <a:pathLst>
                <a:path extrusionOk="0" h="294867" w="237929">
                  <a:moveTo>
                    <a:pt x="39306" y="79955"/>
                  </a:moveTo>
                  <a:lnTo>
                    <a:pt x="0" y="20095"/>
                  </a:lnTo>
                  <a:lnTo>
                    <a:pt x="38733" y="0"/>
                  </a:lnTo>
                  <a:close/>
                  <a:moveTo>
                    <a:pt x="237929" y="258238"/>
                  </a:moveTo>
                  <a:cubicBezTo>
                    <a:pt x="223307" y="270791"/>
                    <a:pt x="207546" y="281309"/>
                    <a:pt x="191415" y="290069"/>
                  </a:cubicBezTo>
                  <a:lnTo>
                    <a:pt x="180425" y="294867"/>
                  </a:lnTo>
                  <a:lnTo>
                    <a:pt x="166448" y="273582"/>
                  </a:lnTo>
                  <a:lnTo>
                    <a:pt x="168955" y="273136"/>
                  </a:lnTo>
                  <a:cubicBezTo>
                    <a:pt x="192130" y="265963"/>
                    <a:pt x="214754" y="256582"/>
                    <a:pt x="236826" y="245547"/>
                  </a:cubicBezTo>
                  <a:cubicBezTo>
                    <a:pt x="237377" y="247754"/>
                    <a:pt x="237929" y="250513"/>
                    <a:pt x="237929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1" name="Google Shape;2601;p39"/>
            <p:cNvSpPr/>
            <p:nvPr/>
          </p:nvSpPr>
          <p:spPr>
            <a:xfrm rot="8716295">
              <a:off x="6048768" y="-12983"/>
              <a:ext cx="59727" cy="80698"/>
            </a:xfrm>
            <a:custGeom>
              <a:rect b="b" l="l" r="r" t="t"/>
              <a:pathLst>
                <a:path extrusionOk="0" h="80698" w="59727">
                  <a:moveTo>
                    <a:pt x="0" y="52945"/>
                  </a:moveTo>
                  <a:lnTo>
                    <a:pt x="43791" y="0"/>
                  </a:lnTo>
                  <a:lnTo>
                    <a:pt x="59727" y="37928"/>
                  </a:lnTo>
                  <a:cubicBezTo>
                    <a:pt x="59727" y="52991"/>
                    <a:pt x="53978" y="68168"/>
                    <a:pt x="42480" y="79666"/>
                  </a:cubicBezTo>
                  <a:lnTo>
                    <a:pt x="40038" y="8069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2" name="Google Shape;2602;p39"/>
            <p:cNvSpPr/>
            <p:nvPr/>
          </p:nvSpPr>
          <p:spPr>
            <a:xfrm rot="8716295">
              <a:off x="5807042" y="-10009"/>
              <a:ext cx="57775" cy="54433"/>
            </a:xfrm>
            <a:custGeom>
              <a:rect b="b" l="l" r="r" t="t"/>
              <a:pathLst>
                <a:path extrusionOk="0" h="54433" w="57775">
                  <a:moveTo>
                    <a:pt x="37946" y="54433"/>
                  </a:moveTo>
                  <a:lnTo>
                    <a:pt x="0" y="28130"/>
                  </a:lnTo>
                  <a:lnTo>
                    <a:pt x="8222" y="8658"/>
                  </a:lnTo>
                  <a:cubicBezTo>
                    <a:pt x="13690" y="3190"/>
                    <a:pt x="20981" y="0"/>
                    <a:pt x="28726" y="0"/>
                  </a:cubicBezTo>
                  <a:cubicBezTo>
                    <a:pt x="36473" y="0"/>
                    <a:pt x="43764" y="3190"/>
                    <a:pt x="49232" y="8658"/>
                  </a:cubicBezTo>
                  <a:cubicBezTo>
                    <a:pt x="60624" y="19594"/>
                    <a:pt x="60623" y="38276"/>
                    <a:pt x="49232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3" name="Google Shape;2603;p39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4" name="Google Shape;2604;p39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5" name="Google Shape;2605;p39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6" name="Google Shape;2606;p39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7" name="Google Shape;2607;p39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8" name="Google Shape;2608;p39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9" name="Google Shape;2609;p39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39"/>
            <p:cNvSpPr/>
            <p:nvPr/>
          </p:nvSpPr>
          <p:spPr>
            <a:xfrm rot="8716295">
              <a:off x="501240" y="279487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39"/>
            <p:cNvSpPr/>
            <p:nvPr/>
          </p:nvSpPr>
          <p:spPr>
            <a:xfrm rot="8716295">
              <a:off x="590632" y="282411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39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39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4" name="Google Shape;2614;p39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5" name="Google Shape;2615;p39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6" name="Google Shape;2616;p39"/>
            <p:cNvSpPr/>
            <p:nvPr/>
          </p:nvSpPr>
          <p:spPr>
            <a:xfrm rot="7484129">
              <a:off x="584115" y="3115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7" name="Google Shape;2617;p39"/>
            <p:cNvSpPr/>
            <p:nvPr/>
          </p:nvSpPr>
          <p:spPr>
            <a:xfrm rot="-8510606">
              <a:off x="688935" y="308225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8" name="Google Shape;2618;p39"/>
            <p:cNvSpPr/>
            <p:nvPr/>
          </p:nvSpPr>
          <p:spPr>
            <a:xfrm rot="8716295">
              <a:off x="874520" y="289057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9" name="Google Shape;2619;p39"/>
            <p:cNvSpPr/>
            <p:nvPr/>
          </p:nvSpPr>
          <p:spPr>
            <a:xfrm rot="8716295">
              <a:off x="822715" y="278698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0" name="Google Shape;2620;p39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1" name="Google Shape;2621;p39"/>
            <p:cNvSpPr/>
            <p:nvPr/>
          </p:nvSpPr>
          <p:spPr>
            <a:xfrm rot="8716295">
              <a:off x="756921" y="265796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39"/>
            <p:cNvSpPr/>
            <p:nvPr/>
          </p:nvSpPr>
          <p:spPr>
            <a:xfrm rot="8716295">
              <a:off x="435308" y="370472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3" name="Google Shape;2623;p39"/>
            <p:cNvSpPr/>
            <p:nvPr/>
          </p:nvSpPr>
          <p:spPr>
            <a:xfrm rot="8716295">
              <a:off x="524700" y="373396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4" name="Google Shape;2624;p39"/>
            <p:cNvSpPr/>
            <p:nvPr/>
          </p:nvSpPr>
          <p:spPr>
            <a:xfrm rot="8716295">
              <a:off x="479850" y="364768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5" name="Google Shape;2625;p39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6" name="Google Shape;2626;p39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7" name="Google Shape;2627;p39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8" name="Google Shape;2628;p39"/>
            <p:cNvSpPr/>
            <p:nvPr/>
          </p:nvSpPr>
          <p:spPr>
            <a:xfrm rot="8716295">
              <a:off x="413252" y="383422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9" name="Google Shape;2629;p39"/>
            <p:cNvSpPr/>
            <p:nvPr/>
          </p:nvSpPr>
          <p:spPr>
            <a:xfrm rot="8716295">
              <a:off x="724407" y="34545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0" name="Google Shape;2630;p39"/>
            <p:cNvSpPr/>
            <p:nvPr/>
          </p:nvSpPr>
          <p:spPr>
            <a:xfrm rot="8716295">
              <a:off x="813799" y="34838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39"/>
            <p:cNvSpPr/>
            <p:nvPr/>
          </p:nvSpPr>
          <p:spPr>
            <a:xfrm rot="8716295">
              <a:off x="612173" y="35431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39"/>
            <p:cNvSpPr/>
            <p:nvPr/>
          </p:nvSpPr>
          <p:spPr>
            <a:xfrm rot="8716295">
              <a:off x="487271" y="33344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39"/>
            <p:cNvSpPr/>
            <p:nvPr/>
          </p:nvSpPr>
          <p:spPr>
            <a:xfrm rot="8716295">
              <a:off x="702351" y="3584071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39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39"/>
            <p:cNvSpPr/>
            <p:nvPr/>
          </p:nvSpPr>
          <p:spPr>
            <a:xfrm rot="7484129">
              <a:off x="807282" y="3775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39"/>
            <p:cNvSpPr/>
            <p:nvPr/>
          </p:nvSpPr>
          <p:spPr>
            <a:xfrm rot="-8510606">
              <a:off x="912102" y="374195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39"/>
            <p:cNvSpPr/>
            <p:nvPr/>
          </p:nvSpPr>
          <p:spPr>
            <a:xfrm rot="8716295">
              <a:off x="1097687" y="355027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39"/>
            <p:cNvSpPr/>
            <p:nvPr/>
          </p:nvSpPr>
          <p:spPr>
            <a:xfrm rot="8716295">
              <a:off x="1045882" y="344668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39"/>
            <p:cNvSpPr/>
            <p:nvPr/>
          </p:nvSpPr>
          <p:spPr>
            <a:xfrm rot="8716295">
              <a:off x="802636" y="347690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39"/>
            <p:cNvSpPr/>
            <p:nvPr/>
          </p:nvSpPr>
          <p:spPr>
            <a:xfrm rot="8716295">
              <a:off x="980088" y="331766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1" name="Google Shape;2641;p39"/>
            <p:cNvSpPr/>
            <p:nvPr/>
          </p:nvSpPr>
          <p:spPr>
            <a:xfrm rot="8716295">
              <a:off x="653978" y="43631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2" name="Google Shape;2642;p39"/>
            <p:cNvSpPr/>
            <p:nvPr/>
          </p:nvSpPr>
          <p:spPr>
            <a:xfrm rot="8716295">
              <a:off x="743370" y="43923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3" name="Google Shape;2643;p39"/>
            <p:cNvSpPr/>
            <p:nvPr/>
          </p:nvSpPr>
          <p:spPr>
            <a:xfrm rot="8716295">
              <a:off x="698520" y="430608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4" name="Google Shape;2644;p39"/>
            <p:cNvSpPr/>
            <p:nvPr/>
          </p:nvSpPr>
          <p:spPr>
            <a:xfrm rot="8716295">
              <a:off x="541744" y="44516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5" name="Google Shape;2645;p39"/>
            <p:cNvSpPr/>
            <p:nvPr/>
          </p:nvSpPr>
          <p:spPr>
            <a:xfrm rot="8716295">
              <a:off x="416841" y="42429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39"/>
            <p:cNvSpPr/>
            <p:nvPr/>
          </p:nvSpPr>
          <p:spPr>
            <a:xfrm rot="8716295">
              <a:off x="404789" y="410421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7" name="Google Shape;2647;p39"/>
            <p:cNvSpPr/>
            <p:nvPr/>
          </p:nvSpPr>
          <p:spPr>
            <a:xfrm rot="8716295">
              <a:off x="631922" y="449261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8" name="Google Shape;2648;p39"/>
            <p:cNvSpPr/>
            <p:nvPr/>
          </p:nvSpPr>
          <p:spPr>
            <a:xfrm rot="8716295">
              <a:off x="943077" y="411297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39"/>
            <p:cNvSpPr/>
            <p:nvPr/>
          </p:nvSpPr>
          <p:spPr>
            <a:xfrm rot="8716295">
              <a:off x="1032469" y="414221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0" name="Google Shape;2650;p39"/>
            <p:cNvSpPr/>
            <p:nvPr/>
          </p:nvSpPr>
          <p:spPr>
            <a:xfrm rot="8716295">
              <a:off x="830843" y="420151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1" name="Google Shape;2651;p39"/>
            <p:cNvSpPr/>
            <p:nvPr/>
          </p:nvSpPr>
          <p:spPr>
            <a:xfrm rot="8716295">
              <a:off x="705941" y="399284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39"/>
            <p:cNvSpPr/>
            <p:nvPr/>
          </p:nvSpPr>
          <p:spPr>
            <a:xfrm rot="8716295">
              <a:off x="921021" y="424246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3" name="Google Shape;2653;p39"/>
            <p:cNvSpPr/>
            <p:nvPr/>
          </p:nvSpPr>
          <p:spPr>
            <a:xfrm rot="8716295">
              <a:off x="679570" y="409286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4" name="Google Shape;2654;p39"/>
            <p:cNvSpPr/>
            <p:nvPr/>
          </p:nvSpPr>
          <p:spPr>
            <a:xfrm rot="7484129">
              <a:off x="1025952" y="443381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5" name="Google Shape;2655;p39"/>
            <p:cNvSpPr/>
            <p:nvPr/>
          </p:nvSpPr>
          <p:spPr>
            <a:xfrm rot="-8510606">
              <a:off x="1130772" y="440035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6" name="Google Shape;2656;p39"/>
            <p:cNvSpPr/>
            <p:nvPr/>
          </p:nvSpPr>
          <p:spPr>
            <a:xfrm rot="8716295">
              <a:off x="1316357" y="420867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7" name="Google Shape;2657;p39"/>
            <p:cNvSpPr/>
            <p:nvPr/>
          </p:nvSpPr>
          <p:spPr>
            <a:xfrm rot="8716295">
              <a:off x="1264552" y="41050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8" name="Google Shape;2658;p39"/>
            <p:cNvSpPr/>
            <p:nvPr/>
          </p:nvSpPr>
          <p:spPr>
            <a:xfrm rot="8716295">
              <a:off x="1021306" y="41352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9" name="Google Shape;2659;p39"/>
            <p:cNvSpPr/>
            <p:nvPr/>
          </p:nvSpPr>
          <p:spPr>
            <a:xfrm rot="8716295">
              <a:off x="1198758" y="39760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0" name="Google Shape;2660;p39"/>
            <p:cNvSpPr/>
            <p:nvPr/>
          </p:nvSpPr>
          <p:spPr>
            <a:xfrm rot="8716295">
              <a:off x="849927" y="5056695"/>
              <a:ext cx="61059" cy="11438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1" name="Google Shape;2661;p39"/>
            <p:cNvSpPr/>
            <p:nvPr/>
          </p:nvSpPr>
          <p:spPr>
            <a:xfrm rot="8716295">
              <a:off x="1072880" y="5030752"/>
              <a:ext cx="60148" cy="1425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2" name="Google Shape;2662;p39"/>
            <p:cNvSpPr/>
            <p:nvPr/>
          </p:nvSpPr>
          <p:spPr>
            <a:xfrm rot="8716295">
              <a:off x="921687" y="496578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3" name="Google Shape;2663;p39"/>
            <p:cNvSpPr/>
            <p:nvPr/>
          </p:nvSpPr>
          <p:spPr>
            <a:xfrm rot="8716295">
              <a:off x="762271" y="5108547"/>
              <a:ext cx="53742" cy="49705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4" name="Google Shape;2664;p39"/>
            <p:cNvSpPr/>
            <p:nvPr/>
          </p:nvSpPr>
          <p:spPr>
            <a:xfrm rot="8716295">
              <a:off x="635497" y="4902607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5" name="Google Shape;2665;p39"/>
            <p:cNvSpPr/>
            <p:nvPr/>
          </p:nvSpPr>
          <p:spPr>
            <a:xfrm rot="8716295">
              <a:off x="627956" y="476391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39"/>
            <p:cNvSpPr/>
            <p:nvPr/>
          </p:nvSpPr>
          <p:spPr>
            <a:xfrm rot="8716295">
              <a:off x="1166244" y="47726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7" name="Google Shape;2667;p39"/>
            <p:cNvSpPr/>
            <p:nvPr/>
          </p:nvSpPr>
          <p:spPr>
            <a:xfrm rot="8716295">
              <a:off x="1255636" y="48019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8" name="Google Shape;2668;p39"/>
            <p:cNvSpPr/>
            <p:nvPr/>
          </p:nvSpPr>
          <p:spPr>
            <a:xfrm rot="8716295">
              <a:off x="1054010" y="48612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9" name="Google Shape;2669;p39"/>
            <p:cNvSpPr/>
            <p:nvPr/>
          </p:nvSpPr>
          <p:spPr>
            <a:xfrm rot="8716295">
              <a:off x="929108" y="46525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0" name="Google Shape;2670;p39"/>
            <p:cNvSpPr/>
            <p:nvPr/>
          </p:nvSpPr>
          <p:spPr>
            <a:xfrm rot="8716295">
              <a:off x="1144188" y="490216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1" name="Google Shape;2671;p39"/>
            <p:cNvSpPr/>
            <p:nvPr/>
          </p:nvSpPr>
          <p:spPr>
            <a:xfrm rot="8716295">
              <a:off x="902737" y="475256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2" name="Google Shape;2672;p39"/>
            <p:cNvSpPr/>
            <p:nvPr/>
          </p:nvSpPr>
          <p:spPr>
            <a:xfrm rot="7484129">
              <a:off x="1313689" y="5058219"/>
              <a:ext cx="97325" cy="159603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3" name="Google Shape;2673;p39"/>
            <p:cNvSpPr/>
            <p:nvPr/>
          </p:nvSpPr>
          <p:spPr>
            <a:xfrm rot="-8510606">
              <a:off x="1435176" y="5064332"/>
              <a:ext cx="213297" cy="83320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4" name="Google Shape;2674;p39"/>
            <p:cNvSpPr/>
            <p:nvPr/>
          </p:nvSpPr>
          <p:spPr>
            <a:xfrm rot="8716295">
              <a:off x="1539524" y="486837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39"/>
            <p:cNvSpPr/>
            <p:nvPr/>
          </p:nvSpPr>
          <p:spPr>
            <a:xfrm rot="8716295">
              <a:off x="1487719" y="47647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6" name="Google Shape;2676;p39"/>
            <p:cNvSpPr/>
            <p:nvPr/>
          </p:nvSpPr>
          <p:spPr>
            <a:xfrm rot="8716295">
              <a:off x="1244473" y="479499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7" name="Google Shape;2677;p39"/>
            <p:cNvSpPr/>
            <p:nvPr/>
          </p:nvSpPr>
          <p:spPr>
            <a:xfrm rot="8716295">
              <a:off x="1421925" y="46357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8" name="Google Shape;2678;p39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9" name="Google Shape;2679;p39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0" name="Google Shape;2680;p39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1" name="Google Shape;2681;p39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2" name="Google Shape;2682;p39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3" name="Google Shape;2683;p39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4" name="Google Shape;2684;p39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5" name="Google Shape;2685;p39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6" name="Google Shape;2686;p39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7" name="Google Shape;2687;p39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8" name="Google Shape;2688;p39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9" name="Google Shape;2689;p39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0" name="Google Shape;2690;p39"/>
            <p:cNvSpPr/>
            <p:nvPr/>
          </p:nvSpPr>
          <p:spPr>
            <a:xfrm rot="-8510606">
              <a:off x="467417" y="242128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39"/>
            <p:cNvSpPr/>
            <p:nvPr/>
          </p:nvSpPr>
          <p:spPr>
            <a:xfrm rot="8716295">
              <a:off x="653002" y="222960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39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39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39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5" name="Google Shape;2695;p39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6" name="Google Shape;2696;p39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7" name="Google Shape;2697;p39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8" name="Google Shape;2698;p39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9" name="Google Shape;2699;p39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0" name="Google Shape;2700;p39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1" name="Google Shape;2701;p39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2" name="Google Shape;2702;p39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39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4" name="Google Shape;2704;p39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5" name="Google Shape;2705;p39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6" name="Google Shape;2706;p39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7" name="Google Shape;2707;p39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8" name="Google Shape;2708;p39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9" name="Google Shape;2709;p39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0" name="Google Shape;2710;p39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1" name="Google Shape;2711;p39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39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39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39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39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39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39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39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39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39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39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2" name="Google Shape;2722;p39"/>
            <p:cNvSpPr/>
            <p:nvPr/>
          </p:nvSpPr>
          <p:spPr>
            <a:xfrm rot="8716295">
              <a:off x="592036" y="5123131"/>
              <a:ext cx="56900" cy="40151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3" name="Google Shape;2723;p39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39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5" name="Google Shape;2725;p39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6" name="Google Shape;2726;p39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7" name="Google Shape;2727;p39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39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9" name="Google Shape;2729;p39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0" name="Google Shape;2730;p39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1" name="Google Shape;2731;p39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2" name="Google Shape;2732;p39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3" name="Google Shape;2733;p39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4" name="Google Shape;2734;p39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5" name="Google Shape;2735;p39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6" name="Google Shape;2736;p39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39"/>
            <p:cNvSpPr/>
            <p:nvPr/>
          </p:nvSpPr>
          <p:spPr>
            <a:xfrm rot="-8510606">
              <a:off x="313263" y="4907079"/>
              <a:ext cx="272584" cy="221720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8" name="Google Shape;2738;p39"/>
            <p:cNvSpPr/>
            <p:nvPr/>
          </p:nvSpPr>
          <p:spPr>
            <a:xfrm rot="8716295">
              <a:off x="466598" y="47077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9" name="Google Shape;2739;p39"/>
            <p:cNvSpPr/>
            <p:nvPr/>
          </p:nvSpPr>
          <p:spPr>
            <a:xfrm rot="8716295">
              <a:off x="414793" y="46041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0" name="Google Shape;2740;p39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1" name="Google Shape;2741;p39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42" name="Google Shape;2742;p39"/>
          <p:cNvSpPr/>
          <p:nvPr/>
        </p:nvSpPr>
        <p:spPr>
          <a:xfrm>
            <a:off x="5658098" y="0"/>
            <a:ext cx="3485902" cy="5143500"/>
          </a:xfrm>
          <a:custGeom>
            <a:rect b="b" l="l" r="r" t="t"/>
            <a:pathLst>
              <a:path extrusionOk="0" h="5143500" w="3485902">
                <a:moveTo>
                  <a:pt x="437902" y="0"/>
                </a:moveTo>
                <a:lnTo>
                  <a:pt x="3485902" y="0"/>
                </a:lnTo>
                <a:lnTo>
                  <a:pt x="3485902" y="5143500"/>
                </a:lnTo>
                <a:lnTo>
                  <a:pt x="437902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3" name="Google Shape;2743;p39"/>
          <p:cNvSpPr/>
          <p:nvPr/>
        </p:nvSpPr>
        <p:spPr>
          <a:xfrm rot="10800000">
            <a:off x="5860799" y="-4"/>
            <a:ext cx="697074" cy="2733677"/>
          </a:xfrm>
          <a:prstGeom prst="triangle">
            <a:avLst>
              <a:gd fmla="val 9818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4" name="Google Shape;2744;p39"/>
          <p:cNvSpPr txBox="1"/>
          <p:nvPr>
            <p:ph idx="1" type="body"/>
          </p:nvPr>
        </p:nvSpPr>
        <p:spPr>
          <a:xfrm>
            <a:off x="669920" y="812296"/>
            <a:ext cx="36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5" name="Google Shape;2745;p39"/>
          <p:cNvSpPr txBox="1"/>
          <p:nvPr>
            <p:ph idx="2" type="body"/>
          </p:nvPr>
        </p:nvSpPr>
        <p:spPr>
          <a:xfrm>
            <a:off x="1029920" y="812296"/>
            <a:ext cx="36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6" name="Google Shape;2746;p39"/>
          <p:cNvSpPr txBox="1"/>
          <p:nvPr>
            <p:ph type="title"/>
          </p:nvPr>
        </p:nvSpPr>
        <p:spPr>
          <a:xfrm>
            <a:off x="565123" y="333575"/>
            <a:ext cx="4278481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47" name="Google Shape;2747;p39"/>
          <p:cNvSpPr txBox="1"/>
          <p:nvPr>
            <p:ph idx="3" type="body"/>
          </p:nvPr>
        </p:nvSpPr>
        <p:spPr>
          <a:xfrm>
            <a:off x="6557797" y="4265959"/>
            <a:ext cx="972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8" name="Google Shape;2748;p39"/>
          <p:cNvSpPr txBox="1"/>
          <p:nvPr>
            <p:ph idx="4" type="body"/>
          </p:nvPr>
        </p:nvSpPr>
        <p:spPr>
          <a:xfrm>
            <a:off x="7527881" y="4265959"/>
            <a:ext cx="972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49" name="Google Shape;2749;p39"/>
          <p:cNvSpPr txBox="1"/>
          <p:nvPr>
            <p:ph idx="5" type="body"/>
          </p:nvPr>
        </p:nvSpPr>
        <p:spPr>
          <a:xfrm>
            <a:off x="6544353" y="491319"/>
            <a:ext cx="2190214" cy="34557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b="0" sz="1100">
                <a:solidFill>
                  <a:schemeClr val="dk2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2750" name="Google Shape;2750;p39"/>
          <p:cNvSpPr txBox="1"/>
          <p:nvPr>
            <p:ph idx="12" type="sldNum"/>
          </p:nvPr>
        </p:nvSpPr>
        <p:spPr>
          <a:xfrm>
            <a:off x="5500800" y="2"/>
            <a:ext cx="594090" cy="26659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1800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clair + Texte">
  <p:cSld name="Contenu clair + Texte">
    <p:bg>
      <p:bgPr>
        <a:solidFill>
          <a:srgbClr val="009FE3"/>
        </a:solidFill>
      </p:bgPr>
    </p:bg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2" name="Google Shape;2752;p40"/>
          <p:cNvGrpSpPr/>
          <p:nvPr/>
        </p:nvGrpSpPr>
        <p:grpSpPr>
          <a:xfrm>
            <a:off x="5624122" y="-80990"/>
            <a:ext cx="3649694" cy="5361487"/>
            <a:chOff x="5624122" y="-80990"/>
            <a:chExt cx="3649694" cy="5361487"/>
          </a:xfrm>
        </p:grpSpPr>
        <p:sp>
          <p:nvSpPr>
            <p:cNvPr id="2753" name="Google Shape;2753;p40"/>
            <p:cNvSpPr/>
            <p:nvPr/>
          </p:nvSpPr>
          <p:spPr>
            <a:xfrm rot="8716295">
              <a:off x="5849244" y="2601866"/>
              <a:ext cx="81391" cy="44199"/>
            </a:xfrm>
            <a:custGeom>
              <a:rect b="b" l="l" r="r" t="t"/>
              <a:pathLst>
                <a:path extrusionOk="0" h="44199" w="81391">
                  <a:moveTo>
                    <a:pt x="0" y="44199"/>
                  </a:moveTo>
                  <a:lnTo>
                    <a:pt x="0" y="0"/>
                  </a:lnTo>
                  <a:lnTo>
                    <a:pt x="81391" y="0"/>
                  </a:lnTo>
                  <a:lnTo>
                    <a:pt x="44834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4" name="Google Shape;2754;p40"/>
            <p:cNvSpPr/>
            <p:nvPr/>
          </p:nvSpPr>
          <p:spPr>
            <a:xfrm rot="-8510606">
              <a:off x="5767060" y="2734286"/>
              <a:ext cx="230958" cy="317148"/>
            </a:xfrm>
            <a:custGeom>
              <a:rect b="b" l="l" r="r" t="t"/>
              <a:pathLst>
                <a:path extrusionOk="0" h="317148" w="230958">
                  <a:moveTo>
                    <a:pt x="230958" y="274842"/>
                  </a:moveTo>
                  <a:lnTo>
                    <a:pt x="226070" y="278187"/>
                  </a:lnTo>
                  <a:cubicBezTo>
                    <a:pt x="177676" y="304466"/>
                    <a:pt x="125946" y="314915"/>
                    <a:pt x="91597" y="316985"/>
                  </a:cubicBezTo>
                  <a:cubicBezTo>
                    <a:pt x="66215" y="318640"/>
                    <a:pt x="41385" y="307605"/>
                    <a:pt x="23727" y="289395"/>
                  </a:cubicBezTo>
                  <a:cubicBezTo>
                    <a:pt x="4966" y="271187"/>
                    <a:pt x="0" y="239734"/>
                    <a:pt x="0" y="194488"/>
                  </a:cubicBezTo>
                  <a:lnTo>
                    <a:pt x="0" y="26192"/>
                  </a:lnTo>
                  <a:lnTo>
                    <a:pt x="50486" y="0"/>
                  </a:lnTo>
                  <a:lnTo>
                    <a:pt x="73727" y="35393"/>
                  </a:lnTo>
                  <a:lnTo>
                    <a:pt x="74492" y="142068"/>
                  </a:lnTo>
                  <a:cubicBezTo>
                    <a:pt x="72836" y="172968"/>
                    <a:pt x="77802" y="204420"/>
                    <a:pt x="87734" y="233665"/>
                  </a:cubicBezTo>
                  <a:cubicBezTo>
                    <a:pt x="96564" y="257944"/>
                    <a:pt x="119186" y="270083"/>
                    <a:pt x="153949" y="270083"/>
                  </a:cubicBezTo>
                  <a:cubicBezTo>
                    <a:pt x="171055" y="269531"/>
                    <a:pt x="187608" y="266220"/>
                    <a:pt x="203610" y="261254"/>
                  </a:cubicBezTo>
                  <a:lnTo>
                    <a:pt x="218153" y="25534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5" name="Google Shape;2755;p40"/>
            <p:cNvSpPr/>
            <p:nvPr/>
          </p:nvSpPr>
          <p:spPr>
            <a:xfrm rot="8716295">
              <a:off x="5912695" y="253226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6" name="Google Shape;2756;p40"/>
            <p:cNvSpPr/>
            <p:nvPr/>
          </p:nvSpPr>
          <p:spPr>
            <a:xfrm rot="8716295">
              <a:off x="5857614" y="2424677"/>
              <a:ext cx="112409" cy="115397"/>
            </a:xfrm>
            <a:custGeom>
              <a:rect b="b" l="l" r="r" t="t"/>
              <a:pathLst>
                <a:path extrusionOk="0" h="115397" w="112409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2" y="0"/>
                    <a:pt x="58869" y="0"/>
                  </a:cubicBezTo>
                  <a:cubicBezTo>
                    <a:pt x="74507" y="0"/>
                    <a:pt x="89224" y="6439"/>
                    <a:pt x="100263" y="17477"/>
                  </a:cubicBezTo>
                  <a:lnTo>
                    <a:pt x="112409" y="35332"/>
                  </a:lnTo>
                  <a:lnTo>
                    <a:pt x="46186" y="115397"/>
                  </a:lnTo>
                  <a:lnTo>
                    <a:pt x="36449" y="113599"/>
                  </a:lnTo>
                  <a:cubicBezTo>
                    <a:pt x="29435" y="110840"/>
                    <a:pt x="22996" y="106701"/>
                    <a:pt x="17477" y="10118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7" name="Google Shape;2757;p40"/>
            <p:cNvSpPr/>
            <p:nvPr/>
          </p:nvSpPr>
          <p:spPr>
            <a:xfrm rot="8716295">
              <a:off x="5881807" y="2341768"/>
              <a:ext cx="26879" cy="32498"/>
            </a:xfrm>
            <a:custGeom>
              <a:rect b="b" l="l" r="r" t="t"/>
              <a:pathLst>
                <a:path extrusionOk="0" h="32498" w="26879">
                  <a:moveTo>
                    <a:pt x="0" y="32498"/>
                  </a:moveTo>
                  <a:lnTo>
                    <a:pt x="10867" y="6761"/>
                  </a:lnTo>
                  <a:lnTo>
                    <a:pt x="26879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8" name="Google Shape;2758;p40"/>
            <p:cNvSpPr/>
            <p:nvPr/>
          </p:nvSpPr>
          <p:spPr>
            <a:xfrm rot="8716295">
              <a:off x="5913671" y="466578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9" name="Google Shape;2759;p40"/>
            <p:cNvSpPr/>
            <p:nvPr/>
          </p:nvSpPr>
          <p:spPr>
            <a:xfrm rot="8716295">
              <a:off x="6003063" y="469502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0" name="Google Shape;2760;p40"/>
            <p:cNvSpPr/>
            <p:nvPr/>
          </p:nvSpPr>
          <p:spPr>
            <a:xfrm rot="8716295">
              <a:off x="5958213" y="460874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1" name="Google Shape;2761;p40"/>
            <p:cNvSpPr/>
            <p:nvPr/>
          </p:nvSpPr>
          <p:spPr>
            <a:xfrm rot="8716295">
              <a:off x="5801437" y="475432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2" name="Google Shape;2762;p40"/>
            <p:cNvSpPr/>
            <p:nvPr/>
          </p:nvSpPr>
          <p:spPr>
            <a:xfrm rot="8716295">
              <a:off x="5676534" y="454565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3" name="Google Shape;2763;p40"/>
            <p:cNvSpPr/>
            <p:nvPr/>
          </p:nvSpPr>
          <p:spPr>
            <a:xfrm rot="8716295">
              <a:off x="5768458" y="4370657"/>
              <a:ext cx="172989" cy="350829"/>
            </a:xfrm>
            <a:custGeom>
              <a:rect b="b" l="l" r="r" t="t"/>
              <a:pathLst>
                <a:path extrusionOk="0" h="350829" w="172989">
                  <a:moveTo>
                    <a:pt x="25299" y="321238"/>
                  </a:moveTo>
                  <a:cubicBezTo>
                    <a:pt x="5295" y="301822"/>
                    <a:pt x="0" y="268287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9" y="300646"/>
                  </a:cubicBezTo>
                  <a:lnTo>
                    <a:pt x="172989" y="299074"/>
                  </a:lnTo>
                  <a:lnTo>
                    <a:pt x="134278" y="345877"/>
                  </a:lnTo>
                  <a:lnTo>
                    <a:pt x="97665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4" name="Google Shape;2764;p40"/>
            <p:cNvSpPr/>
            <p:nvPr/>
          </p:nvSpPr>
          <p:spPr>
            <a:xfrm rot="8716295">
              <a:off x="5891615" y="479527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5" name="Google Shape;2765;p40"/>
            <p:cNvSpPr/>
            <p:nvPr/>
          </p:nvSpPr>
          <p:spPr>
            <a:xfrm rot="8716295">
              <a:off x="6202770" y="441563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6" name="Google Shape;2766;p40"/>
            <p:cNvSpPr/>
            <p:nvPr/>
          </p:nvSpPr>
          <p:spPr>
            <a:xfrm rot="8716295">
              <a:off x="6292162" y="444487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7" name="Google Shape;2767;p40"/>
            <p:cNvSpPr/>
            <p:nvPr/>
          </p:nvSpPr>
          <p:spPr>
            <a:xfrm rot="8716295">
              <a:off x="6090536" y="450417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8" name="Google Shape;2768;p40"/>
            <p:cNvSpPr/>
            <p:nvPr/>
          </p:nvSpPr>
          <p:spPr>
            <a:xfrm rot="8716295">
              <a:off x="5965634" y="429550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9" name="Google Shape;2769;p40"/>
            <p:cNvSpPr/>
            <p:nvPr/>
          </p:nvSpPr>
          <p:spPr>
            <a:xfrm rot="8716295">
              <a:off x="6180714" y="454512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0" name="Google Shape;2770;p40"/>
            <p:cNvSpPr/>
            <p:nvPr/>
          </p:nvSpPr>
          <p:spPr>
            <a:xfrm rot="8716295">
              <a:off x="5939263" y="439552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1" name="Google Shape;2771;p40"/>
            <p:cNvSpPr/>
            <p:nvPr/>
          </p:nvSpPr>
          <p:spPr>
            <a:xfrm rot="7484129">
              <a:off x="6285645" y="473647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2" name="Google Shape;2772;p40"/>
            <p:cNvSpPr/>
            <p:nvPr/>
          </p:nvSpPr>
          <p:spPr>
            <a:xfrm rot="-8510606">
              <a:off x="6390465" y="470301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3" name="Google Shape;2773;p40"/>
            <p:cNvSpPr/>
            <p:nvPr/>
          </p:nvSpPr>
          <p:spPr>
            <a:xfrm rot="8716295">
              <a:off x="6576050" y="451133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4" name="Google Shape;2774;p40"/>
            <p:cNvSpPr/>
            <p:nvPr/>
          </p:nvSpPr>
          <p:spPr>
            <a:xfrm rot="8716295">
              <a:off x="6524245" y="440773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5" name="Google Shape;2775;p40"/>
            <p:cNvSpPr/>
            <p:nvPr/>
          </p:nvSpPr>
          <p:spPr>
            <a:xfrm rot="8716295">
              <a:off x="6280999" y="443795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6" name="Google Shape;2776;p40"/>
            <p:cNvSpPr/>
            <p:nvPr/>
          </p:nvSpPr>
          <p:spPr>
            <a:xfrm rot="8716295">
              <a:off x="6458451" y="427871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7" name="Google Shape;2777;p40"/>
            <p:cNvSpPr/>
            <p:nvPr/>
          </p:nvSpPr>
          <p:spPr>
            <a:xfrm rot="8716295">
              <a:off x="5769872" y="3510436"/>
              <a:ext cx="90341" cy="46972"/>
            </a:xfrm>
            <a:custGeom>
              <a:rect b="b" l="l" r="r" t="t"/>
              <a:pathLst>
                <a:path extrusionOk="0" h="46972" w="90341">
                  <a:moveTo>
                    <a:pt x="0" y="44199"/>
                  </a:moveTo>
                  <a:lnTo>
                    <a:pt x="0" y="0"/>
                  </a:lnTo>
                  <a:lnTo>
                    <a:pt x="90341" y="0"/>
                  </a:lnTo>
                  <a:lnTo>
                    <a:pt x="51490" y="46972"/>
                  </a:lnTo>
                  <a:lnTo>
                    <a:pt x="51490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8" name="Google Shape;2778;p40"/>
            <p:cNvSpPr/>
            <p:nvPr/>
          </p:nvSpPr>
          <p:spPr>
            <a:xfrm rot="8716295">
              <a:off x="5792621" y="3203487"/>
              <a:ext cx="140657" cy="113060"/>
            </a:xfrm>
            <a:custGeom>
              <a:rect b="b" l="l" r="r" t="t"/>
              <a:pathLst>
                <a:path extrusionOk="0" h="113060" w="140657">
                  <a:moveTo>
                    <a:pt x="81109" y="113060"/>
                  </a:moveTo>
                  <a:lnTo>
                    <a:pt x="81108" y="69717"/>
                  </a:lnTo>
                  <a:cubicBezTo>
                    <a:pt x="81108" y="68350"/>
                    <a:pt x="81109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12891" y="0"/>
                    <a:pt x="131089" y="8971"/>
                    <a:pt x="138458" y="27874"/>
                  </a:cubicBezTo>
                  <a:lnTo>
                    <a:pt x="140657" y="4106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9" name="Google Shape;2779;p40"/>
            <p:cNvSpPr/>
            <p:nvPr/>
          </p:nvSpPr>
          <p:spPr>
            <a:xfrm rot="8716295">
              <a:off x="5847477" y="312420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40"/>
            <p:cNvSpPr/>
            <p:nvPr/>
          </p:nvSpPr>
          <p:spPr>
            <a:xfrm rot="8716295">
              <a:off x="5773507" y="3354505"/>
              <a:ext cx="103435" cy="76949"/>
            </a:xfrm>
            <a:custGeom>
              <a:rect b="b" l="l" r="r" t="t"/>
              <a:pathLst>
                <a:path extrusionOk="0" h="76949" w="103435">
                  <a:moveTo>
                    <a:pt x="43288" y="76949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423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40"/>
            <p:cNvSpPr/>
            <p:nvPr/>
          </p:nvSpPr>
          <p:spPr>
            <a:xfrm rot="7484129">
              <a:off x="5840960" y="341580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40"/>
            <p:cNvSpPr/>
            <p:nvPr/>
          </p:nvSpPr>
          <p:spPr>
            <a:xfrm rot="-8510606">
              <a:off x="5945780" y="338233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40"/>
            <p:cNvSpPr/>
            <p:nvPr/>
          </p:nvSpPr>
          <p:spPr>
            <a:xfrm rot="8716295">
              <a:off x="6131365" y="319065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4" name="Google Shape;2784;p40"/>
            <p:cNvSpPr/>
            <p:nvPr/>
          </p:nvSpPr>
          <p:spPr>
            <a:xfrm rot="8716295">
              <a:off x="6079560" y="308706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5" name="Google Shape;2785;p40"/>
            <p:cNvSpPr/>
            <p:nvPr/>
          </p:nvSpPr>
          <p:spPr>
            <a:xfrm rot="8716295">
              <a:off x="5836314" y="311728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6" name="Google Shape;2786;p40"/>
            <p:cNvSpPr/>
            <p:nvPr/>
          </p:nvSpPr>
          <p:spPr>
            <a:xfrm rot="8716295">
              <a:off x="6013766" y="295804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7" name="Google Shape;2787;p40"/>
            <p:cNvSpPr/>
            <p:nvPr/>
          </p:nvSpPr>
          <p:spPr>
            <a:xfrm rot="8716295">
              <a:off x="5720177" y="4097348"/>
              <a:ext cx="142168" cy="131086"/>
            </a:xfrm>
            <a:custGeom>
              <a:rect b="b" l="l" r="r" t="t"/>
              <a:pathLst>
                <a:path extrusionOk="0" h="131086" w="142168">
                  <a:moveTo>
                    <a:pt x="81108" y="131086"/>
                  </a:moveTo>
                  <a:lnTo>
                    <a:pt x="81108" y="69717"/>
                  </a:lnTo>
                  <a:cubicBezTo>
                    <a:pt x="81108" y="68350"/>
                    <a:pt x="81109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9"/>
                    <a:pt x="142167" y="50123"/>
                  </a:cubicBezTo>
                  <a:lnTo>
                    <a:pt x="142168" y="572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8" name="Google Shape;2788;p40"/>
            <p:cNvSpPr/>
            <p:nvPr/>
          </p:nvSpPr>
          <p:spPr>
            <a:xfrm rot="8716295">
              <a:off x="5781545" y="403405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9" name="Google Shape;2789;p40"/>
            <p:cNvSpPr/>
            <p:nvPr/>
          </p:nvSpPr>
          <p:spPr>
            <a:xfrm rot="8716295">
              <a:off x="5736695" y="394777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0" name="Google Shape;2790;p40"/>
            <p:cNvSpPr/>
            <p:nvPr/>
          </p:nvSpPr>
          <p:spPr>
            <a:xfrm rot="8716295">
              <a:off x="5702441" y="4247935"/>
              <a:ext cx="103435" cy="94974"/>
            </a:xfrm>
            <a:custGeom>
              <a:rect b="b" l="l" r="r" t="t"/>
              <a:pathLst>
                <a:path extrusionOk="0" h="94974" w="103435">
                  <a:moveTo>
                    <a:pt x="43288" y="94974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22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1" name="Google Shape;2791;p40"/>
            <p:cNvSpPr/>
            <p:nvPr/>
          </p:nvSpPr>
          <p:spPr>
            <a:xfrm rot="8716295">
              <a:off x="5981252" y="375465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40"/>
            <p:cNvSpPr/>
            <p:nvPr/>
          </p:nvSpPr>
          <p:spPr>
            <a:xfrm rot="8716295">
              <a:off x="6070644" y="378389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3" name="Google Shape;2793;p40"/>
            <p:cNvSpPr/>
            <p:nvPr/>
          </p:nvSpPr>
          <p:spPr>
            <a:xfrm rot="8716295">
              <a:off x="5869018" y="384320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4" name="Google Shape;2794;p40"/>
            <p:cNvSpPr/>
            <p:nvPr/>
          </p:nvSpPr>
          <p:spPr>
            <a:xfrm rot="8716295">
              <a:off x="5744116" y="363452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5" name="Google Shape;2795;p40"/>
            <p:cNvSpPr/>
            <p:nvPr/>
          </p:nvSpPr>
          <p:spPr>
            <a:xfrm rot="8716295">
              <a:off x="5959196" y="388415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6" name="Google Shape;2796;p40"/>
            <p:cNvSpPr/>
            <p:nvPr/>
          </p:nvSpPr>
          <p:spPr>
            <a:xfrm rot="8716295">
              <a:off x="5756235" y="3750459"/>
              <a:ext cx="38930" cy="44504"/>
            </a:xfrm>
            <a:custGeom>
              <a:rect b="b" l="l" r="r" t="t"/>
              <a:pathLst>
                <a:path extrusionOk="0" h="44504" w="38930">
                  <a:moveTo>
                    <a:pt x="2222" y="44504"/>
                  </a:moveTo>
                  <a:lnTo>
                    <a:pt x="0" y="39242"/>
                  </a:lnTo>
                  <a:lnTo>
                    <a:pt x="0" y="38638"/>
                  </a:lnTo>
                  <a:cubicBezTo>
                    <a:pt x="0" y="28375"/>
                    <a:pt x="4226" y="18716"/>
                    <a:pt x="11471" y="11471"/>
                  </a:cubicBezTo>
                  <a:cubicBezTo>
                    <a:pt x="18716" y="4226"/>
                    <a:pt x="28376" y="0"/>
                    <a:pt x="38638" y="0"/>
                  </a:cubicBezTo>
                  <a:lnTo>
                    <a:pt x="38930" y="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7" name="Google Shape;2797;p40"/>
            <p:cNvSpPr/>
            <p:nvPr/>
          </p:nvSpPr>
          <p:spPr>
            <a:xfrm rot="7484129">
              <a:off x="6064127" y="407550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8" name="Google Shape;2798;p40"/>
            <p:cNvSpPr/>
            <p:nvPr/>
          </p:nvSpPr>
          <p:spPr>
            <a:xfrm rot="-8510606">
              <a:off x="6168947" y="404203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9" name="Google Shape;2799;p40"/>
            <p:cNvSpPr/>
            <p:nvPr/>
          </p:nvSpPr>
          <p:spPr>
            <a:xfrm rot="8716295">
              <a:off x="6354532" y="385035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0" name="Google Shape;2800;p40"/>
            <p:cNvSpPr/>
            <p:nvPr/>
          </p:nvSpPr>
          <p:spPr>
            <a:xfrm rot="8716295">
              <a:off x="6302727" y="374676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40"/>
            <p:cNvSpPr/>
            <p:nvPr/>
          </p:nvSpPr>
          <p:spPr>
            <a:xfrm rot="8716295">
              <a:off x="6059481" y="377698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40"/>
            <p:cNvSpPr/>
            <p:nvPr/>
          </p:nvSpPr>
          <p:spPr>
            <a:xfrm rot="8716295">
              <a:off x="6236933" y="361774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40"/>
            <p:cNvSpPr/>
            <p:nvPr/>
          </p:nvSpPr>
          <p:spPr>
            <a:xfrm rot="8716295">
              <a:off x="5646341" y="5012072"/>
              <a:ext cx="61128" cy="44199"/>
            </a:xfrm>
            <a:custGeom>
              <a:rect b="b" l="l" r="r" t="t"/>
              <a:pathLst>
                <a:path extrusionOk="0" h="44199" w="61128">
                  <a:moveTo>
                    <a:pt x="0" y="44199"/>
                  </a:moveTo>
                  <a:lnTo>
                    <a:pt x="0" y="0"/>
                  </a:lnTo>
                  <a:lnTo>
                    <a:pt x="61128" y="0"/>
                  </a:lnTo>
                  <a:lnTo>
                    <a:pt x="24570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40"/>
            <p:cNvSpPr/>
            <p:nvPr/>
          </p:nvSpPr>
          <p:spPr>
            <a:xfrm rot="8716295">
              <a:off x="5686469" y="4948149"/>
              <a:ext cx="225182" cy="162840"/>
            </a:xfrm>
            <a:custGeom>
              <a:rect b="b" l="l" r="r" t="t"/>
              <a:pathLst>
                <a:path extrusionOk="0" h="162840" w="225182">
                  <a:moveTo>
                    <a:pt x="6986" y="162840"/>
                  </a:moveTo>
                  <a:lnTo>
                    <a:pt x="0" y="153167"/>
                  </a:lnTo>
                  <a:lnTo>
                    <a:pt x="127370" y="33321"/>
                  </a:lnTo>
                  <a:cubicBezTo>
                    <a:pt x="143493" y="14511"/>
                    <a:pt x="166602" y="2687"/>
                    <a:pt x="191862" y="0"/>
                  </a:cubicBezTo>
                  <a:lnTo>
                    <a:pt x="196795" y="1164"/>
                  </a:lnTo>
                  <a:lnTo>
                    <a:pt x="219028" y="16575"/>
                  </a:lnTo>
                  <a:lnTo>
                    <a:pt x="225182" y="39770"/>
                  </a:lnTo>
                  <a:cubicBezTo>
                    <a:pt x="223570" y="58580"/>
                    <a:pt x="211208" y="74165"/>
                    <a:pt x="194012" y="81689"/>
                  </a:cubicBezTo>
                  <a:lnTo>
                    <a:pt x="194548" y="816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40"/>
            <p:cNvSpPr/>
            <p:nvPr/>
          </p:nvSpPr>
          <p:spPr>
            <a:xfrm rot="8716295">
              <a:off x="5646189" y="4843185"/>
              <a:ext cx="103263" cy="109760"/>
            </a:xfrm>
            <a:custGeom>
              <a:rect b="b" l="l" r="r" t="t"/>
              <a:pathLst>
                <a:path extrusionOk="0" h="109760" w="103263">
                  <a:moveTo>
                    <a:pt x="17478" y="101182"/>
                  </a:moveTo>
                  <a:cubicBezTo>
                    <a:pt x="6440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2"/>
                    <a:pt x="6439" y="28515"/>
                    <a:pt x="17477" y="17477"/>
                  </a:cubicBezTo>
                  <a:cubicBezTo>
                    <a:pt x="28515" y="6439"/>
                    <a:pt x="43232" y="0"/>
                    <a:pt x="58869" y="0"/>
                  </a:cubicBezTo>
                  <a:cubicBezTo>
                    <a:pt x="74507" y="0"/>
                    <a:pt x="89224" y="6440"/>
                    <a:pt x="100262" y="17478"/>
                  </a:cubicBezTo>
                  <a:lnTo>
                    <a:pt x="103263" y="21889"/>
                  </a:lnTo>
                  <a:lnTo>
                    <a:pt x="30583" y="1097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40"/>
            <p:cNvSpPr/>
            <p:nvPr/>
          </p:nvSpPr>
          <p:spPr>
            <a:xfrm rot="8716295">
              <a:off x="5912192" y="5052711"/>
              <a:ext cx="199936" cy="162182"/>
            </a:xfrm>
            <a:custGeom>
              <a:rect b="b" l="l" r="r" t="t"/>
              <a:pathLst>
                <a:path extrusionOk="0" h="162182" w="199936">
                  <a:moveTo>
                    <a:pt x="25299" y="132591"/>
                  </a:moveTo>
                  <a:cubicBezTo>
                    <a:pt x="5295" y="113175"/>
                    <a:pt x="0" y="79640"/>
                    <a:pt x="0" y="31395"/>
                  </a:cubicBezTo>
                  <a:lnTo>
                    <a:pt x="0" y="0"/>
                  </a:lnTo>
                  <a:lnTo>
                    <a:pt x="92209" y="63916"/>
                  </a:lnTo>
                  <a:lnTo>
                    <a:pt x="93547" y="73168"/>
                  </a:lnTo>
                  <a:cubicBezTo>
                    <a:pt x="98254" y="86111"/>
                    <a:pt x="106638" y="95819"/>
                    <a:pt x="118478" y="102291"/>
                  </a:cubicBezTo>
                  <a:lnTo>
                    <a:pt x="160439" y="111210"/>
                  </a:lnTo>
                  <a:lnTo>
                    <a:pt x="199936" y="138589"/>
                  </a:lnTo>
                  <a:lnTo>
                    <a:pt x="189080" y="143328"/>
                  </a:lnTo>
                  <a:cubicBezTo>
                    <a:pt x="154735" y="155095"/>
                    <a:pt x="122082" y="160537"/>
                    <a:pt x="97665" y="162008"/>
                  </a:cubicBezTo>
                  <a:cubicBezTo>
                    <a:pt x="70602" y="163773"/>
                    <a:pt x="44126" y="152006"/>
                    <a:pt x="25299" y="13259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40"/>
            <p:cNvSpPr/>
            <p:nvPr/>
          </p:nvSpPr>
          <p:spPr>
            <a:xfrm rot="8716295">
              <a:off x="6391313" y="5109036"/>
              <a:ext cx="48754" cy="53077"/>
            </a:xfrm>
            <a:custGeom>
              <a:rect b="b" l="l" r="r" t="t"/>
              <a:pathLst>
                <a:path extrusionOk="0" h="53077" w="48754">
                  <a:moveTo>
                    <a:pt x="0" y="53077"/>
                  </a:moveTo>
                  <a:lnTo>
                    <a:pt x="0" y="0"/>
                  </a:lnTo>
                  <a:lnTo>
                    <a:pt x="48754" y="3379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40"/>
            <p:cNvSpPr/>
            <p:nvPr/>
          </p:nvSpPr>
          <p:spPr>
            <a:xfrm rot="8716295">
              <a:off x="6604006" y="5086303"/>
              <a:ext cx="59107" cy="81271"/>
            </a:xfrm>
            <a:custGeom>
              <a:rect b="b" l="l" r="r" t="t"/>
              <a:pathLst>
                <a:path extrusionOk="0" h="81271" w="59107">
                  <a:moveTo>
                    <a:pt x="0" y="81271"/>
                  </a:moveTo>
                  <a:lnTo>
                    <a:pt x="0" y="0"/>
                  </a:lnTo>
                  <a:lnTo>
                    <a:pt x="59107" y="4097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40"/>
            <p:cNvSpPr/>
            <p:nvPr/>
          </p:nvSpPr>
          <p:spPr>
            <a:xfrm rot="8716295">
              <a:off x="6183968" y="4952734"/>
              <a:ext cx="202937" cy="195874"/>
            </a:xfrm>
            <a:custGeom>
              <a:rect b="b" l="l" r="r" t="t"/>
              <a:pathLst>
                <a:path extrusionOk="0" h="195874" w="20293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23124" y="0"/>
                  </a:lnTo>
                  <a:lnTo>
                    <a:pt x="20293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40"/>
            <p:cNvSpPr/>
            <p:nvPr/>
          </p:nvSpPr>
          <p:spPr>
            <a:xfrm rot="8716295">
              <a:off x="6161279" y="505310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1" name="Google Shape;2811;p40"/>
            <p:cNvSpPr/>
            <p:nvPr/>
          </p:nvSpPr>
          <p:spPr>
            <a:xfrm rot="8716295">
              <a:off x="6931575" y="5125548"/>
              <a:ext cx="28968" cy="21142"/>
            </a:xfrm>
            <a:custGeom>
              <a:rect b="b" l="l" r="r" t="t"/>
              <a:pathLst>
                <a:path extrusionOk="0" h="21142" w="28968">
                  <a:moveTo>
                    <a:pt x="6986" y="21142"/>
                  </a:moveTo>
                  <a:lnTo>
                    <a:pt x="0" y="11469"/>
                  </a:lnTo>
                  <a:lnTo>
                    <a:pt x="12189" y="0"/>
                  </a:lnTo>
                  <a:lnTo>
                    <a:pt x="28968" y="1163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2" name="Google Shape;2812;p40"/>
            <p:cNvSpPr/>
            <p:nvPr/>
          </p:nvSpPr>
          <p:spPr>
            <a:xfrm rot="8716295">
              <a:off x="6737940" y="5060558"/>
              <a:ext cx="113691" cy="106472"/>
            </a:xfrm>
            <a:custGeom>
              <a:rect b="b" l="l" r="r" t="t"/>
              <a:pathLst>
                <a:path extrusionOk="0" h="106472" w="113691">
                  <a:moveTo>
                    <a:pt x="17478" y="89915"/>
                  </a:moveTo>
                  <a:cubicBezTo>
                    <a:pt x="6440" y="78877"/>
                    <a:pt x="0" y="64159"/>
                    <a:pt x="0" y="48523"/>
                  </a:cubicBezTo>
                  <a:lnTo>
                    <a:pt x="0" y="47602"/>
                  </a:lnTo>
                  <a:cubicBezTo>
                    <a:pt x="0" y="31965"/>
                    <a:pt x="6439" y="17248"/>
                    <a:pt x="17477" y="6210"/>
                  </a:cubicBezTo>
                  <a:lnTo>
                    <a:pt x="32186" y="0"/>
                  </a:lnTo>
                  <a:lnTo>
                    <a:pt x="113691" y="56496"/>
                  </a:lnTo>
                  <a:lnTo>
                    <a:pt x="100263" y="88995"/>
                  </a:lnTo>
                  <a:cubicBezTo>
                    <a:pt x="89224" y="100033"/>
                    <a:pt x="74507" y="106471"/>
                    <a:pt x="58869" y="106472"/>
                  </a:cubicBezTo>
                  <a:cubicBezTo>
                    <a:pt x="43233" y="106472"/>
                    <a:pt x="28515" y="100952"/>
                    <a:pt x="17478" y="8991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40"/>
            <p:cNvSpPr/>
            <p:nvPr/>
          </p:nvSpPr>
          <p:spPr>
            <a:xfrm rot="8716295">
              <a:off x="6498383" y="5093340"/>
              <a:ext cx="58211" cy="56997"/>
            </a:xfrm>
            <a:custGeom>
              <a:rect b="b" l="l" r="r" t="t"/>
              <a:pathLst>
                <a:path extrusionOk="0" h="56997" w="58211">
                  <a:moveTo>
                    <a:pt x="8658" y="48794"/>
                  </a:moveTo>
                  <a:cubicBezTo>
                    <a:pt x="3190" y="43327"/>
                    <a:pt x="0" y="36035"/>
                    <a:pt x="0" y="28290"/>
                  </a:cubicBezTo>
                  <a:lnTo>
                    <a:pt x="0" y="27833"/>
                  </a:lnTo>
                  <a:cubicBezTo>
                    <a:pt x="0" y="20088"/>
                    <a:pt x="3190" y="12797"/>
                    <a:pt x="8658" y="7329"/>
                  </a:cubicBezTo>
                  <a:lnTo>
                    <a:pt x="26015" y="0"/>
                  </a:lnTo>
                  <a:lnTo>
                    <a:pt x="55042" y="20120"/>
                  </a:lnTo>
                  <a:lnTo>
                    <a:pt x="58211" y="27663"/>
                  </a:lnTo>
                  <a:cubicBezTo>
                    <a:pt x="58212" y="35125"/>
                    <a:pt x="55364" y="42643"/>
                    <a:pt x="49668" y="48339"/>
                  </a:cubicBezTo>
                  <a:cubicBezTo>
                    <a:pt x="44200" y="53807"/>
                    <a:pt x="36909" y="56996"/>
                    <a:pt x="29163" y="56997"/>
                  </a:cubicBezTo>
                  <a:cubicBezTo>
                    <a:pt x="21416" y="56996"/>
                    <a:pt x="14126" y="54262"/>
                    <a:pt x="8658" y="4879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4" name="Google Shape;2814;p40"/>
            <p:cNvSpPr/>
            <p:nvPr/>
          </p:nvSpPr>
          <p:spPr>
            <a:xfrm rot="8716295">
              <a:off x="6680467" y="493629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5" name="Google Shape;2815;p40"/>
            <p:cNvSpPr/>
            <p:nvPr/>
          </p:nvSpPr>
          <p:spPr>
            <a:xfrm rot="8716295">
              <a:off x="6106444" y="219919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6" name="Google Shape;2816;p40"/>
            <p:cNvSpPr/>
            <p:nvPr/>
          </p:nvSpPr>
          <p:spPr>
            <a:xfrm rot="8716295">
              <a:off x="6195836" y="222843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40"/>
            <p:cNvSpPr/>
            <p:nvPr/>
          </p:nvSpPr>
          <p:spPr>
            <a:xfrm rot="8716295">
              <a:off x="6150986" y="214215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8" name="Google Shape;2818;p40"/>
            <p:cNvSpPr/>
            <p:nvPr/>
          </p:nvSpPr>
          <p:spPr>
            <a:xfrm rot="8716295">
              <a:off x="5994210" y="22877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9" name="Google Shape;2819;p40"/>
            <p:cNvSpPr/>
            <p:nvPr/>
          </p:nvSpPr>
          <p:spPr>
            <a:xfrm rot="8716295">
              <a:off x="5869307" y="20790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0" name="Google Shape;2820;p40"/>
            <p:cNvSpPr/>
            <p:nvPr/>
          </p:nvSpPr>
          <p:spPr>
            <a:xfrm rot="8716295">
              <a:off x="5980698" y="1897979"/>
              <a:ext cx="151619" cy="350829"/>
            </a:xfrm>
            <a:custGeom>
              <a:rect b="b" l="l" r="r" t="t"/>
              <a:pathLst>
                <a:path extrusionOk="0" h="350829" w="151619">
                  <a:moveTo>
                    <a:pt x="25299" y="321238"/>
                  </a:moveTo>
                  <a:cubicBezTo>
                    <a:pt x="5295" y="301823"/>
                    <a:pt x="0" y="268287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98254" y="274758"/>
                    <a:pt x="106638" y="284466"/>
                    <a:pt x="118478" y="290938"/>
                  </a:cubicBezTo>
                  <a:lnTo>
                    <a:pt x="151619" y="297983"/>
                  </a:lnTo>
                  <a:lnTo>
                    <a:pt x="109310" y="349136"/>
                  </a:lnTo>
                  <a:lnTo>
                    <a:pt x="97665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1" name="Google Shape;2821;p40"/>
            <p:cNvSpPr/>
            <p:nvPr/>
          </p:nvSpPr>
          <p:spPr>
            <a:xfrm rot="8716295">
              <a:off x="6084388" y="232868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2" name="Google Shape;2822;p40"/>
            <p:cNvSpPr/>
            <p:nvPr/>
          </p:nvSpPr>
          <p:spPr>
            <a:xfrm rot="8716295">
              <a:off x="6395543" y="19490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3" name="Google Shape;2823;p40"/>
            <p:cNvSpPr/>
            <p:nvPr/>
          </p:nvSpPr>
          <p:spPr>
            <a:xfrm rot="8716295">
              <a:off x="6484935" y="197828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4" name="Google Shape;2824;p40"/>
            <p:cNvSpPr/>
            <p:nvPr/>
          </p:nvSpPr>
          <p:spPr>
            <a:xfrm rot="8716295">
              <a:off x="6283309" y="20375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5" name="Google Shape;2825;p40"/>
            <p:cNvSpPr/>
            <p:nvPr/>
          </p:nvSpPr>
          <p:spPr>
            <a:xfrm rot="8716295">
              <a:off x="6158407" y="182891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40"/>
            <p:cNvSpPr/>
            <p:nvPr/>
          </p:nvSpPr>
          <p:spPr>
            <a:xfrm rot="8716295">
              <a:off x="6373487" y="207853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7" name="Google Shape;2827;p40"/>
            <p:cNvSpPr/>
            <p:nvPr/>
          </p:nvSpPr>
          <p:spPr>
            <a:xfrm rot="8716295">
              <a:off x="6132036" y="192893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8" name="Google Shape;2828;p40"/>
            <p:cNvSpPr/>
            <p:nvPr/>
          </p:nvSpPr>
          <p:spPr>
            <a:xfrm rot="7484129">
              <a:off x="6478418" y="226988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40"/>
            <p:cNvSpPr/>
            <p:nvPr/>
          </p:nvSpPr>
          <p:spPr>
            <a:xfrm rot="-8510606">
              <a:off x="6583238" y="223642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0" name="Google Shape;2830;p40"/>
            <p:cNvSpPr/>
            <p:nvPr/>
          </p:nvSpPr>
          <p:spPr>
            <a:xfrm rot="8716295">
              <a:off x="6768823" y="204474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1" name="Google Shape;2831;p40"/>
            <p:cNvSpPr/>
            <p:nvPr/>
          </p:nvSpPr>
          <p:spPr>
            <a:xfrm rot="8716295">
              <a:off x="6717018" y="194114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2" name="Google Shape;2832;p40"/>
            <p:cNvSpPr/>
            <p:nvPr/>
          </p:nvSpPr>
          <p:spPr>
            <a:xfrm rot="8716295">
              <a:off x="6473772" y="197136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3" name="Google Shape;2833;p40"/>
            <p:cNvSpPr/>
            <p:nvPr/>
          </p:nvSpPr>
          <p:spPr>
            <a:xfrm rot="8716295">
              <a:off x="6651224" y="18121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40"/>
            <p:cNvSpPr/>
            <p:nvPr/>
          </p:nvSpPr>
          <p:spPr>
            <a:xfrm rot="8716295">
              <a:off x="6329611" y="285889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5" name="Google Shape;2835;p40"/>
            <p:cNvSpPr/>
            <p:nvPr/>
          </p:nvSpPr>
          <p:spPr>
            <a:xfrm rot="8716295">
              <a:off x="6419003" y="288813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6" name="Google Shape;2836;p40"/>
            <p:cNvSpPr/>
            <p:nvPr/>
          </p:nvSpPr>
          <p:spPr>
            <a:xfrm rot="8716295">
              <a:off x="6374153" y="280185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7" name="Google Shape;2837;p40"/>
            <p:cNvSpPr/>
            <p:nvPr/>
          </p:nvSpPr>
          <p:spPr>
            <a:xfrm rot="8716295">
              <a:off x="6217377" y="294743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8" name="Google Shape;2838;p40"/>
            <p:cNvSpPr/>
            <p:nvPr/>
          </p:nvSpPr>
          <p:spPr>
            <a:xfrm rot="8716295">
              <a:off x="6092474" y="273876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9" name="Google Shape;2839;p40"/>
            <p:cNvSpPr/>
            <p:nvPr/>
          </p:nvSpPr>
          <p:spPr>
            <a:xfrm rot="8716295">
              <a:off x="6080422" y="259998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40"/>
            <p:cNvSpPr/>
            <p:nvPr/>
          </p:nvSpPr>
          <p:spPr>
            <a:xfrm rot="8716295">
              <a:off x="6307555" y="298838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1" name="Google Shape;2841;p40"/>
            <p:cNvSpPr/>
            <p:nvPr/>
          </p:nvSpPr>
          <p:spPr>
            <a:xfrm rot="8716295">
              <a:off x="6618710" y="260873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2" name="Google Shape;2842;p40"/>
            <p:cNvSpPr/>
            <p:nvPr/>
          </p:nvSpPr>
          <p:spPr>
            <a:xfrm rot="8716295">
              <a:off x="6708102" y="263798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3" name="Google Shape;2843;p40"/>
            <p:cNvSpPr/>
            <p:nvPr/>
          </p:nvSpPr>
          <p:spPr>
            <a:xfrm rot="8716295">
              <a:off x="6506476" y="269728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4" name="Google Shape;2844;p40"/>
            <p:cNvSpPr/>
            <p:nvPr/>
          </p:nvSpPr>
          <p:spPr>
            <a:xfrm rot="8716295">
              <a:off x="6381574" y="248861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5" name="Google Shape;2845;p40"/>
            <p:cNvSpPr/>
            <p:nvPr/>
          </p:nvSpPr>
          <p:spPr>
            <a:xfrm rot="8716295">
              <a:off x="6596654" y="273823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6" name="Google Shape;2846;p40"/>
            <p:cNvSpPr/>
            <p:nvPr/>
          </p:nvSpPr>
          <p:spPr>
            <a:xfrm rot="8716295">
              <a:off x="6355203" y="258863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7" name="Google Shape;2847;p40"/>
            <p:cNvSpPr/>
            <p:nvPr/>
          </p:nvSpPr>
          <p:spPr>
            <a:xfrm rot="7484129">
              <a:off x="6701585" y="292958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8" name="Google Shape;2848;p40"/>
            <p:cNvSpPr/>
            <p:nvPr/>
          </p:nvSpPr>
          <p:spPr>
            <a:xfrm rot="-8510606">
              <a:off x="6806405" y="289612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9" name="Google Shape;2849;p40"/>
            <p:cNvSpPr/>
            <p:nvPr/>
          </p:nvSpPr>
          <p:spPr>
            <a:xfrm rot="8716295">
              <a:off x="6991990" y="270443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0" name="Google Shape;2850;p40"/>
            <p:cNvSpPr/>
            <p:nvPr/>
          </p:nvSpPr>
          <p:spPr>
            <a:xfrm rot="8716295">
              <a:off x="6940185" y="260084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1" name="Google Shape;2851;p40"/>
            <p:cNvSpPr/>
            <p:nvPr/>
          </p:nvSpPr>
          <p:spPr>
            <a:xfrm rot="8716295">
              <a:off x="6696939" y="26310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2" name="Google Shape;2852;p40"/>
            <p:cNvSpPr/>
            <p:nvPr/>
          </p:nvSpPr>
          <p:spPr>
            <a:xfrm rot="8716295">
              <a:off x="6874391" y="24718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3" name="Google Shape;2853;p40"/>
            <p:cNvSpPr/>
            <p:nvPr/>
          </p:nvSpPr>
          <p:spPr>
            <a:xfrm rot="8716295">
              <a:off x="6992966" y="483796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4" name="Google Shape;2854;p40"/>
            <p:cNvSpPr/>
            <p:nvPr/>
          </p:nvSpPr>
          <p:spPr>
            <a:xfrm rot="8716295">
              <a:off x="7082358" y="486720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5" name="Google Shape;2855;p40"/>
            <p:cNvSpPr/>
            <p:nvPr/>
          </p:nvSpPr>
          <p:spPr>
            <a:xfrm rot="8716295">
              <a:off x="7037508" y="478092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6" name="Google Shape;2856;p40"/>
            <p:cNvSpPr/>
            <p:nvPr/>
          </p:nvSpPr>
          <p:spPr>
            <a:xfrm rot="8716295">
              <a:off x="6880732" y="49265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7" name="Google Shape;2857;p40"/>
            <p:cNvSpPr/>
            <p:nvPr/>
          </p:nvSpPr>
          <p:spPr>
            <a:xfrm rot="8716295">
              <a:off x="6755829" y="471783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8" name="Google Shape;2858;p40"/>
            <p:cNvSpPr/>
            <p:nvPr/>
          </p:nvSpPr>
          <p:spPr>
            <a:xfrm rot="8716295">
              <a:off x="6743777" y="457905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9" name="Google Shape;2859;p40"/>
            <p:cNvSpPr/>
            <p:nvPr/>
          </p:nvSpPr>
          <p:spPr>
            <a:xfrm rot="8716295">
              <a:off x="6967304" y="4968128"/>
              <a:ext cx="103435" cy="217167"/>
            </a:xfrm>
            <a:custGeom>
              <a:rect b="b" l="l" r="r" t="t"/>
              <a:pathLst>
                <a:path extrusionOk="0" h="217167" w="103435">
                  <a:moveTo>
                    <a:pt x="0" y="14397"/>
                  </a:moveTo>
                  <a:lnTo>
                    <a:pt x="0" y="271"/>
                  </a:lnTo>
                  <a:lnTo>
                    <a:pt x="12306" y="0"/>
                  </a:lnTo>
                  <a:lnTo>
                    <a:pt x="33075" y="14397"/>
                  </a:lnTo>
                  <a:close/>
                  <a:moveTo>
                    <a:pt x="103435" y="217167"/>
                  </a:moveTo>
                  <a:lnTo>
                    <a:pt x="43288" y="159297"/>
                  </a:lnTo>
                  <a:lnTo>
                    <a:pt x="43288" y="21477"/>
                  </a:lnTo>
                  <a:lnTo>
                    <a:pt x="103435" y="6316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0" name="Google Shape;2860;p40"/>
            <p:cNvSpPr/>
            <p:nvPr/>
          </p:nvSpPr>
          <p:spPr>
            <a:xfrm rot="8716295">
              <a:off x="7282065" y="458780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1" name="Google Shape;2861;p40"/>
            <p:cNvSpPr/>
            <p:nvPr/>
          </p:nvSpPr>
          <p:spPr>
            <a:xfrm rot="8716295">
              <a:off x="7371457" y="461705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2" name="Google Shape;2862;p40"/>
            <p:cNvSpPr/>
            <p:nvPr/>
          </p:nvSpPr>
          <p:spPr>
            <a:xfrm rot="8716295">
              <a:off x="7169831" y="467635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40"/>
            <p:cNvSpPr/>
            <p:nvPr/>
          </p:nvSpPr>
          <p:spPr>
            <a:xfrm rot="8716295">
              <a:off x="7044929" y="446767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40"/>
            <p:cNvSpPr/>
            <p:nvPr/>
          </p:nvSpPr>
          <p:spPr>
            <a:xfrm rot="8716295">
              <a:off x="7260009" y="471730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40"/>
            <p:cNvSpPr/>
            <p:nvPr/>
          </p:nvSpPr>
          <p:spPr>
            <a:xfrm rot="8716295">
              <a:off x="7018558" y="456770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40"/>
            <p:cNvSpPr/>
            <p:nvPr/>
          </p:nvSpPr>
          <p:spPr>
            <a:xfrm rot="7484129">
              <a:off x="7360806" y="490932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99801" y="0"/>
                  </a:lnTo>
                  <a:lnTo>
                    <a:pt x="203847" y="583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7" name="Google Shape;2867;p40"/>
            <p:cNvSpPr/>
            <p:nvPr/>
          </p:nvSpPr>
          <p:spPr>
            <a:xfrm rot="-8510606">
              <a:off x="7492553" y="4879598"/>
              <a:ext cx="272584" cy="252337"/>
            </a:xfrm>
            <a:custGeom>
              <a:rect b="b" l="l" r="r" t="t"/>
              <a:pathLst>
                <a:path extrusionOk="0" h="252337" w="272584">
                  <a:moveTo>
                    <a:pt x="272584" y="181545"/>
                  </a:moveTo>
                  <a:cubicBezTo>
                    <a:pt x="214095" y="231758"/>
                    <a:pt x="137395" y="249415"/>
                    <a:pt x="91597" y="252174"/>
                  </a:cubicBezTo>
                  <a:cubicBezTo>
                    <a:pt x="66215" y="253830"/>
                    <a:pt x="41384" y="242793"/>
                    <a:pt x="23727" y="224584"/>
                  </a:cubicBezTo>
                  <a:cubicBezTo>
                    <a:pt x="4966" y="206376"/>
                    <a:pt x="0" y="174923"/>
                    <a:pt x="0" y="129677"/>
                  </a:cubicBezTo>
                  <a:lnTo>
                    <a:pt x="0" y="58093"/>
                  </a:lnTo>
                  <a:lnTo>
                    <a:pt x="73938" y="0"/>
                  </a:lnTo>
                  <a:lnTo>
                    <a:pt x="74492" y="77257"/>
                  </a:lnTo>
                  <a:cubicBezTo>
                    <a:pt x="72836" y="108157"/>
                    <a:pt x="77802" y="139609"/>
                    <a:pt x="87734" y="168854"/>
                  </a:cubicBezTo>
                  <a:cubicBezTo>
                    <a:pt x="96563" y="193132"/>
                    <a:pt x="119186" y="205272"/>
                    <a:pt x="153949" y="205272"/>
                  </a:cubicBezTo>
                  <a:cubicBezTo>
                    <a:pt x="171055" y="204720"/>
                    <a:pt x="187608" y="201409"/>
                    <a:pt x="203610" y="196443"/>
                  </a:cubicBezTo>
                  <a:cubicBezTo>
                    <a:pt x="226785" y="189270"/>
                    <a:pt x="249409" y="179890"/>
                    <a:pt x="271481" y="168854"/>
                  </a:cubicBezTo>
                  <a:cubicBezTo>
                    <a:pt x="272032" y="171061"/>
                    <a:pt x="272584" y="173820"/>
                    <a:pt x="272584" y="17602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8" name="Google Shape;2868;p40"/>
            <p:cNvSpPr/>
            <p:nvPr/>
          </p:nvSpPr>
          <p:spPr>
            <a:xfrm rot="8716295">
              <a:off x="7655345" y="468350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9" name="Google Shape;2869;p40"/>
            <p:cNvSpPr/>
            <p:nvPr/>
          </p:nvSpPr>
          <p:spPr>
            <a:xfrm rot="8716295">
              <a:off x="7603540" y="457991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40"/>
            <p:cNvSpPr/>
            <p:nvPr/>
          </p:nvSpPr>
          <p:spPr>
            <a:xfrm rot="8716295">
              <a:off x="7360294" y="46101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1" name="Google Shape;2871;p40"/>
            <p:cNvSpPr/>
            <p:nvPr/>
          </p:nvSpPr>
          <p:spPr>
            <a:xfrm rot="8716295">
              <a:off x="7537746" y="445089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2" name="Google Shape;2872;p40"/>
            <p:cNvSpPr/>
            <p:nvPr/>
          </p:nvSpPr>
          <p:spPr>
            <a:xfrm rot="8716295">
              <a:off x="6548281" y="351728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3" name="Google Shape;2873;p40"/>
            <p:cNvSpPr/>
            <p:nvPr/>
          </p:nvSpPr>
          <p:spPr>
            <a:xfrm rot="8716295">
              <a:off x="6637673" y="354652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4" name="Google Shape;2874;p40"/>
            <p:cNvSpPr/>
            <p:nvPr/>
          </p:nvSpPr>
          <p:spPr>
            <a:xfrm rot="8716295">
              <a:off x="6592823" y="346024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40"/>
            <p:cNvSpPr/>
            <p:nvPr/>
          </p:nvSpPr>
          <p:spPr>
            <a:xfrm rot="8716295">
              <a:off x="6436047" y="36058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6" name="Google Shape;2876;p40"/>
            <p:cNvSpPr/>
            <p:nvPr/>
          </p:nvSpPr>
          <p:spPr>
            <a:xfrm rot="8716295">
              <a:off x="6311144" y="339715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7" name="Google Shape;2877;p40"/>
            <p:cNvSpPr/>
            <p:nvPr/>
          </p:nvSpPr>
          <p:spPr>
            <a:xfrm rot="8716295">
              <a:off x="6299092" y="325837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8" name="Google Shape;2878;p40"/>
            <p:cNvSpPr/>
            <p:nvPr/>
          </p:nvSpPr>
          <p:spPr>
            <a:xfrm rot="8716295">
              <a:off x="6526225" y="364678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9" name="Google Shape;2879;p40"/>
            <p:cNvSpPr/>
            <p:nvPr/>
          </p:nvSpPr>
          <p:spPr>
            <a:xfrm rot="8716295">
              <a:off x="6837380" y="326713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0" name="Google Shape;2880;p40"/>
            <p:cNvSpPr/>
            <p:nvPr/>
          </p:nvSpPr>
          <p:spPr>
            <a:xfrm rot="8716295">
              <a:off x="6926772" y="329637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1" name="Google Shape;2881;p40"/>
            <p:cNvSpPr/>
            <p:nvPr/>
          </p:nvSpPr>
          <p:spPr>
            <a:xfrm rot="8716295">
              <a:off x="6725146" y="335567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2" name="Google Shape;2882;p40"/>
            <p:cNvSpPr/>
            <p:nvPr/>
          </p:nvSpPr>
          <p:spPr>
            <a:xfrm rot="8716295">
              <a:off x="6600244" y="314700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3" name="Google Shape;2883;p40"/>
            <p:cNvSpPr/>
            <p:nvPr/>
          </p:nvSpPr>
          <p:spPr>
            <a:xfrm rot="8716295">
              <a:off x="6815324" y="3396631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40"/>
            <p:cNvSpPr/>
            <p:nvPr/>
          </p:nvSpPr>
          <p:spPr>
            <a:xfrm rot="8716295">
              <a:off x="6573873" y="324703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40"/>
            <p:cNvSpPr/>
            <p:nvPr/>
          </p:nvSpPr>
          <p:spPr>
            <a:xfrm rot="7484129">
              <a:off x="6920255" y="358798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40"/>
            <p:cNvSpPr/>
            <p:nvPr/>
          </p:nvSpPr>
          <p:spPr>
            <a:xfrm rot="-8510606">
              <a:off x="7025075" y="355451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40"/>
            <p:cNvSpPr/>
            <p:nvPr/>
          </p:nvSpPr>
          <p:spPr>
            <a:xfrm rot="8716295">
              <a:off x="7210660" y="336283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40"/>
            <p:cNvSpPr/>
            <p:nvPr/>
          </p:nvSpPr>
          <p:spPr>
            <a:xfrm rot="8716295">
              <a:off x="7158855" y="325924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40"/>
            <p:cNvSpPr/>
            <p:nvPr/>
          </p:nvSpPr>
          <p:spPr>
            <a:xfrm rot="8716295">
              <a:off x="6915609" y="328946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40"/>
            <p:cNvSpPr/>
            <p:nvPr/>
          </p:nvSpPr>
          <p:spPr>
            <a:xfrm rot="8716295">
              <a:off x="7093061" y="313022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40"/>
            <p:cNvSpPr/>
            <p:nvPr/>
          </p:nvSpPr>
          <p:spPr>
            <a:xfrm rot="8716295">
              <a:off x="6771448" y="417698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40"/>
            <p:cNvSpPr/>
            <p:nvPr/>
          </p:nvSpPr>
          <p:spPr>
            <a:xfrm rot="8716295">
              <a:off x="6860840" y="420622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40"/>
            <p:cNvSpPr/>
            <p:nvPr/>
          </p:nvSpPr>
          <p:spPr>
            <a:xfrm rot="8716295">
              <a:off x="6815990" y="411994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40"/>
            <p:cNvSpPr/>
            <p:nvPr/>
          </p:nvSpPr>
          <p:spPr>
            <a:xfrm rot="8716295">
              <a:off x="6659214" y="42655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40"/>
            <p:cNvSpPr/>
            <p:nvPr/>
          </p:nvSpPr>
          <p:spPr>
            <a:xfrm rot="8716295">
              <a:off x="6534311" y="405685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40"/>
            <p:cNvSpPr/>
            <p:nvPr/>
          </p:nvSpPr>
          <p:spPr>
            <a:xfrm rot="8716295">
              <a:off x="6522259" y="391807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7" name="Google Shape;2897;p40"/>
            <p:cNvSpPr/>
            <p:nvPr/>
          </p:nvSpPr>
          <p:spPr>
            <a:xfrm rot="8716295">
              <a:off x="6749392" y="430648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8" name="Google Shape;2898;p40"/>
            <p:cNvSpPr/>
            <p:nvPr/>
          </p:nvSpPr>
          <p:spPr>
            <a:xfrm rot="8716295">
              <a:off x="7060547" y="392683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9" name="Google Shape;2899;p40"/>
            <p:cNvSpPr/>
            <p:nvPr/>
          </p:nvSpPr>
          <p:spPr>
            <a:xfrm rot="8716295">
              <a:off x="7149939" y="395607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0" name="Google Shape;2900;p40"/>
            <p:cNvSpPr/>
            <p:nvPr/>
          </p:nvSpPr>
          <p:spPr>
            <a:xfrm rot="8716295">
              <a:off x="6948313" y="40153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1" name="Google Shape;2901;p40"/>
            <p:cNvSpPr/>
            <p:nvPr/>
          </p:nvSpPr>
          <p:spPr>
            <a:xfrm rot="8716295">
              <a:off x="6823411" y="380670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2" name="Google Shape;2902;p40"/>
            <p:cNvSpPr/>
            <p:nvPr/>
          </p:nvSpPr>
          <p:spPr>
            <a:xfrm rot="8716295">
              <a:off x="7038491" y="405633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3" name="Google Shape;2903;p40"/>
            <p:cNvSpPr/>
            <p:nvPr/>
          </p:nvSpPr>
          <p:spPr>
            <a:xfrm rot="8716295">
              <a:off x="6797040" y="390673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4" name="Google Shape;2904;p40"/>
            <p:cNvSpPr/>
            <p:nvPr/>
          </p:nvSpPr>
          <p:spPr>
            <a:xfrm rot="7484129">
              <a:off x="7143422" y="424768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5" name="Google Shape;2905;p40"/>
            <p:cNvSpPr/>
            <p:nvPr/>
          </p:nvSpPr>
          <p:spPr>
            <a:xfrm rot="-8510606">
              <a:off x="7248242" y="421421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6" name="Google Shape;2906;p40"/>
            <p:cNvSpPr/>
            <p:nvPr/>
          </p:nvSpPr>
          <p:spPr>
            <a:xfrm rot="8716295">
              <a:off x="7433827" y="402253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7" name="Google Shape;2907;p40"/>
            <p:cNvSpPr/>
            <p:nvPr/>
          </p:nvSpPr>
          <p:spPr>
            <a:xfrm rot="8716295">
              <a:off x="7382022" y="391894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8" name="Google Shape;2908;p40"/>
            <p:cNvSpPr/>
            <p:nvPr/>
          </p:nvSpPr>
          <p:spPr>
            <a:xfrm rot="8716295">
              <a:off x="7138776" y="39491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9" name="Google Shape;2909;p40"/>
            <p:cNvSpPr/>
            <p:nvPr/>
          </p:nvSpPr>
          <p:spPr>
            <a:xfrm rot="8716295">
              <a:off x="7316228" y="378992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0" name="Google Shape;2910;p40"/>
            <p:cNvSpPr/>
            <p:nvPr/>
          </p:nvSpPr>
          <p:spPr>
            <a:xfrm rot="8716295">
              <a:off x="5923122" y="1654505"/>
              <a:ext cx="139422" cy="104157"/>
            </a:xfrm>
            <a:custGeom>
              <a:rect b="b" l="l" r="r" t="t"/>
              <a:pathLst>
                <a:path extrusionOk="0" h="104157" w="139422">
                  <a:moveTo>
                    <a:pt x="0" y="50123"/>
                  </a:moveTo>
                  <a:lnTo>
                    <a:pt x="0" y="0"/>
                  </a:lnTo>
                  <a:lnTo>
                    <a:pt x="85209" y="0"/>
                  </a:lnTo>
                  <a:cubicBezTo>
                    <a:pt x="112891" y="0"/>
                    <a:pt x="131089" y="8971"/>
                    <a:pt x="138458" y="27874"/>
                  </a:cubicBezTo>
                  <a:lnTo>
                    <a:pt x="139422" y="33655"/>
                  </a:lnTo>
                  <a:lnTo>
                    <a:pt x="81108" y="104157"/>
                  </a:lnTo>
                  <a:lnTo>
                    <a:pt x="81109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1" name="Google Shape;2911;p40"/>
            <p:cNvSpPr/>
            <p:nvPr/>
          </p:nvSpPr>
          <p:spPr>
            <a:xfrm rot="8716295">
              <a:off x="5974318" y="15674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2" name="Google Shape;2912;p40"/>
            <p:cNvSpPr/>
            <p:nvPr/>
          </p:nvSpPr>
          <p:spPr>
            <a:xfrm rot="8716295">
              <a:off x="5925344" y="1481103"/>
              <a:ext cx="190923" cy="138066"/>
            </a:xfrm>
            <a:custGeom>
              <a:rect b="b" l="l" r="r" t="t"/>
              <a:pathLst>
                <a:path extrusionOk="0" h="138066" w="190923">
                  <a:moveTo>
                    <a:pt x="5923" y="138066"/>
                  </a:moveTo>
                  <a:lnTo>
                    <a:pt x="0" y="129864"/>
                  </a:lnTo>
                  <a:lnTo>
                    <a:pt x="107993" y="28251"/>
                  </a:lnTo>
                  <a:cubicBezTo>
                    <a:pt x="121663" y="12303"/>
                    <a:pt x="141256" y="2279"/>
                    <a:pt x="162672" y="0"/>
                  </a:cubicBezTo>
                  <a:cubicBezTo>
                    <a:pt x="184544" y="0"/>
                    <a:pt x="190923" y="19138"/>
                    <a:pt x="190923" y="33719"/>
                  </a:cubicBezTo>
                  <a:lnTo>
                    <a:pt x="184633" y="49986"/>
                  </a:lnTo>
                  <a:lnTo>
                    <a:pt x="176335" y="60018"/>
                  </a:lnTo>
                  <a:lnTo>
                    <a:pt x="164495" y="69261"/>
                  </a:lnTo>
                  <a:lnTo>
                    <a:pt x="164950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3" name="Google Shape;2913;p40"/>
            <p:cNvSpPr/>
            <p:nvPr/>
          </p:nvSpPr>
          <p:spPr>
            <a:xfrm rot="8716295">
              <a:off x="5906444" y="1804761"/>
              <a:ext cx="99498" cy="67958"/>
            </a:xfrm>
            <a:custGeom>
              <a:rect b="b" l="l" r="r" t="t"/>
              <a:pathLst>
                <a:path extrusionOk="0" h="67958" w="99498">
                  <a:moveTo>
                    <a:pt x="43288" y="67958"/>
                  </a:moveTo>
                  <a:lnTo>
                    <a:pt x="43288" y="16317"/>
                  </a:lnTo>
                  <a:lnTo>
                    <a:pt x="0" y="16317"/>
                  </a:lnTo>
                  <a:lnTo>
                    <a:pt x="0" y="2192"/>
                  </a:lnTo>
                  <a:lnTo>
                    <a:pt x="9949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4" name="Google Shape;2914;p40"/>
            <p:cNvSpPr/>
            <p:nvPr/>
          </p:nvSpPr>
          <p:spPr>
            <a:xfrm rot="8716295">
              <a:off x="6174025" y="128806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5" name="Google Shape;2915;p40"/>
            <p:cNvSpPr/>
            <p:nvPr/>
          </p:nvSpPr>
          <p:spPr>
            <a:xfrm rot="8716295">
              <a:off x="6263417" y="131730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6" name="Google Shape;2916;p40"/>
            <p:cNvSpPr/>
            <p:nvPr/>
          </p:nvSpPr>
          <p:spPr>
            <a:xfrm rot="8716295">
              <a:off x="6061791" y="137661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7" name="Google Shape;2917;p40"/>
            <p:cNvSpPr/>
            <p:nvPr/>
          </p:nvSpPr>
          <p:spPr>
            <a:xfrm rot="8716295">
              <a:off x="5934512" y="1174677"/>
              <a:ext cx="203847" cy="188381"/>
            </a:xfrm>
            <a:custGeom>
              <a:rect b="b" l="l" r="r" t="t"/>
              <a:pathLst>
                <a:path extrusionOk="0" h="188381" w="203847">
                  <a:moveTo>
                    <a:pt x="86683" y="188381"/>
                  </a:moveTo>
                  <a:lnTo>
                    <a:pt x="47847" y="116128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46726"/>
                  </a:lnTo>
                  <a:lnTo>
                    <a:pt x="196736" y="55323"/>
                  </a:lnTo>
                  <a:lnTo>
                    <a:pt x="139055" y="55323"/>
                  </a:lnTo>
                  <a:lnTo>
                    <a:pt x="97989" y="17471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8" name="Google Shape;2918;p40"/>
            <p:cNvSpPr/>
            <p:nvPr/>
          </p:nvSpPr>
          <p:spPr>
            <a:xfrm rot="8716295">
              <a:off x="6151969" y="141756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9" name="Google Shape;2919;p40"/>
            <p:cNvSpPr/>
            <p:nvPr/>
          </p:nvSpPr>
          <p:spPr>
            <a:xfrm rot="7484129">
              <a:off x="6256900" y="160891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0" name="Google Shape;2920;p40"/>
            <p:cNvSpPr/>
            <p:nvPr/>
          </p:nvSpPr>
          <p:spPr>
            <a:xfrm rot="-8510606">
              <a:off x="6361720" y="157544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1" name="Google Shape;2921;p40"/>
            <p:cNvSpPr/>
            <p:nvPr/>
          </p:nvSpPr>
          <p:spPr>
            <a:xfrm rot="8716295">
              <a:off x="6547305" y="138376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2" name="Google Shape;2922;p40"/>
            <p:cNvSpPr/>
            <p:nvPr/>
          </p:nvSpPr>
          <p:spPr>
            <a:xfrm rot="8716295">
              <a:off x="6495500" y="128017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3" name="Google Shape;2923;p40"/>
            <p:cNvSpPr/>
            <p:nvPr/>
          </p:nvSpPr>
          <p:spPr>
            <a:xfrm rot="8716295">
              <a:off x="6252254" y="13103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4" name="Google Shape;2924;p40"/>
            <p:cNvSpPr/>
            <p:nvPr/>
          </p:nvSpPr>
          <p:spPr>
            <a:xfrm rot="8716295">
              <a:off x="6429706" y="11511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5" name="Google Shape;2925;p40"/>
            <p:cNvSpPr/>
            <p:nvPr/>
          </p:nvSpPr>
          <p:spPr>
            <a:xfrm rot="8716295">
              <a:off x="5983723" y="1040028"/>
              <a:ext cx="68069" cy="44199"/>
            </a:xfrm>
            <a:custGeom>
              <a:rect b="b" l="l" r="r" t="t"/>
              <a:pathLst>
                <a:path extrusionOk="0" h="44199" w="68069">
                  <a:moveTo>
                    <a:pt x="0" y="44199"/>
                  </a:moveTo>
                  <a:lnTo>
                    <a:pt x="0" y="0"/>
                  </a:lnTo>
                  <a:lnTo>
                    <a:pt x="68069" y="0"/>
                  </a:lnTo>
                  <a:lnTo>
                    <a:pt x="31511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6" name="Google Shape;2926;p40"/>
            <p:cNvSpPr/>
            <p:nvPr/>
          </p:nvSpPr>
          <p:spPr>
            <a:xfrm rot="8716295">
              <a:off x="5998891" y="759603"/>
              <a:ext cx="134260" cy="86132"/>
            </a:xfrm>
            <a:custGeom>
              <a:rect b="b" l="l" r="r" t="t"/>
              <a:pathLst>
                <a:path extrusionOk="0" h="86132" w="134260">
                  <a:moveTo>
                    <a:pt x="0" y="50123"/>
                  </a:moveTo>
                  <a:lnTo>
                    <a:pt x="0" y="0"/>
                  </a:lnTo>
                  <a:lnTo>
                    <a:pt x="85209" y="0"/>
                  </a:lnTo>
                  <a:cubicBezTo>
                    <a:pt x="103664" y="0"/>
                    <a:pt x="117903" y="3987"/>
                    <a:pt x="127529" y="12246"/>
                  </a:cubicBezTo>
                  <a:lnTo>
                    <a:pt x="134260" y="21871"/>
                  </a:lnTo>
                  <a:lnTo>
                    <a:pt x="81108" y="86132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4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7" name="Google Shape;2927;p40"/>
            <p:cNvSpPr/>
            <p:nvPr/>
          </p:nvSpPr>
          <p:spPr>
            <a:xfrm rot="8716295">
              <a:off x="6040250" y="65760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8" name="Google Shape;2928;p40"/>
            <p:cNvSpPr/>
            <p:nvPr/>
          </p:nvSpPr>
          <p:spPr>
            <a:xfrm rot="8716295">
              <a:off x="5991248" y="907034"/>
              <a:ext cx="84313" cy="49600"/>
            </a:xfrm>
            <a:custGeom>
              <a:rect b="b" l="l" r="r" t="t"/>
              <a:pathLst>
                <a:path extrusionOk="0" h="49600" w="84313">
                  <a:moveTo>
                    <a:pt x="43288" y="49600"/>
                  </a:moveTo>
                  <a:lnTo>
                    <a:pt x="43288" y="15983"/>
                  </a:lnTo>
                  <a:lnTo>
                    <a:pt x="0" y="15983"/>
                  </a:lnTo>
                  <a:lnTo>
                    <a:pt x="0" y="1857"/>
                  </a:lnTo>
                  <a:lnTo>
                    <a:pt x="84313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9" name="Google Shape;2929;p40"/>
            <p:cNvSpPr/>
            <p:nvPr/>
          </p:nvSpPr>
          <p:spPr>
            <a:xfrm rot="7484129">
              <a:off x="6033733" y="94921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0" name="Google Shape;2930;p40"/>
            <p:cNvSpPr/>
            <p:nvPr/>
          </p:nvSpPr>
          <p:spPr>
            <a:xfrm rot="-8510606">
              <a:off x="6138553" y="91574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1" name="Google Shape;2931;p40"/>
            <p:cNvSpPr/>
            <p:nvPr/>
          </p:nvSpPr>
          <p:spPr>
            <a:xfrm rot="8716295">
              <a:off x="6324138" y="72406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2" name="Google Shape;2932;p40"/>
            <p:cNvSpPr/>
            <p:nvPr/>
          </p:nvSpPr>
          <p:spPr>
            <a:xfrm rot="8716295">
              <a:off x="6272333" y="62047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3" name="Google Shape;2933;p40"/>
            <p:cNvSpPr/>
            <p:nvPr/>
          </p:nvSpPr>
          <p:spPr>
            <a:xfrm rot="8716295">
              <a:off x="6027863" y="648628"/>
              <a:ext cx="55259" cy="57130"/>
            </a:xfrm>
            <a:custGeom>
              <a:rect b="b" l="l" r="r" t="t"/>
              <a:pathLst>
                <a:path extrusionOk="0" h="57130" w="55259">
                  <a:moveTo>
                    <a:pt x="8658" y="50123"/>
                  </a:moveTo>
                  <a:cubicBezTo>
                    <a:pt x="3190" y="44655"/>
                    <a:pt x="0" y="37364"/>
                    <a:pt x="0" y="29619"/>
                  </a:cubicBezTo>
                  <a:lnTo>
                    <a:pt x="0" y="29163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7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55259" y="21964"/>
                  </a:lnTo>
                  <a:lnTo>
                    <a:pt x="26173" y="5713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4" name="Google Shape;2934;p40"/>
            <p:cNvSpPr/>
            <p:nvPr/>
          </p:nvSpPr>
          <p:spPr>
            <a:xfrm rot="8716295">
              <a:off x="6206539" y="49145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5" name="Google Shape;2935;p40"/>
            <p:cNvSpPr/>
            <p:nvPr/>
          </p:nvSpPr>
          <p:spPr>
            <a:xfrm rot="8716295">
              <a:off x="5990259" y="-43220"/>
              <a:ext cx="78210" cy="235131"/>
            </a:xfrm>
            <a:custGeom>
              <a:rect b="b" l="l" r="r" t="t"/>
              <a:pathLst>
                <a:path extrusionOk="0" h="235131" w="78210">
                  <a:moveTo>
                    <a:pt x="0" y="44199"/>
                  </a:moveTo>
                  <a:lnTo>
                    <a:pt x="0" y="0"/>
                  </a:lnTo>
                  <a:lnTo>
                    <a:pt x="58367" y="0"/>
                  </a:lnTo>
                  <a:lnTo>
                    <a:pt x="21809" y="44199"/>
                  </a:lnTo>
                  <a:close/>
                  <a:moveTo>
                    <a:pt x="78210" y="235131"/>
                  </a:moveTo>
                  <a:lnTo>
                    <a:pt x="64850" y="225870"/>
                  </a:lnTo>
                  <a:lnTo>
                    <a:pt x="78210" y="23513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6" name="Google Shape;2936;p40"/>
            <p:cNvSpPr/>
            <p:nvPr/>
          </p:nvSpPr>
          <p:spPr>
            <a:xfrm rot="-8510606">
              <a:off x="5976283" y="269816"/>
              <a:ext cx="215080" cy="308935"/>
            </a:xfrm>
            <a:custGeom>
              <a:rect b="b" l="l" r="r" t="t"/>
              <a:pathLst>
                <a:path extrusionOk="0" h="308935" w="215080">
                  <a:moveTo>
                    <a:pt x="215080" y="274772"/>
                  </a:moveTo>
                  <a:lnTo>
                    <a:pt x="177331" y="291252"/>
                  </a:lnTo>
                  <a:cubicBezTo>
                    <a:pt x="145121" y="302288"/>
                    <a:pt x="114496" y="307392"/>
                    <a:pt x="91597" y="308772"/>
                  </a:cubicBezTo>
                  <a:cubicBezTo>
                    <a:pt x="66215" y="310427"/>
                    <a:pt x="41384" y="299392"/>
                    <a:pt x="23726" y="281182"/>
                  </a:cubicBezTo>
                  <a:cubicBezTo>
                    <a:pt x="4966" y="262973"/>
                    <a:pt x="0" y="231521"/>
                    <a:pt x="0" y="186274"/>
                  </a:cubicBezTo>
                  <a:lnTo>
                    <a:pt x="0" y="17979"/>
                  </a:lnTo>
                  <a:lnTo>
                    <a:pt x="34655" y="0"/>
                  </a:lnTo>
                  <a:lnTo>
                    <a:pt x="73961" y="59860"/>
                  </a:lnTo>
                  <a:lnTo>
                    <a:pt x="74492" y="133855"/>
                  </a:lnTo>
                  <a:cubicBezTo>
                    <a:pt x="72836" y="164755"/>
                    <a:pt x="77802" y="196207"/>
                    <a:pt x="87734" y="225452"/>
                  </a:cubicBezTo>
                  <a:cubicBezTo>
                    <a:pt x="96564" y="249730"/>
                    <a:pt x="119186" y="261870"/>
                    <a:pt x="153949" y="261870"/>
                  </a:cubicBezTo>
                  <a:lnTo>
                    <a:pt x="201103" y="25348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7" name="Google Shape;2937;p40"/>
            <p:cNvSpPr/>
            <p:nvPr/>
          </p:nvSpPr>
          <p:spPr>
            <a:xfrm rot="8716295">
              <a:off x="6105199" y="6200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8" name="Google Shape;2938;p40"/>
            <p:cNvSpPr/>
            <p:nvPr/>
          </p:nvSpPr>
          <p:spPr>
            <a:xfrm rot="8716295">
              <a:off x="6072242" y="-8046"/>
              <a:ext cx="93729" cy="73541"/>
            </a:xfrm>
            <a:custGeom>
              <a:rect b="b" l="l" r="r" t="t"/>
              <a:pathLst>
                <a:path extrusionOk="0" h="73541" w="93729">
                  <a:moveTo>
                    <a:pt x="0" y="39235"/>
                  </a:moveTo>
                  <a:lnTo>
                    <a:pt x="9187" y="17477"/>
                  </a:lnTo>
                  <a:cubicBezTo>
                    <a:pt x="20225" y="6439"/>
                    <a:pt x="34943" y="0"/>
                    <a:pt x="50579" y="0"/>
                  </a:cubicBezTo>
                  <a:cubicBezTo>
                    <a:pt x="66217" y="0"/>
                    <a:pt x="80934" y="6439"/>
                    <a:pt x="91973" y="17477"/>
                  </a:cubicBezTo>
                  <a:lnTo>
                    <a:pt x="93729" y="20058"/>
                  </a:lnTo>
                  <a:lnTo>
                    <a:pt x="49492" y="7354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9" name="Google Shape;2939;p40"/>
            <p:cNvSpPr/>
            <p:nvPr/>
          </p:nvSpPr>
          <p:spPr>
            <a:xfrm rot="8716295">
              <a:off x="7172347" y="237144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0" name="Google Shape;2940;p40"/>
            <p:cNvSpPr/>
            <p:nvPr/>
          </p:nvSpPr>
          <p:spPr>
            <a:xfrm rot="8716295">
              <a:off x="7261739" y="240068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1" name="Google Shape;2941;p40"/>
            <p:cNvSpPr/>
            <p:nvPr/>
          </p:nvSpPr>
          <p:spPr>
            <a:xfrm rot="8716295">
              <a:off x="7216889" y="231440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2" name="Google Shape;2942;p40"/>
            <p:cNvSpPr/>
            <p:nvPr/>
          </p:nvSpPr>
          <p:spPr>
            <a:xfrm rot="8716295">
              <a:off x="7060113" y="24599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3" name="Google Shape;2943;p40"/>
            <p:cNvSpPr/>
            <p:nvPr/>
          </p:nvSpPr>
          <p:spPr>
            <a:xfrm rot="8716295">
              <a:off x="6935210" y="225131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4" name="Google Shape;2944;p40"/>
            <p:cNvSpPr/>
            <p:nvPr/>
          </p:nvSpPr>
          <p:spPr>
            <a:xfrm rot="8716295">
              <a:off x="6923158" y="211253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5" name="Google Shape;2945;p40"/>
            <p:cNvSpPr/>
            <p:nvPr/>
          </p:nvSpPr>
          <p:spPr>
            <a:xfrm rot="8716295">
              <a:off x="7150291" y="250094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6" name="Google Shape;2946;p40"/>
            <p:cNvSpPr/>
            <p:nvPr/>
          </p:nvSpPr>
          <p:spPr>
            <a:xfrm rot="8716295">
              <a:off x="7461446" y="212129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7" name="Google Shape;2947;p40"/>
            <p:cNvSpPr/>
            <p:nvPr/>
          </p:nvSpPr>
          <p:spPr>
            <a:xfrm rot="8716295">
              <a:off x="7550838" y="215053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8" name="Google Shape;2948;p40"/>
            <p:cNvSpPr/>
            <p:nvPr/>
          </p:nvSpPr>
          <p:spPr>
            <a:xfrm rot="8716295">
              <a:off x="7349212" y="220983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9" name="Google Shape;2949;p40"/>
            <p:cNvSpPr/>
            <p:nvPr/>
          </p:nvSpPr>
          <p:spPr>
            <a:xfrm rot="8716295">
              <a:off x="7224310" y="200116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0" name="Google Shape;2950;p40"/>
            <p:cNvSpPr/>
            <p:nvPr/>
          </p:nvSpPr>
          <p:spPr>
            <a:xfrm rot="8716295">
              <a:off x="7439390" y="225079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1" name="Google Shape;2951;p40"/>
            <p:cNvSpPr/>
            <p:nvPr/>
          </p:nvSpPr>
          <p:spPr>
            <a:xfrm rot="8716295">
              <a:off x="7197939" y="210119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2" name="Google Shape;2952;p40"/>
            <p:cNvSpPr/>
            <p:nvPr/>
          </p:nvSpPr>
          <p:spPr>
            <a:xfrm rot="7484129">
              <a:off x="7544321" y="24421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3" name="Google Shape;2953;p40"/>
            <p:cNvSpPr/>
            <p:nvPr/>
          </p:nvSpPr>
          <p:spPr>
            <a:xfrm rot="-8510606">
              <a:off x="7649141" y="240867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4" name="Google Shape;2954;p40"/>
            <p:cNvSpPr/>
            <p:nvPr/>
          </p:nvSpPr>
          <p:spPr>
            <a:xfrm rot="8716295">
              <a:off x="7834726" y="221699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5" name="Google Shape;2955;p40"/>
            <p:cNvSpPr/>
            <p:nvPr/>
          </p:nvSpPr>
          <p:spPr>
            <a:xfrm rot="8716295">
              <a:off x="7782921" y="211340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6" name="Google Shape;2956;p40"/>
            <p:cNvSpPr/>
            <p:nvPr/>
          </p:nvSpPr>
          <p:spPr>
            <a:xfrm rot="8716295">
              <a:off x="7539675" y="214362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7" name="Google Shape;2957;p40"/>
            <p:cNvSpPr/>
            <p:nvPr/>
          </p:nvSpPr>
          <p:spPr>
            <a:xfrm rot="8716295">
              <a:off x="7717127" y="198438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8" name="Google Shape;2958;p40"/>
            <p:cNvSpPr/>
            <p:nvPr/>
          </p:nvSpPr>
          <p:spPr>
            <a:xfrm rot="8716295">
              <a:off x="7395514" y="303114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9" name="Google Shape;2959;p40"/>
            <p:cNvSpPr/>
            <p:nvPr/>
          </p:nvSpPr>
          <p:spPr>
            <a:xfrm rot="8716295">
              <a:off x="7484906" y="306038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0" name="Google Shape;2960;p40"/>
            <p:cNvSpPr/>
            <p:nvPr/>
          </p:nvSpPr>
          <p:spPr>
            <a:xfrm rot="8716295">
              <a:off x="7440056" y="297410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1" name="Google Shape;2961;p40"/>
            <p:cNvSpPr/>
            <p:nvPr/>
          </p:nvSpPr>
          <p:spPr>
            <a:xfrm rot="8716295">
              <a:off x="7283280" y="311968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2" name="Google Shape;2962;p40"/>
            <p:cNvSpPr/>
            <p:nvPr/>
          </p:nvSpPr>
          <p:spPr>
            <a:xfrm rot="8716295">
              <a:off x="7158377" y="291101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3" name="Google Shape;2963;p40"/>
            <p:cNvSpPr/>
            <p:nvPr/>
          </p:nvSpPr>
          <p:spPr>
            <a:xfrm rot="8716295">
              <a:off x="7146325" y="277223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4" name="Google Shape;2964;p40"/>
            <p:cNvSpPr/>
            <p:nvPr/>
          </p:nvSpPr>
          <p:spPr>
            <a:xfrm rot="8716295">
              <a:off x="7373458" y="316064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5" name="Google Shape;2965;p40"/>
            <p:cNvSpPr/>
            <p:nvPr/>
          </p:nvSpPr>
          <p:spPr>
            <a:xfrm rot="8716295">
              <a:off x="7684613" y="278099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6" name="Google Shape;2966;p40"/>
            <p:cNvSpPr/>
            <p:nvPr/>
          </p:nvSpPr>
          <p:spPr>
            <a:xfrm rot="8716295">
              <a:off x="7774005" y="281023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7" name="Google Shape;2967;p40"/>
            <p:cNvSpPr/>
            <p:nvPr/>
          </p:nvSpPr>
          <p:spPr>
            <a:xfrm rot="8716295">
              <a:off x="7572379" y="286953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8" name="Google Shape;2968;p40"/>
            <p:cNvSpPr/>
            <p:nvPr/>
          </p:nvSpPr>
          <p:spPr>
            <a:xfrm rot="8716295">
              <a:off x="7447477" y="26608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9" name="Google Shape;2969;p40"/>
            <p:cNvSpPr/>
            <p:nvPr/>
          </p:nvSpPr>
          <p:spPr>
            <a:xfrm rot="8716295">
              <a:off x="7662557" y="291048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0" name="Google Shape;2970;p40"/>
            <p:cNvSpPr/>
            <p:nvPr/>
          </p:nvSpPr>
          <p:spPr>
            <a:xfrm rot="8716295">
              <a:off x="7421106" y="276088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1" name="Google Shape;2971;p40"/>
            <p:cNvSpPr/>
            <p:nvPr/>
          </p:nvSpPr>
          <p:spPr>
            <a:xfrm rot="7484129">
              <a:off x="7767488" y="310184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2" name="Google Shape;2972;p40"/>
            <p:cNvSpPr/>
            <p:nvPr/>
          </p:nvSpPr>
          <p:spPr>
            <a:xfrm rot="-8510606">
              <a:off x="7872308" y="306837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3" name="Google Shape;2973;p40"/>
            <p:cNvSpPr/>
            <p:nvPr/>
          </p:nvSpPr>
          <p:spPr>
            <a:xfrm rot="8716295">
              <a:off x="8057893" y="287669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4" name="Google Shape;2974;p40"/>
            <p:cNvSpPr/>
            <p:nvPr/>
          </p:nvSpPr>
          <p:spPr>
            <a:xfrm rot="8716295">
              <a:off x="8006088" y="277310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5" name="Google Shape;2975;p40"/>
            <p:cNvSpPr/>
            <p:nvPr/>
          </p:nvSpPr>
          <p:spPr>
            <a:xfrm rot="8716295">
              <a:off x="7762842" y="280332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6" name="Google Shape;2976;p40"/>
            <p:cNvSpPr/>
            <p:nvPr/>
          </p:nvSpPr>
          <p:spPr>
            <a:xfrm rot="8716295">
              <a:off x="7940294" y="264407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7" name="Google Shape;2977;p40"/>
            <p:cNvSpPr/>
            <p:nvPr/>
          </p:nvSpPr>
          <p:spPr>
            <a:xfrm rot="8716295">
              <a:off x="8044812" y="5014610"/>
              <a:ext cx="142167" cy="185946"/>
            </a:xfrm>
            <a:custGeom>
              <a:rect b="b" l="l" r="r" t="t"/>
              <a:pathLst>
                <a:path extrusionOk="0" h="185946" w="142167">
                  <a:moveTo>
                    <a:pt x="0" y="3681"/>
                  </a:moveTo>
                  <a:lnTo>
                    <a:pt x="0" y="0"/>
                  </a:lnTo>
                  <a:lnTo>
                    <a:pt x="5311" y="3681"/>
                  </a:lnTo>
                  <a:close/>
                  <a:moveTo>
                    <a:pt x="81108" y="185946"/>
                  </a:moveTo>
                  <a:lnTo>
                    <a:pt x="81108" y="56221"/>
                  </a:lnTo>
                  <a:lnTo>
                    <a:pt x="142167" y="98545"/>
                  </a:lnTo>
                  <a:lnTo>
                    <a:pt x="142167" y="161796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8" name="Google Shape;2978;p40"/>
            <p:cNvSpPr/>
            <p:nvPr/>
          </p:nvSpPr>
          <p:spPr>
            <a:xfrm rot="8716295">
              <a:off x="8258973" y="5016779"/>
              <a:ext cx="60148" cy="157919"/>
            </a:xfrm>
            <a:custGeom>
              <a:rect b="b" l="l" r="r" t="t"/>
              <a:pathLst>
                <a:path extrusionOk="0" h="157919" w="60148">
                  <a:moveTo>
                    <a:pt x="0" y="157919"/>
                  </a:moveTo>
                  <a:lnTo>
                    <a:pt x="0" y="0"/>
                  </a:lnTo>
                  <a:lnTo>
                    <a:pt x="60148" y="41692"/>
                  </a:lnTo>
                  <a:lnTo>
                    <a:pt x="60148" y="11690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9" name="Google Shape;2979;p40"/>
            <p:cNvSpPr/>
            <p:nvPr/>
          </p:nvSpPr>
          <p:spPr>
            <a:xfrm rot="8716295">
              <a:off x="8103411" y="495317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0" name="Google Shape;2980;p40"/>
            <p:cNvSpPr/>
            <p:nvPr/>
          </p:nvSpPr>
          <p:spPr>
            <a:xfrm rot="8716295">
              <a:off x="7941579" y="5096694"/>
              <a:ext cx="58211" cy="55513"/>
            </a:xfrm>
            <a:custGeom>
              <a:rect b="b" l="l" r="r" t="t"/>
              <a:pathLst>
                <a:path extrusionOk="0" h="55513" w="58211">
                  <a:moveTo>
                    <a:pt x="8658" y="47310"/>
                  </a:moveTo>
                  <a:cubicBezTo>
                    <a:pt x="3190" y="41843"/>
                    <a:pt x="0" y="34551"/>
                    <a:pt x="0" y="26806"/>
                  </a:cubicBezTo>
                  <a:lnTo>
                    <a:pt x="0" y="26349"/>
                  </a:lnTo>
                  <a:cubicBezTo>
                    <a:pt x="0" y="18604"/>
                    <a:pt x="3190" y="11313"/>
                    <a:pt x="8658" y="5845"/>
                  </a:cubicBezTo>
                  <a:lnTo>
                    <a:pt x="22501" y="0"/>
                  </a:lnTo>
                  <a:lnTo>
                    <a:pt x="57366" y="24167"/>
                  </a:lnTo>
                  <a:lnTo>
                    <a:pt x="58211" y="26179"/>
                  </a:lnTo>
                  <a:cubicBezTo>
                    <a:pt x="58212" y="33641"/>
                    <a:pt x="55364" y="41159"/>
                    <a:pt x="49668" y="46855"/>
                  </a:cubicBezTo>
                  <a:cubicBezTo>
                    <a:pt x="44200" y="52323"/>
                    <a:pt x="36909" y="55512"/>
                    <a:pt x="29163" y="55513"/>
                  </a:cubicBezTo>
                  <a:cubicBezTo>
                    <a:pt x="21416" y="55512"/>
                    <a:pt x="14126" y="52778"/>
                    <a:pt x="8658" y="473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1" name="Google Shape;2981;p40"/>
            <p:cNvSpPr/>
            <p:nvPr/>
          </p:nvSpPr>
          <p:spPr>
            <a:xfrm rot="8716295">
              <a:off x="7821732" y="489008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2" name="Google Shape;2982;p40"/>
            <p:cNvSpPr/>
            <p:nvPr/>
          </p:nvSpPr>
          <p:spPr>
            <a:xfrm rot="8716295">
              <a:off x="7809680" y="475130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3" name="Google Shape;2983;p40"/>
            <p:cNvSpPr/>
            <p:nvPr/>
          </p:nvSpPr>
          <p:spPr>
            <a:xfrm rot="8716295">
              <a:off x="8347968" y="476006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4" name="Google Shape;2984;p40"/>
            <p:cNvSpPr/>
            <p:nvPr/>
          </p:nvSpPr>
          <p:spPr>
            <a:xfrm rot="8716295">
              <a:off x="8437360" y="478930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5" name="Google Shape;2985;p40"/>
            <p:cNvSpPr/>
            <p:nvPr/>
          </p:nvSpPr>
          <p:spPr>
            <a:xfrm rot="8716295">
              <a:off x="8235734" y="484860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6" name="Google Shape;2986;p40"/>
            <p:cNvSpPr/>
            <p:nvPr/>
          </p:nvSpPr>
          <p:spPr>
            <a:xfrm rot="8716295">
              <a:off x="8110832" y="463993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7" name="Google Shape;2987;p40"/>
            <p:cNvSpPr/>
            <p:nvPr/>
          </p:nvSpPr>
          <p:spPr>
            <a:xfrm rot="8716295">
              <a:off x="8325912" y="488955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8" name="Google Shape;2988;p40"/>
            <p:cNvSpPr/>
            <p:nvPr/>
          </p:nvSpPr>
          <p:spPr>
            <a:xfrm rot="8716295">
              <a:off x="8084461" y="473995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9" name="Google Shape;2989;p40"/>
            <p:cNvSpPr/>
            <p:nvPr/>
          </p:nvSpPr>
          <p:spPr>
            <a:xfrm rot="7484129">
              <a:off x="8500513" y="5042942"/>
              <a:ext cx="102412" cy="181729"/>
            </a:xfrm>
            <a:custGeom>
              <a:rect b="b" l="l" r="r" t="t"/>
              <a:pathLst>
                <a:path extrusionOk="0" h="181729" w="102412">
                  <a:moveTo>
                    <a:pt x="0" y="41179"/>
                  </a:moveTo>
                  <a:lnTo>
                    <a:pt x="0" y="0"/>
                  </a:lnTo>
                  <a:lnTo>
                    <a:pt x="28551" y="41179"/>
                  </a:lnTo>
                  <a:close/>
                  <a:moveTo>
                    <a:pt x="90709" y="181729"/>
                  </a:moveTo>
                  <a:lnTo>
                    <a:pt x="47847" y="101985"/>
                  </a:lnTo>
                  <a:lnTo>
                    <a:pt x="55670" y="80292"/>
                  </a:lnTo>
                  <a:lnTo>
                    <a:pt x="102412" y="14770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0" name="Google Shape;2990;p40"/>
            <p:cNvSpPr/>
            <p:nvPr/>
          </p:nvSpPr>
          <p:spPr>
            <a:xfrm rot="-8510606">
              <a:off x="8615617" y="5055433"/>
              <a:ext cx="225779" cy="83483"/>
            </a:xfrm>
            <a:custGeom>
              <a:rect b="b" l="l" r="r" t="t"/>
              <a:pathLst>
                <a:path extrusionOk="0" h="83483" w="225779">
                  <a:moveTo>
                    <a:pt x="225779" y="12691"/>
                  </a:moveTo>
                  <a:cubicBezTo>
                    <a:pt x="167290" y="62904"/>
                    <a:pt x="90590" y="80561"/>
                    <a:pt x="44792" y="83320"/>
                  </a:cubicBezTo>
                  <a:cubicBezTo>
                    <a:pt x="32101" y="84147"/>
                    <a:pt x="19548" y="81802"/>
                    <a:pt x="7960" y="76974"/>
                  </a:cubicBezTo>
                  <a:lnTo>
                    <a:pt x="0" y="71526"/>
                  </a:lnTo>
                  <a:lnTo>
                    <a:pt x="70403" y="16211"/>
                  </a:lnTo>
                  <a:lnTo>
                    <a:pt x="107144" y="36418"/>
                  </a:lnTo>
                  <a:cubicBezTo>
                    <a:pt x="124250" y="35866"/>
                    <a:pt x="140803" y="32555"/>
                    <a:pt x="156805" y="27589"/>
                  </a:cubicBezTo>
                  <a:cubicBezTo>
                    <a:pt x="179981" y="20416"/>
                    <a:pt x="202604" y="11036"/>
                    <a:pt x="224676" y="0"/>
                  </a:cubicBezTo>
                  <a:cubicBezTo>
                    <a:pt x="225227" y="2207"/>
                    <a:pt x="225779" y="4965"/>
                    <a:pt x="225779" y="717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1" name="Google Shape;2991;p40"/>
            <p:cNvSpPr/>
            <p:nvPr/>
          </p:nvSpPr>
          <p:spPr>
            <a:xfrm rot="8716295">
              <a:off x="8721248" y="485576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2" name="Google Shape;2992;p40"/>
            <p:cNvSpPr/>
            <p:nvPr/>
          </p:nvSpPr>
          <p:spPr>
            <a:xfrm rot="8716295">
              <a:off x="8669443" y="475216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3" name="Google Shape;2993;p40"/>
            <p:cNvSpPr/>
            <p:nvPr/>
          </p:nvSpPr>
          <p:spPr>
            <a:xfrm rot="8716295">
              <a:off x="8426197" y="47823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4" name="Google Shape;2994;p40"/>
            <p:cNvSpPr/>
            <p:nvPr/>
          </p:nvSpPr>
          <p:spPr>
            <a:xfrm rot="8716295">
              <a:off x="8603649" y="462314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5" name="Google Shape;2995;p40"/>
            <p:cNvSpPr/>
            <p:nvPr/>
          </p:nvSpPr>
          <p:spPr>
            <a:xfrm rot="8716295">
              <a:off x="7614184" y="368954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6" name="Google Shape;2996;p40"/>
            <p:cNvSpPr/>
            <p:nvPr/>
          </p:nvSpPr>
          <p:spPr>
            <a:xfrm rot="8716295">
              <a:off x="7703576" y="371878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7" name="Google Shape;2997;p40"/>
            <p:cNvSpPr/>
            <p:nvPr/>
          </p:nvSpPr>
          <p:spPr>
            <a:xfrm rot="8716295">
              <a:off x="7658726" y="363250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8" name="Google Shape;2998;p40"/>
            <p:cNvSpPr/>
            <p:nvPr/>
          </p:nvSpPr>
          <p:spPr>
            <a:xfrm rot="8716295">
              <a:off x="7501950" y="377808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9" name="Google Shape;2999;p40"/>
            <p:cNvSpPr/>
            <p:nvPr/>
          </p:nvSpPr>
          <p:spPr>
            <a:xfrm rot="8716295">
              <a:off x="7377047" y="356941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0" name="Google Shape;3000;p40"/>
            <p:cNvSpPr/>
            <p:nvPr/>
          </p:nvSpPr>
          <p:spPr>
            <a:xfrm rot="8716295">
              <a:off x="7364995" y="343063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1" name="Google Shape;3001;p40"/>
            <p:cNvSpPr/>
            <p:nvPr/>
          </p:nvSpPr>
          <p:spPr>
            <a:xfrm rot="8716295">
              <a:off x="7592128" y="381903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2" name="Google Shape;3002;p40"/>
            <p:cNvSpPr/>
            <p:nvPr/>
          </p:nvSpPr>
          <p:spPr>
            <a:xfrm rot="8716295">
              <a:off x="7903283" y="343938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3" name="Google Shape;3003;p40"/>
            <p:cNvSpPr/>
            <p:nvPr/>
          </p:nvSpPr>
          <p:spPr>
            <a:xfrm rot="8716295">
              <a:off x="7992675" y="346863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4" name="Google Shape;3004;p40"/>
            <p:cNvSpPr/>
            <p:nvPr/>
          </p:nvSpPr>
          <p:spPr>
            <a:xfrm rot="8716295">
              <a:off x="7791049" y="352793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5" name="Google Shape;3005;p40"/>
            <p:cNvSpPr/>
            <p:nvPr/>
          </p:nvSpPr>
          <p:spPr>
            <a:xfrm rot="8716295">
              <a:off x="7666147" y="331926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40"/>
            <p:cNvSpPr/>
            <p:nvPr/>
          </p:nvSpPr>
          <p:spPr>
            <a:xfrm rot="8716295">
              <a:off x="7881227" y="356888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40"/>
            <p:cNvSpPr/>
            <p:nvPr/>
          </p:nvSpPr>
          <p:spPr>
            <a:xfrm rot="8716295">
              <a:off x="7639776" y="341928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8" name="Google Shape;3008;p40"/>
            <p:cNvSpPr/>
            <p:nvPr/>
          </p:nvSpPr>
          <p:spPr>
            <a:xfrm rot="7484129">
              <a:off x="7986158" y="376023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9" name="Google Shape;3009;p40"/>
            <p:cNvSpPr/>
            <p:nvPr/>
          </p:nvSpPr>
          <p:spPr>
            <a:xfrm rot="-8510606">
              <a:off x="8090978" y="372677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40"/>
            <p:cNvSpPr/>
            <p:nvPr/>
          </p:nvSpPr>
          <p:spPr>
            <a:xfrm rot="8716295">
              <a:off x="8276563" y="353508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1" name="Google Shape;3011;p40"/>
            <p:cNvSpPr/>
            <p:nvPr/>
          </p:nvSpPr>
          <p:spPr>
            <a:xfrm rot="8716295">
              <a:off x="8224758" y="343149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2" name="Google Shape;3012;p40"/>
            <p:cNvSpPr/>
            <p:nvPr/>
          </p:nvSpPr>
          <p:spPr>
            <a:xfrm rot="8716295">
              <a:off x="7981512" y="346171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3" name="Google Shape;3013;p40"/>
            <p:cNvSpPr/>
            <p:nvPr/>
          </p:nvSpPr>
          <p:spPr>
            <a:xfrm rot="8716295">
              <a:off x="8158964" y="330247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4" name="Google Shape;3014;p40"/>
            <p:cNvSpPr/>
            <p:nvPr/>
          </p:nvSpPr>
          <p:spPr>
            <a:xfrm rot="8716295">
              <a:off x="7837351" y="43492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5" name="Google Shape;3015;p40"/>
            <p:cNvSpPr/>
            <p:nvPr/>
          </p:nvSpPr>
          <p:spPr>
            <a:xfrm rot="8716295">
              <a:off x="7926743" y="437848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6" name="Google Shape;3016;p40"/>
            <p:cNvSpPr/>
            <p:nvPr/>
          </p:nvSpPr>
          <p:spPr>
            <a:xfrm rot="8716295">
              <a:off x="7881893" y="429220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7" name="Google Shape;3017;p40"/>
            <p:cNvSpPr/>
            <p:nvPr/>
          </p:nvSpPr>
          <p:spPr>
            <a:xfrm rot="8716295">
              <a:off x="7725117" y="44377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40"/>
            <p:cNvSpPr/>
            <p:nvPr/>
          </p:nvSpPr>
          <p:spPr>
            <a:xfrm rot="8716295">
              <a:off x="7600214" y="422911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9" name="Google Shape;3019;p40"/>
            <p:cNvSpPr/>
            <p:nvPr/>
          </p:nvSpPr>
          <p:spPr>
            <a:xfrm rot="8716295">
              <a:off x="7588162" y="409033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0" name="Google Shape;3020;p40"/>
            <p:cNvSpPr/>
            <p:nvPr/>
          </p:nvSpPr>
          <p:spPr>
            <a:xfrm rot="8716295">
              <a:off x="7815295" y="447873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1" name="Google Shape;3021;p40"/>
            <p:cNvSpPr/>
            <p:nvPr/>
          </p:nvSpPr>
          <p:spPr>
            <a:xfrm rot="8716295">
              <a:off x="8126450" y="409908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2" name="Google Shape;3022;p40"/>
            <p:cNvSpPr/>
            <p:nvPr/>
          </p:nvSpPr>
          <p:spPr>
            <a:xfrm rot="8716295">
              <a:off x="8215842" y="412833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3" name="Google Shape;3023;p40"/>
            <p:cNvSpPr/>
            <p:nvPr/>
          </p:nvSpPr>
          <p:spPr>
            <a:xfrm rot="8716295">
              <a:off x="8014216" y="418763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4" name="Google Shape;3024;p40"/>
            <p:cNvSpPr/>
            <p:nvPr/>
          </p:nvSpPr>
          <p:spPr>
            <a:xfrm rot="8716295">
              <a:off x="7889314" y="397895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5" name="Google Shape;3025;p40"/>
            <p:cNvSpPr/>
            <p:nvPr/>
          </p:nvSpPr>
          <p:spPr>
            <a:xfrm rot="8716295">
              <a:off x="8104394" y="422858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6" name="Google Shape;3026;p40"/>
            <p:cNvSpPr/>
            <p:nvPr/>
          </p:nvSpPr>
          <p:spPr>
            <a:xfrm rot="8716295">
              <a:off x="7862943" y="407898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7" name="Google Shape;3027;p40"/>
            <p:cNvSpPr/>
            <p:nvPr/>
          </p:nvSpPr>
          <p:spPr>
            <a:xfrm rot="7484129">
              <a:off x="8209325" y="441993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8" name="Google Shape;3028;p40"/>
            <p:cNvSpPr/>
            <p:nvPr/>
          </p:nvSpPr>
          <p:spPr>
            <a:xfrm rot="-8510606">
              <a:off x="8314145" y="438646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9" name="Google Shape;3029;p40"/>
            <p:cNvSpPr/>
            <p:nvPr/>
          </p:nvSpPr>
          <p:spPr>
            <a:xfrm rot="8716295">
              <a:off x="8499730" y="419478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0" name="Google Shape;3030;p40"/>
            <p:cNvSpPr/>
            <p:nvPr/>
          </p:nvSpPr>
          <p:spPr>
            <a:xfrm rot="8716295">
              <a:off x="8447925" y="409119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1" name="Google Shape;3031;p40"/>
            <p:cNvSpPr/>
            <p:nvPr/>
          </p:nvSpPr>
          <p:spPr>
            <a:xfrm rot="8716295">
              <a:off x="8204679" y="412141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2" name="Google Shape;3032;p40"/>
            <p:cNvSpPr/>
            <p:nvPr/>
          </p:nvSpPr>
          <p:spPr>
            <a:xfrm rot="8716295">
              <a:off x="8382131" y="396217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3" name="Google Shape;3033;p40"/>
            <p:cNvSpPr/>
            <p:nvPr/>
          </p:nvSpPr>
          <p:spPr>
            <a:xfrm rot="8716295">
              <a:off x="6950829" y="171047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4" name="Google Shape;3034;p40"/>
            <p:cNvSpPr/>
            <p:nvPr/>
          </p:nvSpPr>
          <p:spPr>
            <a:xfrm rot="8716295">
              <a:off x="7040221" y="173971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5" name="Google Shape;3035;p40"/>
            <p:cNvSpPr/>
            <p:nvPr/>
          </p:nvSpPr>
          <p:spPr>
            <a:xfrm rot="8716295">
              <a:off x="6995371" y="165343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6" name="Google Shape;3036;p40"/>
            <p:cNvSpPr/>
            <p:nvPr/>
          </p:nvSpPr>
          <p:spPr>
            <a:xfrm rot="8716295">
              <a:off x="6838595" y="179901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7" name="Google Shape;3037;p40"/>
            <p:cNvSpPr/>
            <p:nvPr/>
          </p:nvSpPr>
          <p:spPr>
            <a:xfrm rot="8716295">
              <a:off x="6713692" y="159034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8" name="Google Shape;3038;p40"/>
            <p:cNvSpPr/>
            <p:nvPr/>
          </p:nvSpPr>
          <p:spPr>
            <a:xfrm rot="8716295">
              <a:off x="6701640" y="145156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9" name="Google Shape;3039;p40"/>
            <p:cNvSpPr/>
            <p:nvPr/>
          </p:nvSpPr>
          <p:spPr>
            <a:xfrm rot="8716295">
              <a:off x="6928773" y="183996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0" name="Google Shape;3040;p40"/>
            <p:cNvSpPr/>
            <p:nvPr/>
          </p:nvSpPr>
          <p:spPr>
            <a:xfrm rot="8716295">
              <a:off x="7239928" y="146032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1" name="Google Shape;3041;p40"/>
            <p:cNvSpPr/>
            <p:nvPr/>
          </p:nvSpPr>
          <p:spPr>
            <a:xfrm rot="8716295">
              <a:off x="7329320" y="148956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2" name="Google Shape;3042;p40"/>
            <p:cNvSpPr/>
            <p:nvPr/>
          </p:nvSpPr>
          <p:spPr>
            <a:xfrm rot="8716295">
              <a:off x="7127694" y="154886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3" name="Google Shape;3043;p40"/>
            <p:cNvSpPr/>
            <p:nvPr/>
          </p:nvSpPr>
          <p:spPr>
            <a:xfrm rot="8716295">
              <a:off x="7002792" y="134019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4" name="Google Shape;3044;p40"/>
            <p:cNvSpPr/>
            <p:nvPr/>
          </p:nvSpPr>
          <p:spPr>
            <a:xfrm rot="8716295">
              <a:off x="7217872" y="158981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5" name="Google Shape;3045;p40"/>
            <p:cNvSpPr/>
            <p:nvPr/>
          </p:nvSpPr>
          <p:spPr>
            <a:xfrm rot="8716295">
              <a:off x="6976421" y="144021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6" name="Google Shape;3046;p40"/>
            <p:cNvSpPr/>
            <p:nvPr/>
          </p:nvSpPr>
          <p:spPr>
            <a:xfrm rot="7484129">
              <a:off x="7322803" y="178116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7" name="Google Shape;3047;p40"/>
            <p:cNvSpPr/>
            <p:nvPr/>
          </p:nvSpPr>
          <p:spPr>
            <a:xfrm rot="-8510606">
              <a:off x="7427623" y="174770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8" name="Google Shape;3048;p40"/>
            <p:cNvSpPr/>
            <p:nvPr/>
          </p:nvSpPr>
          <p:spPr>
            <a:xfrm rot="8716295">
              <a:off x="7613208" y="155602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9" name="Google Shape;3049;p40"/>
            <p:cNvSpPr/>
            <p:nvPr/>
          </p:nvSpPr>
          <p:spPr>
            <a:xfrm rot="8716295">
              <a:off x="7561403" y="145242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40"/>
            <p:cNvSpPr/>
            <p:nvPr/>
          </p:nvSpPr>
          <p:spPr>
            <a:xfrm rot="8716295">
              <a:off x="7318157" y="148264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40"/>
            <p:cNvSpPr/>
            <p:nvPr/>
          </p:nvSpPr>
          <p:spPr>
            <a:xfrm rot="8716295">
              <a:off x="7495609" y="132340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2" name="Google Shape;3052;p40"/>
            <p:cNvSpPr/>
            <p:nvPr/>
          </p:nvSpPr>
          <p:spPr>
            <a:xfrm rot="8716295">
              <a:off x="6727662" y="105077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3" name="Google Shape;3053;p40"/>
            <p:cNvSpPr/>
            <p:nvPr/>
          </p:nvSpPr>
          <p:spPr>
            <a:xfrm rot="8716295">
              <a:off x="6817054" y="108001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4" name="Google Shape;3054;p40"/>
            <p:cNvSpPr/>
            <p:nvPr/>
          </p:nvSpPr>
          <p:spPr>
            <a:xfrm rot="8716295">
              <a:off x="6772204" y="99373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5" name="Google Shape;3055;p40"/>
            <p:cNvSpPr/>
            <p:nvPr/>
          </p:nvSpPr>
          <p:spPr>
            <a:xfrm rot="8716295">
              <a:off x="6615428" y="113931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6" name="Google Shape;3056;p40"/>
            <p:cNvSpPr/>
            <p:nvPr/>
          </p:nvSpPr>
          <p:spPr>
            <a:xfrm rot="8716295">
              <a:off x="6490525" y="93064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7" name="Google Shape;3057;p40"/>
            <p:cNvSpPr/>
            <p:nvPr/>
          </p:nvSpPr>
          <p:spPr>
            <a:xfrm rot="8716295">
              <a:off x="6478473" y="79186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8" name="Google Shape;3058;p40"/>
            <p:cNvSpPr/>
            <p:nvPr/>
          </p:nvSpPr>
          <p:spPr>
            <a:xfrm rot="8716295">
              <a:off x="6705606" y="118026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9" name="Google Shape;3059;p40"/>
            <p:cNvSpPr/>
            <p:nvPr/>
          </p:nvSpPr>
          <p:spPr>
            <a:xfrm rot="8716295">
              <a:off x="7016761" y="80062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0" name="Google Shape;3060;p40"/>
            <p:cNvSpPr/>
            <p:nvPr/>
          </p:nvSpPr>
          <p:spPr>
            <a:xfrm rot="8716295">
              <a:off x="7106153" y="82986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1" name="Google Shape;3061;p40"/>
            <p:cNvSpPr/>
            <p:nvPr/>
          </p:nvSpPr>
          <p:spPr>
            <a:xfrm rot="8716295">
              <a:off x="6904527" y="88916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2" name="Google Shape;3062;p40"/>
            <p:cNvSpPr/>
            <p:nvPr/>
          </p:nvSpPr>
          <p:spPr>
            <a:xfrm rot="8716295">
              <a:off x="6779625" y="68049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3" name="Google Shape;3063;p40"/>
            <p:cNvSpPr/>
            <p:nvPr/>
          </p:nvSpPr>
          <p:spPr>
            <a:xfrm rot="8716295">
              <a:off x="6994705" y="93011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4" name="Google Shape;3064;p40"/>
            <p:cNvSpPr/>
            <p:nvPr/>
          </p:nvSpPr>
          <p:spPr>
            <a:xfrm rot="8716295">
              <a:off x="6753254" y="78051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5" name="Google Shape;3065;p40"/>
            <p:cNvSpPr/>
            <p:nvPr/>
          </p:nvSpPr>
          <p:spPr>
            <a:xfrm rot="7484129">
              <a:off x="7099636" y="112146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6" name="Google Shape;3066;p40"/>
            <p:cNvSpPr/>
            <p:nvPr/>
          </p:nvSpPr>
          <p:spPr>
            <a:xfrm rot="-8510606">
              <a:off x="7204456" y="108800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7" name="Google Shape;3067;p40"/>
            <p:cNvSpPr/>
            <p:nvPr/>
          </p:nvSpPr>
          <p:spPr>
            <a:xfrm rot="8716295">
              <a:off x="7390041" y="89632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8" name="Google Shape;3068;p40"/>
            <p:cNvSpPr/>
            <p:nvPr/>
          </p:nvSpPr>
          <p:spPr>
            <a:xfrm rot="8716295">
              <a:off x="7338236" y="79272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9" name="Google Shape;3069;p40"/>
            <p:cNvSpPr/>
            <p:nvPr/>
          </p:nvSpPr>
          <p:spPr>
            <a:xfrm rot="8716295">
              <a:off x="7094990" y="82294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0" name="Google Shape;3070;p40"/>
            <p:cNvSpPr/>
            <p:nvPr/>
          </p:nvSpPr>
          <p:spPr>
            <a:xfrm rot="8716295">
              <a:off x="7272442" y="66370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1" name="Google Shape;3071;p40"/>
            <p:cNvSpPr/>
            <p:nvPr/>
          </p:nvSpPr>
          <p:spPr>
            <a:xfrm rot="8716295">
              <a:off x="6508723" y="38871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2" name="Google Shape;3072;p40"/>
            <p:cNvSpPr/>
            <p:nvPr/>
          </p:nvSpPr>
          <p:spPr>
            <a:xfrm rot="8716295">
              <a:off x="6598115" y="41795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3" name="Google Shape;3073;p40"/>
            <p:cNvSpPr/>
            <p:nvPr/>
          </p:nvSpPr>
          <p:spPr>
            <a:xfrm rot="8716295">
              <a:off x="6553265" y="33167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4" name="Google Shape;3074;p40"/>
            <p:cNvSpPr/>
            <p:nvPr/>
          </p:nvSpPr>
          <p:spPr>
            <a:xfrm rot="8716295">
              <a:off x="6396489" y="47725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5" name="Google Shape;3075;p40"/>
            <p:cNvSpPr/>
            <p:nvPr/>
          </p:nvSpPr>
          <p:spPr>
            <a:xfrm rot="8716295">
              <a:off x="6271586" y="26858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6" name="Google Shape;3076;p40"/>
            <p:cNvSpPr/>
            <p:nvPr/>
          </p:nvSpPr>
          <p:spPr>
            <a:xfrm rot="8716295">
              <a:off x="6259534" y="12980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7" name="Google Shape;3077;p40"/>
            <p:cNvSpPr/>
            <p:nvPr/>
          </p:nvSpPr>
          <p:spPr>
            <a:xfrm rot="8716295">
              <a:off x="6486667" y="51821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8" name="Google Shape;3078;p40"/>
            <p:cNvSpPr/>
            <p:nvPr/>
          </p:nvSpPr>
          <p:spPr>
            <a:xfrm rot="8716295">
              <a:off x="6797822" y="13856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9" name="Google Shape;3079;p40"/>
            <p:cNvSpPr/>
            <p:nvPr/>
          </p:nvSpPr>
          <p:spPr>
            <a:xfrm rot="8716295">
              <a:off x="6887214" y="16780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0" name="Google Shape;3080;p40"/>
            <p:cNvSpPr/>
            <p:nvPr/>
          </p:nvSpPr>
          <p:spPr>
            <a:xfrm rot="8716295">
              <a:off x="6685588" y="22710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1" name="Google Shape;3081;p40"/>
            <p:cNvSpPr/>
            <p:nvPr/>
          </p:nvSpPr>
          <p:spPr>
            <a:xfrm rot="8716295">
              <a:off x="6560686" y="1843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2" name="Google Shape;3082;p40"/>
            <p:cNvSpPr/>
            <p:nvPr/>
          </p:nvSpPr>
          <p:spPr>
            <a:xfrm rot="8716295">
              <a:off x="6775766" y="26805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3" name="Google Shape;3083;p40"/>
            <p:cNvSpPr/>
            <p:nvPr/>
          </p:nvSpPr>
          <p:spPr>
            <a:xfrm rot="8716295">
              <a:off x="6534315" y="11845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4" name="Google Shape;3084;p40"/>
            <p:cNvSpPr/>
            <p:nvPr/>
          </p:nvSpPr>
          <p:spPr>
            <a:xfrm rot="7484129">
              <a:off x="6880697" y="45941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5" name="Google Shape;3085;p40"/>
            <p:cNvSpPr/>
            <p:nvPr/>
          </p:nvSpPr>
          <p:spPr>
            <a:xfrm rot="-8510606">
              <a:off x="6985517" y="42594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40"/>
            <p:cNvSpPr/>
            <p:nvPr/>
          </p:nvSpPr>
          <p:spPr>
            <a:xfrm rot="8716295">
              <a:off x="7171102" y="23426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40"/>
            <p:cNvSpPr/>
            <p:nvPr/>
          </p:nvSpPr>
          <p:spPr>
            <a:xfrm rot="8716295">
              <a:off x="7119297" y="13067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8" name="Google Shape;3088;p40"/>
            <p:cNvSpPr/>
            <p:nvPr/>
          </p:nvSpPr>
          <p:spPr>
            <a:xfrm rot="8716295">
              <a:off x="6876051" y="16089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9" name="Google Shape;3089;p40"/>
            <p:cNvSpPr/>
            <p:nvPr/>
          </p:nvSpPr>
          <p:spPr>
            <a:xfrm rot="8716295">
              <a:off x="7053503" y="164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0" name="Google Shape;3090;p40"/>
            <p:cNvSpPr/>
            <p:nvPr/>
          </p:nvSpPr>
          <p:spPr>
            <a:xfrm rot="8716295">
              <a:off x="6443978" y="-32333"/>
              <a:ext cx="92323" cy="67774"/>
            </a:xfrm>
            <a:custGeom>
              <a:rect b="b" l="l" r="r" t="t"/>
              <a:pathLst>
                <a:path extrusionOk="0" h="67774" w="92323">
                  <a:moveTo>
                    <a:pt x="92323" y="67774"/>
                  </a:moveTo>
                  <a:lnTo>
                    <a:pt x="0" y="3779"/>
                  </a:lnTo>
                  <a:lnTo>
                    <a:pt x="19952" y="19"/>
                  </a:lnTo>
                  <a:cubicBezTo>
                    <a:pt x="55152" y="-664"/>
                    <a:pt x="79843" y="17619"/>
                    <a:pt x="89989" y="5064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1" name="Google Shape;3091;p40"/>
            <p:cNvSpPr/>
            <p:nvPr/>
          </p:nvSpPr>
          <p:spPr>
            <a:xfrm rot="8716295">
              <a:off x="6294141" y="-38610"/>
              <a:ext cx="103435" cy="102698"/>
            </a:xfrm>
            <a:custGeom>
              <a:rect b="b" l="l" r="r" t="t"/>
              <a:pathLst>
                <a:path extrusionOk="0" h="102698" w="103435">
                  <a:moveTo>
                    <a:pt x="103435" y="102698"/>
                  </a:moveTo>
                  <a:lnTo>
                    <a:pt x="43288" y="61006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9"/>
                  </a:lnTo>
                  <a:cubicBezTo>
                    <a:pt x="32808" y="3645"/>
                    <a:pt x="66983" y="911"/>
                    <a:pt x="103435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2" name="Google Shape;3092;p40"/>
            <p:cNvSpPr/>
            <p:nvPr/>
          </p:nvSpPr>
          <p:spPr>
            <a:xfrm rot="7484129">
              <a:off x="6746550" y="-26340"/>
              <a:ext cx="41571" cy="55323"/>
            </a:xfrm>
            <a:custGeom>
              <a:rect b="b" l="l" r="r" t="t"/>
              <a:pathLst>
                <a:path extrusionOk="0" h="55323" w="41571">
                  <a:moveTo>
                    <a:pt x="38358" y="55323"/>
                  </a:moveTo>
                  <a:lnTo>
                    <a:pt x="0" y="0"/>
                  </a:lnTo>
                  <a:lnTo>
                    <a:pt x="41571" y="0"/>
                  </a:lnTo>
                  <a:lnTo>
                    <a:pt x="41571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3" name="Google Shape;3093;p40"/>
            <p:cNvSpPr/>
            <p:nvPr/>
          </p:nvSpPr>
          <p:spPr>
            <a:xfrm rot="-8510606">
              <a:off x="6891234" y="-41515"/>
              <a:ext cx="74217" cy="174004"/>
            </a:xfrm>
            <a:custGeom>
              <a:rect b="b" l="l" r="r" t="t"/>
              <a:pathLst>
                <a:path extrusionOk="0" h="174004" w="74217">
                  <a:moveTo>
                    <a:pt x="74217" y="115692"/>
                  </a:moveTo>
                  <a:lnTo>
                    <a:pt x="0" y="17400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4" name="Google Shape;3094;p40"/>
            <p:cNvSpPr/>
            <p:nvPr/>
          </p:nvSpPr>
          <p:spPr>
            <a:xfrm rot="8716295">
              <a:off x="8238556" y="254247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5" name="Google Shape;3095;p40"/>
            <p:cNvSpPr/>
            <p:nvPr/>
          </p:nvSpPr>
          <p:spPr>
            <a:xfrm rot="8716295">
              <a:off x="8327948" y="257172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6" name="Google Shape;3096;p40"/>
            <p:cNvSpPr/>
            <p:nvPr/>
          </p:nvSpPr>
          <p:spPr>
            <a:xfrm rot="8716295">
              <a:off x="8283098" y="248544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7" name="Google Shape;3097;p40"/>
            <p:cNvSpPr/>
            <p:nvPr/>
          </p:nvSpPr>
          <p:spPr>
            <a:xfrm rot="8716295">
              <a:off x="8126322" y="263102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8" name="Google Shape;3098;p40"/>
            <p:cNvSpPr/>
            <p:nvPr/>
          </p:nvSpPr>
          <p:spPr>
            <a:xfrm rot="8716295">
              <a:off x="8001419" y="24223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9" name="Google Shape;3099;p40"/>
            <p:cNvSpPr/>
            <p:nvPr/>
          </p:nvSpPr>
          <p:spPr>
            <a:xfrm rot="8716295">
              <a:off x="7989367" y="228357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0" name="Google Shape;3100;p40"/>
            <p:cNvSpPr/>
            <p:nvPr/>
          </p:nvSpPr>
          <p:spPr>
            <a:xfrm rot="8716295">
              <a:off x="8216500" y="267197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1" name="Google Shape;3101;p40"/>
            <p:cNvSpPr/>
            <p:nvPr/>
          </p:nvSpPr>
          <p:spPr>
            <a:xfrm rot="8716295">
              <a:off x="8527655" y="229232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2" name="Google Shape;3102;p40"/>
            <p:cNvSpPr/>
            <p:nvPr/>
          </p:nvSpPr>
          <p:spPr>
            <a:xfrm rot="8716295">
              <a:off x="8617047" y="232156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3" name="Google Shape;3103;p40"/>
            <p:cNvSpPr/>
            <p:nvPr/>
          </p:nvSpPr>
          <p:spPr>
            <a:xfrm rot="8716295">
              <a:off x="8415421" y="23808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4" name="Google Shape;3104;p40"/>
            <p:cNvSpPr/>
            <p:nvPr/>
          </p:nvSpPr>
          <p:spPr>
            <a:xfrm rot="8716295">
              <a:off x="8290519" y="21721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5" name="Google Shape;3105;p40"/>
            <p:cNvSpPr/>
            <p:nvPr/>
          </p:nvSpPr>
          <p:spPr>
            <a:xfrm rot="8716295">
              <a:off x="8505599" y="242182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6" name="Google Shape;3106;p40"/>
            <p:cNvSpPr/>
            <p:nvPr/>
          </p:nvSpPr>
          <p:spPr>
            <a:xfrm rot="8716295">
              <a:off x="8264148" y="227222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40"/>
            <p:cNvSpPr/>
            <p:nvPr/>
          </p:nvSpPr>
          <p:spPr>
            <a:xfrm rot="7484129">
              <a:off x="8610530" y="26131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40"/>
            <p:cNvSpPr/>
            <p:nvPr/>
          </p:nvSpPr>
          <p:spPr>
            <a:xfrm rot="-8510606">
              <a:off x="8715350" y="257970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9" name="Google Shape;3109;p40"/>
            <p:cNvSpPr/>
            <p:nvPr/>
          </p:nvSpPr>
          <p:spPr>
            <a:xfrm rot="8716295">
              <a:off x="8900935" y="238802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0" name="Google Shape;3110;p40"/>
            <p:cNvSpPr/>
            <p:nvPr/>
          </p:nvSpPr>
          <p:spPr>
            <a:xfrm rot="8716295">
              <a:off x="8849130" y="228443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40"/>
            <p:cNvSpPr/>
            <p:nvPr/>
          </p:nvSpPr>
          <p:spPr>
            <a:xfrm rot="8716295">
              <a:off x="8605884" y="231465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2" name="Google Shape;3112;p40"/>
            <p:cNvSpPr/>
            <p:nvPr/>
          </p:nvSpPr>
          <p:spPr>
            <a:xfrm rot="8716295">
              <a:off x="8783336" y="215541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3" name="Google Shape;3113;p40"/>
            <p:cNvSpPr/>
            <p:nvPr/>
          </p:nvSpPr>
          <p:spPr>
            <a:xfrm rot="8716295">
              <a:off x="8461723" y="320217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4" name="Google Shape;3114;p40"/>
            <p:cNvSpPr/>
            <p:nvPr/>
          </p:nvSpPr>
          <p:spPr>
            <a:xfrm rot="8716295">
              <a:off x="8551115" y="323142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5" name="Google Shape;3115;p40"/>
            <p:cNvSpPr/>
            <p:nvPr/>
          </p:nvSpPr>
          <p:spPr>
            <a:xfrm rot="8716295">
              <a:off x="8506265" y="314514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6" name="Google Shape;3116;p40"/>
            <p:cNvSpPr/>
            <p:nvPr/>
          </p:nvSpPr>
          <p:spPr>
            <a:xfrm rot="8716295">
              <a:off x="8349489" y="329072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7" name="Google Shape;3117;p40"/>
            <p:cNvSpPr/>
            <p:nvPr/>
          </p:nvSpPr>
          <p:spPr>
            <a:xfrm rot="8716295">
              <a:off x="8224586" y="30820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8" name="Google Shape;3118;p40"/>
            <p:cNvSpPr/>
            <p:nvPr/>
          </p:nvSpPr>
          <p:spPr>
            <a:xfrm rot="8716295">
              <a:off x="8212534" y="2943269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40"/>
            <p:cNvSpPr/>
            <p:nvPr/>
          </p:nvSpPr>
          <p:spPr>
            <a:xfrm rot="8716295">
              <a:off x="8439667" y="333167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0" name="Google Shape;3120;p40"/>
            <p:cNvSpPr/>
            <p:nvPr/>
          </p:nvSpPr>
          <p:spPr>
            <a:xfrm rot="8716295">
              <a:off x="8750822" y="295202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1" name="Google Shape;3121;p40"/>
            <p:cNvSpPr/>
            <p:nvPr/>
          </p:nvSpPr>
          <p:spPr>
            <a:xfrm rot="8716295">
              <a:off x="8840214" y="298126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2" name="Google Shape;3122;p40"/>
            <p:cNvSpPr/>
            <p:nvPr/>
          </p:nvSpPr>
          <p:spPr>
            <a:xfrm rot="8716295">
              <a:off x="8638588" y="304057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3" name="Google Shape;3123;p40"/>
            <p:cNvSpPr/>
            <p:nvPr/>
          </p:nvSpPr>
          <p:spPr>
            <a:xfrm rot="8716295">
              <a:off x="8513686" y="283189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4" name="Google Shape;3124;p40"/>
            <p:cNvSpPr/>
            <p:nvPr/>
          </p:nvSpPr>
          <p:spPr>
            <a:xfrm rot="8716295">
              <a:off x="8728766" y="308152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5" name="Google Shape;3125;p40"/>
            <p:cNvSpPr/>
            <p:nvPr/>
          </p:nvSpPr>
          <p:spPr>
            <a:xfrm rot="8716295">
              <a:off x="8487315" y="293192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6" name="Google Shape;3126;p40"/>
            <p:cNvSpPr/>
            <p:nvPr/>
          </p:nvSpPr>
          <p:spPr>
            <a:xfrm rot="7484129">
              <a:off x="8833697" y="32728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7" name="Google Shape;3127;p40"/>
            <p:cNvSpPr/>
            <p:nvPr/>
          </p:nvSpPr>
          <p:spPr>
            <a:xfrm rot="-8510606">
              <a:off x="8933167" y="3248496"/>
              <a:ext cx="272584" cy="314617"/>
            </a:xfrm>
            <a:custGeom>
              <a:rect b="b" l="l" r="r" t="t"/>
              <a:pathLst>
                <a:path extrusionOk="0" h="314617" w="272584">
                  <a:moveTo>
                    <a:pt x="77412" y="203022"/>
                  </a:moveTo>
                  <a:lnTo>
                    <a:pt x="0" y="104495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1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8"/>
                  </a:cubicBezTo>
                  <a:lnTo>
                    <a:pt x="165091" y="314617"/>
                  </a:lnTo>
                  <a:lnTo>
                    <a:pt x="136528" y="278262"/>
                  </a:lnTo>
                  <a:lnTo>
                    <a:pt x="153949" y="281965"/>
                  </a:lnTo>
                  <a:cubicBezTo>
                    <a:pt x="171055" y="281413"/>
                    <a:pt x="187608" y="278102"/>
                    <a:pt x="203610" y="273137"/>
                  </a:cubicBezTo>
                  <a:cubicBezTo>
                    <a:pt x="226786" y="265963"/>
                    <a:pt x="249409" y="256583"/>
                    <a:pt x="271481" y="245547"/>
                  </a:cubicBezTo>
                  <a:cubicBezTo>
                    <a:pt x="272032" y="247754"/>
                    <a:pt x="272584" y="250512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8" name="Google Shape;3128;p40"/>
            <p:cNvSpPr/>
            <p:nvPr/>
          </p:nvSpPr>
          <p:spPr>
            <a:xfrm rot="8716295">
              <a:off x="9063436" y="2943322"/>
              <a:ext cx="105430" cy="113008"/>
            </a:xfrm>
            <a:custGeom>
              <a:rect b="b" l="l" r="r" t="t"/>
              <a:pathLst>
                <a:path extrusionOk="0" h="113008" w="105430">
                  <a:moveTo>
                    <a:pt x="5398" y="96451"/>
                  </a:moveTo>
                  <a:lnTo>
                    <a:pt x="0" y="83667"/>
                  </a:lnTo>
                  <a:lnTo>
                    <a:pt x="57995" y="0"/>
                  </a:lnTo>
                  <a:lnTo>
                    <a:pt x="88184" y="12746"/>
                  </a:lnTo>
                  <a:cubicBezTo>
                    <a:pt x="111179" y="34822"/>
                    <a:pt x="111179" y="72535"/>
                    <a:pt x="88183" y="95531"/>
                  </a:cubicBezTo>
                  <a:cubicBezTo>
                    <a:pt x="77145" y="106569"/>
                    <a:pt x="62428" y="113008"/>
                    <a:pt x="46790" y="113008"/>
                  </a:cubicBezTo>
                  <a:cubicBezTo>
                    <a:pt x="31154" y="113008"/>
                    <a:pt x="16436" y="107489"/>
                    <a:pt x="5398" y="9645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9" name="Google Shape;3129;p40"/>
            <p:cNvSpPr/>
            <p:nvPr/>
          </p:nvSpPr>
          <p:spPr>
            <a:xfrm rot="8716295">
              <a:off x="8829051" y="297435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40"/>
            <p:cNvSpPr/>
            <p:nvPr/>
          </p:nvSpPr>
          <p:spPr>
            <a:xfrm rot="8716295">
              <a:off x="9006503" y="281511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1" name="Google Shape;3131;p40"/>
            <p:cNvSpPr/>
            <p:nvPr/>
          </p:nvSpPr>
          <p:spPr>
            <a:xfrm rot="8716295">
              <a:off x="8951372" y="5039787"/>
              <a:ext cx="114842" cy="149763"/>
            </a:xfrm>
            <a:custGeom>
              <a:rect b="b" l="l" r="r" t="t"/>
              <a:pathLst>
                <a:path extrusionOk="0" h="149763" w="114842">
                  <a:moveTo>
                    <a:pt x="0" y="9212"/>
                  </a:moveTo>
                  <a:lnTo>
                    <a:pt x="0" y="0"/>
                  </a:lnTo>
                  <a:lnTo>
                    <a:pt x="13290" y="9212"/>
                  </a:lnTo>
                  <a:close/>
                  <a:moveTo>
                    <a:pt x="90709" y="149763"/>
                  </a:moveTo>
                  <a:lnTo>
                    <a:pt x="47847" y="70018"/>
                  </a:lnTo>
                  <a:lnTo>
                    <a:pt x="58479" y="40536"/>
                  </a:lnTo>
                  <a:lnTo>
                    <a:pt x="114842" y="796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2" name="Google Shape;3132;p40"/>
            <p:cNvSpPr/>
            <p:nvPr/>
          </p:nvSpPr>
          <p:spPr>
            <a:xfrm rot="8716295">
              <a:off x="8858304" y="4924131"/>
              <a:ext cx="290644" cy="300328"/>
            </a:xfrm>
            <a:custGeom>
              <a:rect b="b" l="l" r="r" t="t"/>
              <a:pathLst>
                <a:path extrusionOk="0" h="300328" w="290644">
                  <a:moveTo>
                    <a:pt x="25298" y="270737"/>
                  </a:moveTo>
                  <a:cubicBezTo>
                    <a:pt x="5295" y="251321"/>
                    <a:pt x="0" y="217786"/>
                    <a:pt x="1" y="169541"/>
                  </a:cubicBezTo>
                  <a:lnTo>
                    <a:pt x="0" y="113409"/>
                  </a:lnTo>
                  <a:lnTo>
                    <a:pt x="78612" y="0"/>
                  </a:lnTo>
                  <a:lnTo>
                    <a:pt x="79427" y="113648"/>
                  </a:lnTo>
                  <a:cubicBezTo>
                    <a:pt x="77662" y="146596"/>
                    <a:pt x="82956" y="180131"/>
                    <a:pt x="93547" y="211314"/>
                  </a:cubicBezTo>
                  <a:cubicBezTo>
                    <a:pt x="102961" y="237201"/>
                    <a:pt x="127083" y="250145"/>
                    <a:pt x="164149" y="250145"/>
                  </a:cubicBezTo>
                  <a:cubicBezTo>
                    <a:pt x="182388" y="249557"/>
                    <a:pt x="200038" y="246026"/>
                    <a:pt x="217100" y="240732"/>
                  </a:cubicBezTo>
                  <a:cubicBezTo>
                    <a:pt x="241810" y="233083"/>
                    <a:pt x="265932" y="223080"/>
                    <a:pt x="289467" y="211314"/>
                  </a:cubicBezTo>
                  <a:cubicBezTo>
                    <a:pt x="290055" y="213668"/>
                    <a:pt x="290643" y="216609"/>
                    <a:pt x="290643" y="218962"/>
                  </a:cubicBezTo>
                  <a:lnTo>
                    <a:pt x="290644" y="224846"/>
                  </a:lnTo>
                  <a:cubicBezTo>
                    <a:pt x="228278" y="278385"/>
                    <a:pt x="146498" y="297213"/>
                    <a:pt x="97666" y="300154"/>
                  </a:cubicBezTo>
                  <a:cubicBezTo>
                    <a:pt x="70602" y="301920"/>
                    <a:pt x="44126" y="290152"/>
                    <a:pt x="25298" y="27073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3" name="Google Shape;3133;p40"/>
            <p:cNvSpPr/>
            <p:nvPr/>
          </p:nvSpPr>
          <p:spPr>
            <a:xfrm rot="8716295">
              <a:off x="8680393" y="386057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4" name="Google Shape;3134;p40"/>
            <p:cNvSpPr/>
            <p:nvPr/>
          </p:nvSpPr>
          <p:spPr>
            <a:xfrm rot="8716295">
              <a:off x="8769785" y="388981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5" name="Google Shape;3135;p40"/>
            <p:cNvSpPr/>
            <p:nvPr/>
          </p:nvSpPr>
          <p:spPr>
            <a:xfrm rot="8716295">
              <a:off x="8724935" y="380353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6" name="Google Shape;3136;p40"/>
            <p:cNvSpPr/>
            <p:nvPr/>
          </p:nvSpPr>
          <p:spPr>
            <a:xfrm rot="8716295">
              <a:off x="8568159" y="39491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7" name="Google Shape;3137;p40"/>
            <p:cNvSpPr/>
            <p:nvPr/>
          </p:nvSpPr>
          <p:spPr>
            <a:xfrm rot="8716295">
              <a:off x="8443256" y="374044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8" name="Google Shape;3138;p40"/>
            <p:cNvSpPr/>
            <p:nvPr/>
          </p:nvSpPr>
          <p:spPr>
            <a:xfrm rot="8716295">
              <a:off x="8431204" y="360166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9" name="Google Shape;3139;p40"/>
            <p:cNvSpPr/>
            <p:nvPr/>
          </p:nvSpPr>
          <p:spPr>
            <a:xfrm rot="8716295">
              <a:off x="8658337" y="399007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0" name="Google Shape;3140;p40"/>
            <p:cNvSpPr/>
            <p:nvPr/>
          </p:nvSpPr>
          <p:spPr>
            <a:xfrm rot="8716295">
              <a:off x="8968661" y="3610682"/>
              <a:ext cx="142168" cy="232388"/>
            </a:xfrm>
            <a:custGeom>
              <a:rect b="b" l="l" r="r" t="t"/>
              <a:pathLst>
                <a:path extrusionOk="0" h="232388" w="142168">
                  <a:moveTo>
                    <a:pt x="81109" y="232388"/>
                  </a:moveTo>
                  <a:lnTo>
                    <a:pt x="81108" y="69717"/>
                  </a:lnTo>
                  <a:cubicBezTo>
                    <a:pt x="81108" y="68350"/>
                    <a:pt x="81108" y="66982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35740"/>
                  </a:lnTo>
                  <a:lnTo>
                    <a:pt x="24774" y="0"/>
                  </a:lnTo>
                  <a:lnTo>
                    <a:pt x="85210" y="0"/>
                  </a:lnTo>
                  <a:cubicBezTo>
                    <a:pt x="122118" y="0"/>
                    <a:pt x="142167" y="15949"/>
                    <a:pt x="142168" y="50123"/>
                  </a:cubicBez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1" name="Google Shape;3141;p40"/>
            <p:cNvSpPr/>
            <p:nvPr/>
          </p:nvSpPr>
          <p:spPr>
            <a:xfrm rot="8716295">
              <a:off x="9109023" y="3840461"/>
              <a:ext cx="57223" cy="60210"/>
            </a:xfrm>
            <a:custGeom>
              <a:rect b="b" l="l" r="r" t="t"/>
              <a:pathLst>
                <a:path extrusionOk="0" h="60210" w="57223">
                  <a:moveTo>
                    <a:pt x="0" y="60210"/>
                  </a:moveTo>
                  <a:lnTo>
                    <a:pt x="41735" y="0"/>
                  </a:lnTo>
                  <a:lnTo>
                    <a:pt x="57223" y="50920"/>
                  </a:lnTo>
                  <a:lnTo>
                    <a:pt x="57223" y="5684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2" name="Google Shape;3142;p40"/>
            <p:cNvSpPr/>
            <p:nvPr/>
          </p:nvSpPr>
          <p:spPr>
            <a:xfrm rot="8716295">
              <a:off x="8857258" y="369896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3" name="Google Shape;3143;p40"/>
            <p:cNvSpPr/>
            <p:nvPr/>
          </p:nvSpPr>
          <p:spPr>
            <a:xfrm rot="8716295">
              <a:off x="8732356" y="349029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4" name="Google Shape;3144;p40"/>
            <p:cNvSpPr/>
            <p:nvPr/>
          </p:nvSpPr>
          <p:spPr>
            <a:xfrm rot="8716295">
              <a:off x="8947436" y="373991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5" name="Google Shape;3145;p40"/>
            <p:cNvSpPr/>
            <p:nvPr/>
          </p:nvSpPr>
          <p:spPr>
            <a:xfrm rot="8716295">
              <a:off x="8705985" y="359031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6" name="Google Shape;3146;p40"/>
            <p:cNvSpPr/>
            <p:nvPr/>
          </p:nvSpPr>
          <p:spPr>
            <a:xfrm rot="7484129">
              <a:off x="9046498" y="3963386"/>
              <a:ext cx="145510" cy="161114"/>
            </a:xfrm>
            <a:custGeom>
              <a:rect b="b" l="l" r="r" t="t"/>
              <a:pathLst>
                <a:path extrusionOk="0" h="161114" w="145510">
                  <a:moveTo>
                    <a:pt x="115849" y="20564"/>
                  </a:moveTo>
                  <a:lnTo>
                    <a:pt x="145509" y="0"/>
                  </a:lnTo>
                  <a:lnTo>
                    <a:pt x="145510" y="20564"/>
                  </a:lnTo>
                  <a:close/>
                  <a:moveTo>
                    <a:pt x="32372" y="161114"/>
                  </a:moveTo>
                  <a:lnTo>
                    <a:pt x="0" y="100888"/>
                  </a:lnTo>
                  <a:lnTo>
                    <a:pt x="69714" y="52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7" name="Google Shape;3147;p40"/>
            <p:cNvSpPr/>
            <p:nvPr/>
          </p:nvSpPr>
          <p:spPr>
            <a:xfrm rot="8716295">
              <a:off x="9047721" y="363275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8" name="Google Shape;3148;p40"/>
            <p:cNvSpPr/>
            <p:nvPr/>
          </p:nvSpPr>
          <p:spPr>
            <a:xfrm rot="8716295">
              <a:off x="8903560" y="452027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9" name="Google Shape;3149;p40"/>
            <p:cNvSpPr/>
            <p:nvPr/>
          </p:nvSpPr>
          <p:spPr>
            <a:xfrm rot="8716295">
              <a:off x="8995011" y="4560813"/>
              <a:ext cx="209150" cy="252972"/>
            </a:xfrm>
            <a:custGeom>
              <a:rect b="b" l="l" r="r" t="t"/>
              <a:pathLst>
                <a:path extrusionOk="0" h="252972" w="209150">
                  <a:moveTo>
                    <a:pt x="147180" y="96224"/>
                  </a:moveTo>
                  <a:lnTo>
                    <a:pt x="147180" y="79820"/>
                  </a:lnTo>
                  <a:cubicBezTo>
                    <a:pt x="147180" y="55214"/>
                    <a:pt x="133055" y="38354"/>
                    <a:pt x="113461" y="38355"/>
                  </a:cubicBezTo>
                  <a:lnTo>
                    <a:pt x="111078" y="39142"/>
                  </a:lnTo>
                  <a:lnTo>
                    <a:pt x="138210" y="0"/>
                  </a:lnTo>
                  <a:lnTo>
                    <a:pt x="189158" y="20925"/>
                  </a:lnTo>
                  <a:cubicBezTo>
                    <a:pt x="202088" y="36076"/>
                    <a:pt x="209150" y="58404"/>
                    <a:pt x="209150" y="86655"/>
                  </a:cubicBezTo>
                  <a:lnTo>
                    <a:pt x="209150" y="92579"/>
                  </a:lnTo>
                  <a:close/>
                  <a:moveTo>
                    <a:pt x="0" y="252972"/>
                  </a:moveTo>
                  <a:lnTo>
                    <a:pt x="0" y="199389"/>
                  </a:lnTo>
                  <a:lnTo>
                    <a:pt x="62137" y="109748"/>
                  </a:lnTo>
                  <a:lnTo>
                    <a:pt x="60149" y="125842"/>
                  </a:lnTo>
                  <a:lnTo>
                    <a:pt x="60149" y="21196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0" name="Google Shape;3150;p40"/>
            <p:cNvSpPr/>
            <p:nvPr/>
          </p:nvSpPr>
          <p:spPr>
            <a:xfrm rot="8716295">
              <a:off x="8948102" y="446323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1" name="Google Shape;3151;p40"/>
            <p:cNvSpPr/>
            <p:nvPr/>
          </p:nvSpPr>
          <p:spPr>
            <a:xfrm rot="8716295">
              <a:off x="8791326" y="460881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2" name="Google Shape;3152;p40"/>
            <p:cNvSpPr/>
            <p:nvPr/>
          </p:nvSpPr>
          <p:spPr>
            <a:xfrm rot="8716295">
              <a:off x="8666423" y="440014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3" name="Google Shape;3153;p40"/>
            <p:cNvSpPr/>
            <p:nvPr/>
          </p:nvSpPr>
          <p:spPr>
            <a:xfrm rot="8716295">
              <a:off x="8654371" y="426136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4" name="Google Shape;3154;p40"/>
            <p:cNvSpPr/>
            <p:nvPr/>
          </p:nvSpPr>
          <p:spPr>
            <a:xfrm rot="8716295">
              <a:off x="8881504" y="464976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5" name="Google Shape;3155;p40"/>
            <p:cNvSpPr/>
            <p:nvPr/>
          </p:nvSpPr>
          <p:spPr>
            <a:xfrm rot="8716295">
              <a:off x="9080425" y="435866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6" name="Google Shape;3156;p40"/>
            <p:cNvSpPr/>
            <p:nvPr/>
          </p:nvSpPr>
          <p:spPr>
            <a:xfrm rot="8716295">
              <a:off x="9127247" y="4438294"/>
              <a:ext cx="21643" cy="52047"/>
            </a:xfrm>
            <a:custGeom>
              <a:rect b="b" l="l" r="r" t="t"/>
              <a:pathLst>
                <a:path extrusionOk="0" h="52047" w="21643">
                  <a:moveTo>
                    <a:pt x="21643" y="52047"/>
                  </a:moveTo>
                  <a:lnTo>
                    <a:pt x="0" y="31224"/>
                  </a:lnTo>
                  <a:lnTo>
                    <a:pt x="21643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7" name="Google Shape;3157;p40"/>
            <p:cNvSpPr/>
            <p:nvPr/>
          </p:nvSpPr>
          <p:spPr>
            <a:xfrm rot="8716295">
              <a:off x="8929152" y="425001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8" name="Google Shape;3158;p40"/>
            <p:cNvSpPr/>
            <p:nvPr/>
          </p:nvSpPr>
          <p:spPr>
            <a:xfrm rot="8716295">
              <a:off x="8017038" y="188150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9" name="Google Shape;3159;p40"/>
            <p:cNvSpPr/>
            <p:nvPr/>
          </p:nvSpPr>
          <p:spPr>
            <a:xfrm rot="8716295">
              <a:off x="8106430" y="191074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0" name="Google Shape;3160;p40"/>
            <p:cNvSpPr/>
            <p:nvPr/>
          </p:nvSpPr>
          <p:spPr>
            <a:xfrm rot="8716295">
              <a:off x="8061580" y="182446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1" name="Google Shape;3161;p40"/>
            <p:cNvSpPr/>
            <p:nvPr/>
          </p:nvSpPr>
          <p:spPr>
            <a:xfrm rot="8716295">
              <a:off x="7904804" y="197004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2" name="Google Shape;3162;p40"/>
            <p:cNvSpPr/>
            <p:nvPr/>
          </p:nvSpPr>
          <p:spPr>
            <a:xfrm rot="8716295">
              <a:off x="7779901" y="17613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3" name="Google Shape;3163;p40"/>
            <p:cNvSpPr/>
            <p:nvPr/>
          </p:nvSpPr>
          <p:spPr>
            <a:xfrm rot="8716295">
              <a:off x="7767849" y="162259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4" name="Google Shape;3164;p40"/>
            <p:cNvSpPr/>
            <p:nvPr/>
          </p:nvSpPr>
          <p:spPr>
            <a:xfrm rot="8716295">
              <a:off x="7994982" y="201100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5" name="Google Shape;3165;p40"/>
            <p:cNvSpPr/>
            <p:nvPr/>
          </p:nvSpPr>
          <p:spPr>
            <a:xfrm rot="8716295">
              <a:off x="8306137" y="163135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6" name="Google Shape;3166;p40"/>
            <p:cNvSpPr/>
            <p:nvPr/>
          </p:nvSpPr>
          <p:spPr>
            <a:xfrm rot="8716295">
              <a:off x="8395529" y="166059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7" name="Google Shape;3167;p40"/>
            <p:cNvSpPr/>
            <p:nvPr/>
          </p:nvSpPr>
          <p:spPr>
            <a:xfrm rot="8716295">
              <a:off x="8193903" y="171989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8" name="Google Shape;3168;p40"/>
            <p:cNvSpPr/>
            <p:nvPr/>
          </p:nvSpPr>
          <p:spPr>
            <a:xfrm rot="8716295">
              <a:off x="8069001" y="151122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9" name="Google Shape;3169;p40"/>
            <p:cNvSpPr/>
            <p:nvPr/>
          </p:nvSpPr>
          <p:spPr>
            <a:xfrm rot="8716295">
              <a:off x="8284081" y="176084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0" name="Google Shape;3170;p40"/>
            <p:cNvSpPr/>
            <p:nvPr/>
          </p:nvSpPr>
          <p:spPr>
            <a:xfrm rot="8716295">
              <a:off x="8042630" y="161124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1" name="Google Shape;3171;p40"/>
            <p:cNvSpPr/>
            <p:nvPr/>
          </p:nvSpPr>
          <p:spPr>
            <a:xfrm rot="7484129">
              <a:off x="8389012" y="195220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2" name="Google Shape;3172;p40"/>
            <p:cNvSpPr/>
            <p:nvPr/>
          </p:nvSpPr>
          <p:spPr>
            <a:xfrm rot="-8510606">
              <a:off x="8493832" y="191873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3" name="Google Shape;3173;p40"/>
            <p:cNvSpPr/>
            <p:nvPr/>
          </p:nvSpPr>
          <p:spPr>
            <a:xfrm rot="8716295">
              <a:off x="8679417" y="172705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4" name="Google Shape;3174;p40"/>
            <p:cNvSpPr/>
            <p:nvPr/>
          </p:nvSpPr>
          <p:spPr>
            <a:xfrm rot="8716295">
              <a:off x="8627612" y="162346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5" name="Google Shape;3175;p40"/>
            <p:cNvSpPr/>
            <p:nvPr/>
          </p:nvSpPr>
          <p:spPr>
            <a:xfrm rot="8716295">
              <a:off x="8384366" y="165368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6" name="Google Shape;3176;p40"/>
            <p:cNvSpPr/>
            <p:nvPr/>
          </p:nvSpPr>
          <p:spPr>
            <a:xfrm rot="8716295">
              <a:off x="8561818" y="149443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7" name="Google Shape;3177;p40"/>
            <p:cNvSpPr/>
            <p:nvPr/>
          </p:nvSpPr>
          <p:spPr>
            <a:xfrm rot="8716295">
              <a:off x="7793871" y="122180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8" name="Google Shape;3178;p40"/>
            <p:cNvSpPr/>
            <p:nvPr/>
          </p:nvSpPr>
          <p:spPr>
            <a:xfrm rot="8716295">
              <a:off x="7883263" y="125104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9" name="Google Shape;3179;p40"/>
            <p:cNvSpPr/>
            <p:nvPr/>
          </p:nvSpPr>
          <p:spPr>
            <a:xfrm rot="8716295">
              <a:off x="7838413" y="116476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0" name="Google Shape;3180;p40"/>
            <p:cNvSpPr/>
            <p:nvPr/>
          </p:nvSpPr>
          <p:spPr>
            <a:xfrm rot="8716295">
              <a:off x="7681637" y="131035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1" name="Google Shape;3181;p40"/>
            <p:cNvSpPr/>
            <p:nvPr/>
          </p:nvSpPr>
          <p:spPr>
            <a:xfrm rot="8716295">
              <a:off x="7556734" y="110167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2" name="Google Shape;3182;p40"/>
            <p:cNvSpPr/>
            <p:nvPr/>
          </p:nvSpPr>
          <p:spPr>
            <a:xfrm rot="8716295">
              <a:off x="7544682" y="96289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3" name="Google Shape;3183;p40"/>
            <p:cNvSpPr/>
            <p:nvPr/>
          </p:nvSpPr>
          <p:spPr>
            <a:xfrm rot="8716295">
              <a:off x="7771815" y="135130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4" name="Google Shape;3184;p40"/>
            <p:cNvSpPr/>
            <p:nvPr/>
          </p:nvSpPr>
          <p:spPr>
            <a:xfrm rot="8716295">
              <a:off x="8082970" y="97165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5" name="Google Shape;3185;p40"/>
            <p:cNvSpPr/>
            <p:nvPr/>
          </p:nvSpPr>
          <p:spPr>
            <a:xfrm rot="8716295">
              <a:off x="8172362" y="10008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6" name="Google Shape;3186;p40"/>
            <p:cNvSpPr/>
            <p:nvPr/>
          </p:nvSpPr>
          <p:spPr>
            <a:xfrm rot="8716295">
              <a:off x="7970736" y="106019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7" name="Google Shape;3187;p40"/>
            <p:cNvSpPr/>
            <p:nvPr/>
          </p:nvSpPr>
          <p:spPr>
            <a:xfrm rot="8716295">
              <a:off x="7845834" y="85152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8" name="Google Shape;3188;p40"/>
            <p:cNvSpPr/>
            <p:nvPr/>
          </p:nvSpPr>
          <p:spPr>
            <a:xfrm rot="8716295">
              <a:off x="8060914" y="110115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9" name="Google Shape;3189;p40"/>
            <p:cNvSpPr/>
            <p:nvPr/>
          </p:nvSpPr>
          <p:spPr>
            <a:xfrm rot="8716295">
              <a:off x="7819463" y="95155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0" name="Google Shape;3190;p40"/>
            <p:cNvSpPr/>
            <p:nvPr/>
          </p:nvSpPr>
          <p:spPr>
            <a:xfrm rot="7484129">
              <a:off x="8165845" y="129250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1" name="Google Shape;3191;p40"/>
            <p:cNvSpPr/>
            <p:nvPr/>
          </p:nvSpPr>
          <p:spPr>
            <a:xfrm rot="-8510606">
              <a:off x="8270665" y="125903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2" name="Google Shape;3192;p40"/>
            <p:cNvSpPr/>
            <p:nvPr/>
          </p:nvSpPr>
          <p:spPr>
            <a:xfrm rot="8716295">
              <a:off x="8456250" y="106735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3" name="Google Shape;3193;p40"/>
            <p:cNvSpPr/>
            <p:nvPr/>
          </p:nvSpPr>
          <p:spPr>
            <a:xfrm rot="8716295">
              <a:off x="8404445" y="96376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4" name="Google Shape;3194;p40"/>
            <p:cNvSpPr/>
            <p:nvPr/>
          </p:nvSpPr>
          <p:spPr>
            <a:xfrm rot="8716295">
              <a:off x="8161199" y="99398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5" name="Google Shape;3195;p40"/>
            <p:cNvSpPr/>
            <p:nvPr/>
          </p:nvSpPr>
          <p:spPr>
            <a:xfrm rot="8716295">
              <a:off x="8338651" y="83474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6" name="Google Shape;3196;p40"/>
            <p:cNvSpPr/>
            <p:nvPr/>
          </p:nvSpPr>
          <p:spPr>
            <a:xfrm rot="8716295">
              <a:off x="7574932" y="55974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7" name="Google Shape;3197;p40"/>
            <p:cNvSpPr/>
            <p:nvPr/>
          </p:nvSpPr>
          <p:spPr>
            <a:xfrm rot="8716295">
              <a:off x="7664324" y="58899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8" name="Google Shape;3198;p40"/>
            <p:cNvSpPr/>
            <p:nvPr/>
          </p:nvSpPr>
          <p:spPr>
            <a:xfrm rot="8716295">
              <a:off x="7619474" y="50271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9" name="Google Shape;3199;p40"/>
            <p:cNvSpPr/>
            <p:nvPr/>
          </p:nvSpPr>
          <p:spPr>
            <a:xfrm rot="8716295">
              <a:off x="7462698" y="64829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40"/>
            <p:cNvSpPr/>
            <p:nvPr/>
          </p:nvSpPr>
          <p:spPr>
            <a:xfrm rot="8716295">
              <a:off x="7337795" y="43961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1" name="Google Shape;3201;p40"/>
            <p:cNvSpPr/>
            <p:nvPr/>
          </p:nvSpPr>
          <p:spPr>
            <a:xfrm rot="8716295">
              <a:off x="7325743" y="300839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2" name="Google Shape;3202;p40"/>
            <p:cNvSpPr/>
            <p:nvPr/>
          </p:nvSpPr>
          <p:spPr>
            <a:xfrm rot="8716295">
              <a:off x="7552876" y="68924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3" name="Google Shape;3203;p40"/>
            <p:cNvSpPr/>
            <p:nvPr/>
          </p:nvSpPr>
          <p:spPr>
            <a:xfrm rot="8716295">
              <a:off x="7864031" y="30959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4" name="Google Shape;3204;p40"/>
            <p:cNvSpPr/>
            <p:nvPr/>
          </p:nvSpPr>
          <p:spPr>
            <a:xfrm rot="8716295">
              <a:off x="7953423" y="33883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5" name="Google Shape;3205;p40"/>
            <p:cNvSpPr/>
            <p:nvPr/>
          </p:nvSpPr>
          <p:spPr>
            <a:xfrm rot="8716295">
              <a:off x="7751797" y="39814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6" name="Google Shape;3206;p40"/>
            <p:cNvSpPr/>
            <p:nvPr/>
          </p:nvSpPr>
          <p:spPr>
            <a:xfrm rot="8716295">
              <a:off x="7626895" y="18946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7" name="Google Shape;3207;p40"/>
            <p:cNvSpPr/>
            <p:nvPr/>
          </p:nvSpPr>
          <p:spPr>
            <a:xfrm rot="8716295">
              <a:off x="7841975" y="43909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8" name="Google Shape;3208;p40"/>
            <p:cNvSpPr/>
            <p:nvPr/>
          </p:nvSpPr>
          <p:spPr>
            <a:xfrm rot="8716295">
              <a:off x="7600524" y="28949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9" name="Google Shape;3209;p40"/>
            <p:cNvSpPr/>
            <p:nvPr/>
          </p:nvSpPr>
          <p:spPr>
            <a:xfrm rot="7484129">
              <a:off x="7946906" y="63044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0" name="Google Shape;3210;p40"/>
            <p:cNvSpPr/>
            <p:nvPr/>
          </p:nvSpPr>
          <p:spPr>
            <a:xfrm rot="-8510606">
              <a:off x="8051726" y="59697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1" name="Google Shape;3211;p40"/>
            <p:cNvSpPr/>
            <p:nvPr/>
          </p:nvSpPr>
          <p:spPr>
            <a:xfrm rot="8716295">
              <a:off x="8237311" y="40529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2" name="Google Shape;3212;p40"/>
            <p:cNvSpPr/>
            <p:nvPr/>
          </p:nvSpPr>
          <p:spPr>
            <a:xfrm rot="8716295">
              <a:off x="8185506" y="30170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3" name="Google Shape;3213;p40"/>
            <p:cNvSpPr/>
            <p:nvPr/>
          </p:nvSpPr>
          <p:spPr>
            <a:xfrm rot="8716295">
              <a:off x="7942260" y="33192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4" name="Google Shape;3214;p40"/>
            <p:cNvSpPr/>
            <p:nvPr/>
          </p:nvSpPr>
          <p:spPr>
            <a:xfrm rot="8716295">
              <a:off x="8119712" y="17268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5" name="Google Shape;3215;p40"/>
            <p:cNvSpPr/>
            <p:nvPr/>
          </p:nvSpPr>
          <p:spPr>
            <a:xfrm rot="8716295">
              <a:off x="7366062" y="-56618"/>
              <a:ext cx="142168" cy="181024"/>
            </a:xfrm>
            <a:custGeom>
              <a:rect b="b" l="l" r="r" t="t"/>
              <a:pathLst>
                <a:path extrusionOk="0" h="181024" w="142168">
                  <a:moveTo>
                    <a:pt x="142168" y="181024"/>
                  </a:moveTo>
                  <a:lnTo>
                    <a:pt x="81108" y="13870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6"/>
                  </a:cubicBezTo>
                  <a:cubicBezTo>
                    <a:pt x="79741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9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40"/>
            <p:cNvSpPr/>
            <p:nvPr/>
          </p:nvSpPr>
          <p:spPr>
            <a:xfrm rot="8716295">
              <a:off x="7462482" y="-4908"/>
              <a:ext cx="260639" cy="174584"/>
            </a:xfrm>
            <a:custGeom>
              <a:rect b="b" l="l" r="r" t="t"/>
              <a:pathLst>
                <a:path extrusionOk="0" h="174584" w="260639">
                  <a:moveTo>
                    <a:pt x="111638" y="174584"/>
                  </a:moveTo>
                  <a:lnTo>
                    <a:pt x="51490" y="132891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5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7" name="Google Shape;3217;p40"/>
            <p:cNvSpPr/>
            <p:nvPr/>
          </p:nvSpPr>
          <p:spPr>
            <a:xfrm rot="8716295">
              <a:off x="7443082" y="-10146"/>
              <a:ext cx="28973" cy="21279"/>
            </a:xfrm>
            <a:custGeom>
              <a:rect b="b" l="l" r="r" t="t"/>
              <a:pathLst>
                <a:path extrusionOk="0" h="21279" w="28973">
                  <a:moveTo>
                    <a:pt x="28973" y="21279"/>
                  </a:moveTo>
                  <a:lnTo>
                    <a:pt x="0" y="1196"/>
                  </a:lnTo>
                  <a:lnTo>
                    <a:pt x="4022" y="0"/>
                  </a:lnTo>
                  <a:cubicBezTo>
                    <a:pt x="14958" y="0"/>
                    <a:pt x="22021" y="4785"/>
                    <a:pt x="26350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8" name="Google Shape;3218;p40"/>
            <p:cNvSpPr/>
            <p:nvPr/>
          </p:nvSpPr>
          <p:spPr>
            <a:xfrm rot="8716295">
              <a:off x="7237548" y="-11765"/>
              <a:ext cx="56281" cy="52701"/>
            </a:xfrm>
            <a:custGeom>
              <a:rect b="b" l="l" r="r" t="t"/>
              <a:pathLst>
                <a:path extrusionOk="0" h="52701" w="56281">
                  <a:moveTo>
                    <a:pt x="40554" y="52701"/>
                  </a:moveTo>
                  <a:lnTo>
                    <a:pt x="0" y="24591"/>
                  </a:lnTo>
                  <a:lnTo>
                    <a:pt x="6728" y="8658"/>
                  </a:lnTo>
                  <a:cubicBezTo>
                    <a:pt x="12196" y="3190"/>
                    <a:pt x="19487" y="0"/>
                    <a:pt x="27232" y="0"/>
                  </a:cubicBezTo>
                  <a:cubicBezTo>
                    <a:pt x="34979" y="0"/>
                    <a:pt x="42270" y="3190"/>
                    <a:pt x="47738" y="8658"/>
                  </a:cubicBezTo>
                  <a:cubicBezTo>
                    <a:pt x="59130" y="19594"/>
                    <a:pt x="59129" y="38276"/>
                    <a:pt x="47738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9" name="Google Shape;3219;p40"/>
            <p:cNvSpPr/>
            <p:nvPr/>
          </p:nvSpPr>
          <p:spPr>
            <a:xfrm rot="8716295">
              <a:off x="7178221" y="-7670"/>
              <a:ext cx="22135" cy="15343"/>
            </a:xfrm>
            <a:custGeom>
              <a:rect b="b" l="l" r="r" t="t"/>
              <a:pathLst>
                <a:path extrusionOk="0" h="15343" w="22135">
                  <a:moveTo>
                    <a:pt x="22135" y="15343"/>
                  </a:moveTo>
                  <a:lnTo>
                    <a:pt x="0" y="0"/>
                  </a:lnTo>
                  <a:lnTo>
                    <a:pt x="22135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0" name="Google Shape;3220;p40"/>
            <p:cNvSpPr/>
            <p:nvPr/>
          </p:nvSpPr>
          <p:spPr>
            <a:xfrm rot="8716295">
              <a:off x="7330206" y="2582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1" name="Google Shape;3221;p40"/>
            <p:cNvSpPr/>
            <p:nvPr/>
          </p:nvSpPr>
          <p:spPr>
            <a:xfrm rot="7484129">
              <a:off x="7724236" y="-3297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2" name="Google Shape;3222;p40"/>
            <p:cNvSpPr/>
            <p:nvPr/>
          </p:nvSpPr>
          <p:spPr>
            <a:xfrm rot="-8510606">
              <a:off x="7941179" y="-29293"/>
              <a:ext cx="145407" cy="327190"/>
            </a:xfrm>
            <a:custGeom>
              <a:rect b="b" l="l" r="r" t="t"/>
              <a:pathLst>
                <a:path extrusionOk="0" h="327190" w="145407">
                  <a:moveTo>
                    <a:pt x="145407" y="277267"/>
                  </a:moveTo>
                  <a:lnTo>
                    <a:pt x="81867" y="327190"/>
                  </a:lnTo>
                  <a:lnTo>
                    <a:pt x="54765" y="322521"/>
                  </a:lnTo>
                  <a:cubicBezTo>
                    <a:pt x="43178" y="317693"/>
                    <a:pt x="32556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3" name="Google Shape;3223;p40"/>
            <p:cNvSpPr/>
            <p:nvPr/>
          </p:nvSpPr>
          <p:spPr>
            <a:xfrm rot="8716295">
              <a:off x="9089009" y="2081072"/>
              <a:ext cx="61059" cy="173964"/>
            </a:xfrm>
            <a:custGeom>
              <a:rect b="b" l="l" r="r" t="t"/>
              <a:pathLst>
                <a:path extrusionOk="0" h="173964" w="61059">
                  <a:moveTo>
                    <a:pt x="0" y="173964"/>
                  </a:moveTo>
                  <a:lnTo>
                    <a:pt x="0" y="88087"/>
                  </a:lnTo>
                  <a:lnTo>
                    <a:pt x="61059" y="0"/>
                  </a:lnTo>
                  <a:lnTo>
                    <a:pt x="61059" y="14981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4" name="Google Shape;3224;p40"/>
            <p:cNvSpPr/>
            <p:nvPr/>
          </p:nvSpPr>
          <p:spPr>
            <a:xfrm rot="8716295">
              <a:off x="8987023" y="214104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5" name="Google Shape;3225;p40"/>
            <p:cNvSpPr/>
            <p:nvPr/>
          </p:nvSpPr>
          <p:spPr>
            <a:xfrm rot="8716295">
              <a:off x="8862120" y="19323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40"/>
            <p:cNvSpPr/>
            <p:nvPr/>
          </p:nvSpPr>
          <p:spPr>
            <a:xfrm rot="8716295">
              <a:off x="8845263" y="1791394"/>
              <a:ext cx="290644" cy="345190"/>
            </a:xfrm>
            <a:custGeom>
              <a:rect b="b" l="l" r="r" t="t"/>
              <a:pathLst>
                <a:path extrusionOk="0" h="345190" w="290644">
                  <a:moveTo>
                    <a:pt x="25298" y="315598"/>
                  </a:moveTo>
                  <a:cubicBezTo>
                    <a:pt x="5294" y="296183"/>
                    <a:pt x="0" y="262647"/>
                    <a:pt x="0" y="214403"/>
                  </a:cubicBezTo>
                  <a:lnTo>
                    <a:pt x="0" y="112946"/>
                  </a:lnTo>
                  <a:lnTo>
                    <a:pt x="78290" y="0"/>
                  </a:lnTo>
                  <a:lnTo>
                    <a:pt x="79427" y="158510"/>
                  </a:lnTo>
                  <a:cubicBezTo>
                    <a:pt x="77662" y="191458"/>
                    <a:pt x="82956" y="224993"/>
                    <a:pt x="93547" y="256176"/>
                  </a:cubicBezTo>
                  <a:cubicBezTo>
                    <a:pt x="102961" y="282063"/>
                    <a:pt x="127083" y="295007"/>
                    <a:pt x="164149" y="295007"/>
                  </a:cubicBezTo>
                  <a:cubicBezTo>
                    <a:pt x="182388" y="294418"/>
                    <a:pt x="200038" y="290888"/>
                    <a:pt x="217100" y="285593"/>
                  </a:cubicBezTo>
                  <a:cubicBezTo>
                    <a:pt x="241810" y="277945"/>
                    <a:pt x="265932" y="267942"/>
                    <a:pt x="289467" y="256176"/>
                  </a:cubicBezTo>
                  <a:cubicBezTo>
                    <a:pt x="290055" y="258529"/>
                    <a:pt x="290643" y="261471"/>
                    <a:pt x="290644" y="263824"/>
                  </a:cubicBezTo>
                  <a:lnTo>
                    <a:pt x="290644" y="269708"/>
                  </a:lnTo>
                  <a:cubicBezTo>
                    <a:pt x="228278" y="323247"/>
                    <a:pt x="146498" y="342075"/>
                    <a:pt x="97666" y="345016"/>
                  </a:cubicBezTo>
                  <a:cubicBezTo>
                    <a:pt x="70602" y="346782"/>
                    <a:pt x="44126" y="335014"/>
                    <a:pt x="25298" y="31559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40"/>
            <p:cNvSpPr/>
            <p:nvPr/>
          </p:nvSpPr>
          <p:spPr>
            <a:xfrm rot="8716295">
              <a:off x="9077116" y="2195107"/>
              <a:ext cx="60148" cy="215998"/>
            </a:xfrm>
            <a:custGeom>
              <a:rect b="b" l="l" r="r" t="t"/>
              <a:pathLst>
                <a:path extrusionOk="0" h="215998" w="60148">
                  <a:moveTo>
                    <a:pt x="60148" y="215998"/>
                  </a:moveTo>
                  <a:lnTo>
                    <a:pt x="1" y="158129"/>
                  </a:lnTo>
                  <a:lnTo>
                    <a:pt x="0" y="86771"/>
                  </a:lnTo>
                  <a:lnTo>
                    <a:pt x="6014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8" name="Google Shape;3228;p40"/>
            <p:cNvSpPr/>
            <p:nvPr/>
          </p:nvSpPr>
          <p:spPr>
            <a:xfrm rot="8716295">
              <a:off x="9116544" y="1789625"/>
              <a:ext cx="46394" cy="58308"/>
            </a:xfrm>
            <a:custGeom>
              <a:rect b="b" l="l" r="r" t="t"/>
              <a:pathLst>
                <a:path extrusionOk="0" h="58308" w="46394">
                  <a:moveTo>
                    <a:pt x="0" y="55145"/>
                  </a:moveTo>
                  <a:lnTo>
                    <a:pt x="38225" y="0"/>
                  </a:lnTo>
                  <a:lnTo>
                    <a:pt x="46394" y="19443"/>
                  </a:lnTo>
                  <a:cubicBezTo>
                    <a:pt x="46394" y="29329"/>
                    <a:pt x="42621" y="39290"/>
                    <a:pt x="35074" y="46837"/>
                  </a:cubicBezTo>
                  <a:cubicBezTo>
                    <a:pt x="27830" y="54082"/>
                    <a:pt x="18170" y="58308"/>
                    <a:pt x="7907" y="5830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9" name="Google Shape;3229;p40"/>
            <p:cNvSpPr/>
            <p:nvPr/>
          </p:nvSpPr>
          <p:spPr>
            <a:xfrm rot="8716295">
              <a:off x="9083119" y="2618313"/>
              <a:ext cx="117324" cy="177047"/>
            </a:xfrm>
            <a:custGeom>
              <a:rect b="b" l="l" r="r" t="t"/>
              <a:pathLst>
                <a:path extrusionOk="0" h="177047" w="117324">
                  <a:moveTo>
                    <a:pt x="92026" y="36497"/>
                  </a:moveTo>
                  <a:lnTo>
                    <a:pt x="117324" y="0"/>
                  </a:lnTo>
                  <a:lnTo>
                    <a:pt x="117324" y="36497"/>
                  </a:lnTo>
                  <a:close/>
                  <a:moveTo>
                    <a:pt x="4187" y="177047"/>
                  </a:moveTo>
                  <a:lnTo>
                    <a:pt x="0" y="169258"/>
                  </a:lnTo>
                  <a:lnTo>
                    <a:pt x="13629" y="14959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40"/>
            <p:cNvSpPr/>
            <p:nvPr/>
          </p:nvSpPr>
          <p:spPr>
            <a:xfrm rot="8716295">
              <a:off x="9006440" y="2509028"/>
              <a:ext cx="177822" cy="85743"/>
            </a:xfrm>
            <a:custGeom>
              <a:rect b="b" l="l" r="r" t="t"/>
              <a:pathLst>
                <a:path extrusionOk="0" h="85743" w="177822">
                  <a:moveTo>
                    <a:pt x="0" y="85743"/>
                  </a:moveTo>
                  <a:lnTo>
                    <a:pt x="37709" y="31342"/>
                  </a:lnTo>
                  <a:lnTo>
                    <a:pt x="51327" y="38831"/>
                  </a:lnTo>
                  <a:cubicBezTo>
                    <a:pt x="69566" y="38242"/>
                    <a:pt x="87216" y="34712"/>
                    <a:pt x="104278" y="29418"/>
                  </a:cubicBezTo>
                  <a:cubicBezTo>
                    <a:pt x="128988" y="21768"/>
                    <a:pt x="153111" y="11766"/>
                    <a:pt x="176645" y="0"/>
                  </a:cubicBezTo>
                  <a:cubicBezTo>
                    <a:pt x="177233" y="2354"/>
                    <a:pt x="177821" y="5295"/>
                    <a:pt x="177822" y="7648"/>
                  </a:cubicBezTo>
                  <a:lnTo>
                    <a:pt x="177822" y="13532"/>
                  </a:lnTo>
                  <a:cubicBezTo>
                    <a:pt x="146639" y="40301"/>
                    <a:pt x="110603" y="58393"/>
                    <a:pt x="76258" y="7016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1" name="Google Shape;3231;p40"/>
            <p:cNvSpPr/>
            <p:nvPr/>
          </p:nvSpPr>
          <p:spPr>
            <a:xfrm rot="8716295">
              <a:off x="8877739" y="139153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2" name="Google Shape;3232;p40"/>
            <p:cNvSpPr/>
            <p:nvPr/>
          </p:nvSpPr>
          <p:spPr>
            <a:xfrm rot="8716295">
              <a:off x="8969693" y="1431914"/>
              <a:ext cx="209150" cy="254735"/>
            </a:xfrm>
            <a:custGeom>
              <a:rect b="b" l="l" r="r" t="t"/>
              <a:pathLst>
                <a:path extrusionOk="0" h="254735" w="209150">
                  <a:moveTo>
                    <a:pt x="0" y="254735"/>
                  </a:moveTo>
                  <a:lnTo>
                    <a:pt x="0" y="155827"/>
                  </a:lnTo>
                  <a:lnTo>
                    <a:pt x="104101" y="5646"/>
                  </a:lnTo>
                  <a:lnTo>
                    <a:pt x="133965" y="19"/>
                  </a:lnTo>
                  <a:cubicBezTo>
                    <a:pt x="180899" y="-892"/>
                    <a:pt x="209150" y="31916"/>
                    <a:pt x="209150" y="88418"/>
                  </a:cubicBezTo>
                  <a:lnTo>
                    <a:pt x="209150" y="94342"/>
                  </a:lnTo>
                  <a:lnTo>
                    <a:pt x="147180" y="97987"/>
                  </a:lnTo>
                  <a:lnTo>
                    <a:pt x="147180" y="81584"/>
                  </a:lnTo>
                  <a:cubicBezTo>
                    <a:pt x="147180" y="56977"/>
                    <a:pt x="133054" y="40118"/>
                    <a:pt x="113461" y="40118"/>
                  </a:cubicBezTo>
                  <a:cubicBezTo>
                    <a:pt x="84299" y="40118"/>
                    <a:pt x="60149" y="78850"/>
                    <a:pt x="60149" y="127605"/>
                  </a:cubicBezTo>
                  <a:lnTo>
                    <a:pt x="60149" y="213726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3" name="Google Shape;3233;p40"/>
            <p:cNvSpPr/>
            <p:nvPr/>
          </p:nvSpPr>
          <p:spPr>
            <a:xfrm rot="8716295">
              <a:off x="8922281" y="133449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4" name="Google Shape;3234;p40"/>
            <p:cNvSpPr/>
            <p:nvPr/>
          </p:nvSpPr>
          <p:spPr>
            <a:xfrm rot="8716295">
              <a:off x="8765505" y="148007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5" name="Google Shape;3235;p40"/>
            <p:cNvSpPr/>
            <p:nvPr/>
          </p:nvSpPr>
          <p:spPr>
            <a:xfrm rot="8716295">
              <a:off x="8640602" y="127140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6" name="Google Shape;3236;p40"/>
            <p:cNvSpPr/>
            <p:nvPr/>
          </p:nvSpPr>
          <p:spPr>
            <a:xfrm rot="8716295">
              <a:off x="8628550" y="113262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7" name="Google Shape;3237;p40"/>
            <p:cNvSpPr/>
            <p:nvPr/>
          </p:nvSpPr>
          <p:spPr>
            <a:xfrm rot="8716295">
              <a:off x="8855683" y="152102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40"/>
            <p:cNvSpPr/>
            <p:nvPr/>
          </p:nvSpPr>
          <p:spPr>
            <a:xfrm rot="8716295">
              <a:off x="9129108" y="1200690"/>
              <a:ext cx="29782" cy="42964"/>
            </a:xfrm>
            <a:custGeom>
              <a:rect b="b" l="l" r="r" t="t"/>
              <a:pathLst>
                <a:path extrusionOk="0" h="42964" w="29782">
                  <a:moveTo>
                    <a:pt x="0" y="42964"/>
                  </a:moveTo>
                  <a:lnTo>
                    <a:pt x="29782" y="0"/>
                  </a:lnTo>
                  <a:lnTo>
                    <a:pt x="29782" y="3118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9" name="Google Shape;3239;p40"/>
            <p:cNvSpPr/>
            <p:nvPr/>
          </p:nvSpPr>
          <p:spPr>
            <a:xfrm rot="8716295">
              <a:off x="9054604" y="122992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0" name="Google Shape;3240;p40"/>
            <p:cNvSpPr/>
            <p:nvPr/>
          </p:nvSpPr>
          <p:spPr>
            <a:xfrm rot="8716295">
              <a:off x="8929702" y="10212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1" name="Google Shape;3241;p40"/>
            <p:cNvSpPr/>
            <p:nvPr/>
          </p:nvSpPr>
          <p:spPr>
            <a:xfrm rot="8716295">
              <a:off x="9112658" y="1300147"/>
              <a:ext cx="40491" cy="97371"/>
            </a:xfrm>
            <a:custGeom>
              <a:rect b="b" l="l" r="r" t="t"/>
              <a:pathLst>
                <a:path extrusionOk="0" h="97371" w="40491">
                  <a:moveTo>
                    <a:pt x="40491" y="97371"/>
                  </a:moveTo>
                  <a:lnTo>
                    <a:pt x="0" y="58414"/>
                  </a:lnTo>
                  <a:lnTo>
                    <a:pt x="4049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2" name="Google Shape;3242;p40"/>
            <p:cNvSpPr/>
            <p:nvPr/>
          </p:nvSpPr>
          <p:spPr>
            <a:xfrm rot="8716295">
              <a:off x="8903331" y="112127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3" name="Google Shape;3243;p40"/>
            <p:cNvSpPr/>
            <p:nvPr/>
          </p:nvSpPr>
          <p:spPr>
            <a:xfrm rot="8716295">
              <a:off x="8654572" y="73183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4" name="Google Shape;3244;p40"/>
            <p:cNvSpPr/>
            <p:nvPr/>
          </p:nvSpPr>
          <p:spPr>
            <a:xfrm rot="8716295">
              <a:off x="8743964" y="76107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5" name="Google Shape;3245;p40"/>
            <p:cNvSpPr/>
            <p:nvPr/>
          </p:nvSpPr>
          <p:spPr>
            <a:xfrm rot="8716295">
              <a:off x="8699114" y="67479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6" name="Google Shape;3246;p40"/>
            <p:cNvSpPr/>
            <p:nvPr/>
          </p:nvSpPr>
          <p:spPr>
            <a:xfrm rot="8716295">
              <a:off x="8542338" y="82037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7" name="Google Shape;3247;p40"/>
            <p:cNvSpPr/>
            <p:nvPr/>
          </p:nvSpPr>
          <p:spPr>
            <a:xfrm rot="8716295">
              <a:off x="8417435" y="61170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8" name="Google Shape;3248;p40"/>
            <p:cNvSpPr/>
            <p:nvPr/>
          </p:nvSpPr>
          <p:spPr>
            <a:xfrm rot="8716295">
              <a:off x="8405383" y="47292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9" name="Google Shape;3249;p40"/>
            <p:cNvSpPr/>
            <p:nvPr/>
          </p:nvSpPr>
          <p:spPr>
            <a:xfrm rot="8716295">
              <a:off x="8632516" y="86132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0" name="Google Shape;3250;p40"/>
            <p:cNvSpPr/>
            <p:nvPr/>
          </p:nvSpPr>
          <p:spPr>
            <a:xfrm rot="8716295">
              <a:off x="8943671" y="48168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1" name="Google Shape;3251;p40"/>
            <p:cNvSpPr/>
            <p:nvPr/>
          </p:nvSpPr>
          <p:spPr>
            <a:xfrm rot="8716295">
              <a:off x="9036942" y="543643"/>
              <a:ext cx="187036" cy="222292"/>
            </a:xfrm>
            <a:custGeom>
              <a:rect b="b" l="l" r="r" t="t"/>
              <a:pathLst>
                <a:path extrusionOk="0" h="222292" w="187036">
                  <a:moveTo>
                    <a:pt x="125066" y="80621"/>
                  </a:moveTo>
                  <a:lnTo>
                    <a:pt x="125066" y="64217"/>
                  </a:lnTo>
                  <a:lnTo>
                    <a:pt x="120199" y="48887"/>
                  </a:lnTo>
                  <a:lnTo>
                    <a:pt x="154086" y="0"/>
                  </a:lnTo>
                  <a:lnTo>
                    <a:pt x="167044" y="5322"/>
                  </a:lnTo>
                  <a:cubicBezTo>
                    <a:pt x="179974" y="20473"/>
                    <a:pt x="187036" y="42801"/>
                    <a:pt x="187036" y="71052"/>
                  </a:cubicBezTo>
                  <a:lnTo>
                    <a:pt x="187036" y="76976"/>
                  </a:lnTo>
                  <a:close/>
                  <a:moveTo>
                    <a:pt x="0" y="222292"/>
                  </a:moveTo>
                  <a:lnTo>
                    <a:pt x="38035" y="167421"/>
                  </a:lnTo>
                  <a:lnTo>
                    <a:pt x="38035" y="1963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2" name="Google Shape;3252;p40"/>
            <p:cNvSpPr/>
            <p:nvPr/>
          </p:nvSpPr>
          <p:spPr>
            <a:xfrm rot="8716295">
              <a:off x="8831437" y="57022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3" name="Google Shape;3253;p40"/>
            <p:cNvSpPr/>
            <p:nvPr/>
          </p:nvSpPr>
          <p:spPr>
            <a:xfrm rot="8716295">
              <a:off x="8706535" y="36155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4" name="Google Shape;3254;p40"/>
            <p:cNvSpPr/>
            <p:nvPr/>
          </p:nvSpPr>
          <p:spPr>
            <a:xfrm rot="8716295">
              <a:off x="8921615" y="61117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5" name="Google Shape;3255;p40"/>
            <p:cNvSpPr/>
            <p:nvPr/>
          </p:nvSpPr>
          <p:spPr>
            <a:xfrm rot="8716295">
              <a:off x="8680164" y="46157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6" name="Google Shape;3256;p40"/>
            <p:cNvSpPr/>
            <p:nvPr/>
          </p:nvSpPr>
          <p:spPr>
            <a:xfrm rot="7484129">
              <a:off x="9031331" y="823575"/>
              <a:ext cx="156001" cy="192535"/>
            </a:xfrm>
            <a:custGeom>
              <a:rect b="b" l="l" r="r" t="t"/>
              <a:pathLst>
                <a:path extrusionOk="0" h="192535" w="156001">
                  <a:moveTo>
                    <a:pt x="42863" y="192535"/>
                  </a:moveTo>
                  <a:lnTo>
                    <a:pt x="0" y="112791"/>
                  </a:lnTo>
                  <a:lnTo>
                    <a:pt x="2226" y="106620"/>
                  </a:lnTo>
                  <a:lnTo>
                    <a:pt x="156001" y="0"/>
                  </a:lnTo>
                  <a:lnTo>
                    <a:pt x="156001" y="51985"/>
                  </a:lnTo>
                  <a:lnTo>
                    <a:pt x="91208" y="5198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7" name="Google Shape;3257;p40"/>
            <p:cNvSpPr/>
            <p:nvPr/>
          </p:nvSpPr>
          <p:spPr>
            <a:xfrm rot="8716295">
              <a:off x="9021900" y="50400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8" name="Google Shape;3258;p40"/>
            <p:cNvSpPr/>
            <p:nvPr/>
          </p:nvSpPr>
          <p:spPr>
            <a:xfrm rot="8716295">
              <a:off x="8435633" y="6977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9" name="Google Shape;3259;p40"/>
            <p:cNvSpPr/>
            <p:nvPr/>
          </p:nvSpPr>
          <p:spPr>
            <a:xfrm rot="8716295">
              <a:off x="8525025" y="9901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0" name="Google Shape;3260;p40"/>
            <p:cNvSpPr/>
            <p:nvPr/>
          </p:nvSpPr>
          <p:spPr>
            <a:xfrm rot="8716295">
              <a:off x="8481025" y="28568"/>
              <a:ext cx="174031" cy="125883"/>
            </a:xfrm>
            <a:custGeom>
              <a:rect b="b" l="l" r="r" t="t"/>
              <a:pathLst>
                <a:path extrusionOk="0" h="125883" w="174031">
                  <a:moveTo>
                    <a:pt x="17189" y="125883"/>
                  </a:moveTo>
                  <a:lnTo>
                    <a:pt x="0" y="113969"/>
                  </a:lnTo>
                  <a:lnTo>
                    <a:pt x="91100" y="28251"/>
                  </a:lnTo>
                  <a:cubicBezTo>
                    <a:pt x="104771" y="12303"/>
                    <a:pt x="124364" y="2279"/>
                    <a:pt x="145780" y="0"/>
                  </a:cubicBezTo>
                  <a:cubicBezTo>
                    <a:pt x="167652" y="0"/>
                    <a:pt x="174031" y="19138"/>
                    <a:pt x="174031" y="33719"/>
                  </a:cubicBezTo>
                  <a:cubicBezTo>
                    <a:pt x="172664" y="49668"/>
                    <a:pt x="162183" y="62881"/>
                    <a:pt x="147603" y="69261"/>
                  </a:cubicBezTo>
                  <a:lnTo>
                    <a:pt x="148058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1" name="Google Shape;3261;p40"/>
            <p:cNvSpPr/>
            <p:nvPr/>
          </p:nvSpPr>
          <p:spPr>
            <a:xfrm rot="8716295">
              <a:off x="8323399" y="1583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2" name="Google Shape;3262;p40"/>
            <p:cNvSpPr/>
            <p:nvPr/>
          </p:nvSpPr>
          <p:spPr>
            <a:xfrm rot="8716295">
              <a:off x="8205007" y="-15193"/>
              <a:ext cx="203847" cy="157180"/>
            </a:xfrm>
            <a:custGeom>
              <a:rect b="b" l="l" r="r" t="t"/>
              <a:pathLst>
                <a:path extrusionOk="0" h="157180" w="203847">
                  <a:moveTo>
                    <a:pt x="104019" y="157180"/>
                  </a:moveTo>
                  <a:lnTo>
                    <a:pt x="49658" y="119499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3" name="Google Shape;3263;p40"/>
            <p:cNvSpPr/>
            <p:nvPr/>
          </p:nvSpPr>
          <p:spPr>
            <a:xfrm rot="8716295">
              <a:off x="8444752" y="-32262"/>
              <a:ext cx="79035" cy="109481"/>
            </a:xfrm>
            <a:custGeom>
              <a:rect b="b" l="l" r="r" t="t"/>
              <a:pathLst>
                <a:path extrusionOk="0" h="109481" w="79035">
                  <a:moveTo>
                    <a:pt x="79035" y="109481"/>
                  </a:moveTo>
                  <a:lnTo>
                    <a:pt x="0" y="54697"/>
                  </a:lnTo>
                  <a:lnTo>
                    <a:pt x="0" y="40597"/>
                  </a:lnTo>
                  <a:lnTo>
                    <a:pt x="7825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4" name="Google Shape;3264;p40"/>
            <p:cNvSpPr/>
            <p:nvPr/>
          </p:nvSpPr>
          <p:spPr>
            <a:xfrm rot="8716295">
              <a:off x="8413577" y="19927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5" name="Google Shape;3265;p40"/>
            <p:cNvSpPr/>
            <p:nvPr/>
          </p:nvSpPr>
          <p:spPr>
            <a:xfrm rot="8716295">
              <a:off x="8766514" y="-43842"/>
              <a:ext cx="126501" cy="87686"/>
            </a:xfrm>
            <a:custGeom>
              <a:rect b="b" l="l" r="r" t="t"/>
              <a:pathLst>
                <a:path extrusionOk="0" h="87686" w="126501">
                  <a:moveTo>
                    <a:pt x="126501" y="87686"/>
                  </a:moveTo>
                  <a:lnTo>
                    <a:pt x="0" y="0"/>
                  </a:lnTo>
                  <a:lnTo>
                    <a:pt x="69543" y="0"/>
                  </a:lnTo>
                  <a:cubicBezTo>
                    <a:pt x="106451" y="0"/>
                    <a:pt x="126500" y="15949"/>
                    <a:pt x="126501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6" name="Google Shape;3266;p40"/>
            <p:cNvSpPr/>
            <p:nvPr/>
          </p:nvSpPr>
          <p:spPr>
            <a:xfrm rot="8716295">
              <a:off x="8856759" y="-11878"/>
              <a:ext cx="260639" cy="98025"/>
            </a:xfrm>
            <a:custGeom>
              <a:rect b="b" l="l" r="r" t="t"/>
              <a:pathLst>
                <a:path extrusionOk="0" h="98025" w="260639">
                  <a:moveTo>
                    <a:pt x="121640" y="88179"/>
                  </a:moveTo>
                  <a:lnTo>
                    <a:pt x="0" y="3862"/>
                  </a:lnTo>
                  <a:lnTo>
                    <a:pt x="0" y="1424"/>
                  </a:lnTo>
                  <a:lnTo>
                    <a:pt x="104802" y="1424"/>
                  </a:lnTo>
                  <a:lnTo>
                    <a:pt x="104802" y="75242"/>
                  </a:lnTo>
                  <a:lnTo>
                    <a:pt x="106170" y="75242"/>
                  </a:lnTo>
                  <a:cubicBezTo>
                    <a:pt x="120751" y="31954"/>
                    <a:pt x="132143" y="15095"/>
                    <a:pt x="154014" y="5981"/>
                  </a:cubicBezTo>
                  <a:cubicBezTo>
                    <a:pt x="164039" y="1880"/>
                    <a:pt x="174519" y="-398"/>
                    <a:pt x="185454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3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7" name="Google Shape;3267;p40"/>
            <p:cNvSpPr/>
            <p:nvPr/>
          </p:nvSpPr>
          <p:spPr>
            <a:xfrm rot="8716295">
              <a:off x="8702676" y="-5088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8" name="Google Shape;3268;p40"/>
            <p:cNvSpPr/>
            <p:nvPr/>
          </p:nvSpPr>
          <p:spPr>
            <a:xfrm rot="7484129">
              <a:off x="8807607" y="14046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9" name="Google Shape;3269;p40"/>
            <p:cNvSpPr/>
            <p:nvPr/>
          </p:nvSpPr>
          <p:spPr>
            <a:xfrm rot="-8510606">
              <a:off x="8909339" y="109550"/>
              <a:ext cx="272584" cy="321941"/>
            </a:xfrm>
            <a:custGeom>
              <a:rect b="b" l="l" r="r" t="t"/>
              <a:pathLst>
                <a:path extrusionOk="0" h="321941" w="272584"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8"/>
                  </a:cubicBezTo>
                  <a:lnTo>
                    <a:pt x="137666" y="321941"/>
                  </a:lnTo>
                  <a:lnTo>
                    <a:pt x="0" y="146725"/>
                  </a:lnTo>
                  <a:lnTo>
                    <a:pt x="0" y="38074"/>
                  </a:lnTo>
                  <a:lnTo>
                    <a:pt x="73387" y="0"/>
                  </a:lnTo>
                  <a:lnTo>
                    <a:pt x="74491" y="153950"/>
                  </a:lnTo>
                  <a:cubicBezTo>
                    <a:pt x="72836" y="184850"/>
                    <a:pt x="77802" y="216301"/>
                    <a:pt x="87734" y="245547"/>
                  </a:cubicBezTo>
                  <a:cubicBezTo>
                    <a:pt x="96563" y="269826"/>
                    <a:pt x="119187" y="281965"/>
                    <a:pt x="153949" y="281965"/>
                  </a:cubicBezTo>
                  <a:cubicBezTo>
                    <a:pt x="171055" y="281413"/>
                    <a:pt x="187608" y="278102"/>
                    <a:pt x="203610" y="273136"/>
                  </a:cubicBezTo>
                  <a:cubicBezTo>
                    <a:pt x="226786" y="265962"/>
                    <a:pt x="249409" y="256583"/>
                    <a:pt x="271481" y="245547"/>
                  </a:cubicBezTo>
                  <a:cubicBezTo>
                    <a:pt x="272032" y="247754"/>
                    <a:pt x="272584" y="250512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0" name="Google Shape;3270;p40"/>
            <p:cNvSpPr/>
            <p:nvPr/>
          </p:nvSpPr>
          <p:spPr>
            <a:xfrm rot="8716295">
              <a:off x="9122688" y="40501"/>
              <a:ext cx="40667" cy="55234"/>
            </a:xfrm>
            <a:custGeom>
              <a:rect b="b" l="l" r="r" t="t"/>
              <a:pathLst>
                <a:path extrusionOk="0" h="55234" w="40667">
                  <a:moveTo>
                    <a:pt x="0" y="55234"/>
                  </a:moveTo>
                  <a:lnTo>
                    <a:pt x="38286" y="0"/>
                  </a:lnTo>
                  <a:lnTo>
                    <a:pt x="40667" y="8974"/>
                  </a:lnTo>
                  <a:cubicBezTo>
                    <a:pt x="39055" y="27784"/>
                    <a:pt x="26693" y="43369"/>
                    <a:pt x="9497" y="50893"/>
                  </a:cubicBezTo>
                  <a:lnTo>
                    <a:pt x="10033" y="508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1" name="Google Shape;3271;p40"/>
            <p:cNvSpPr/>
            <p:nvPr/>
          </p:nvSpPr>
          <p:spPr>
            <a:xfrm rot="8716295">
              <a:off x="8952852" y="4155793"/>
              <a:ext cx="183188" cy="195873"/>
            </a:xfrm>
            <a:custGeom>
              <a:rect b="b" l="l" r="r" t="t"/>
              <a:pathLst>
                <a:path extrusionOk="0" h="195873" w="183188">
                  <a:moveTo>
                    <a:pt x="70051" y="195873"/>
                  </a:moveTo>
                  <a:lnTo>
                    <a:pt x="27188" y="116129"/>
                  </a:lnTo>
                  <a:lnTo>
                    <a:pt x="49117" y="55323"/>
                  </a:lnTo>
                  <a:lnTo>
                    <a:pt x="0" y="55323"/>
                  </a:lnTo>
                  <a:lnTo>
                    <a:pt x="38348" y="0"/>
                  </a:lnTo>
                  <a:lnTo>
                    <a:pt x="183188" y="0"/>
                  </a:lnTo>
                  <a:lnTo>
                    <a:pt x="183188" y="55323"/>
                  </a:lnTo>
                  <a:lnTo>
                    <a:pt x="11839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72" name="Google Shape;3272;p40"/>
          <p:cNvSpPr/>
          <p:nvPr/>
        </p:nvSpPr>
        <p:spPr>
          <a:xfrm>
            <a:off x="1" y="0"/>
            <a:ext cx="6096000" cy="5143500"/>
          </a:xfrm>
          <a:custGeom>
            <a:rect b="b" l="l" r="r" t="t"/>
            <a:pathLst>
              <a:path extrusionOk="0" h="5143500" w="6096000">
                <a:moveTo>
                  <a:pt x="0" y="0"/>
                </a:moveTo>
                <a:lnTo>
                  <a:pt x="6096000" y="0"/>
                </a:lnTo>
                <a:lnTo>
                  <a:pt x="5658098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3" name="Google Shape;3273;p40"/>
          <p:cNvSpPr txBox="1"/>
          <p:nvPr>
            <p:ph idx="1" type="body"/>
          </p:nvPr>
        </p:nvSpPr>
        <p:spPr>
          <a:xfrm>
            <a:off x="669920" y="812296"/>
            <a:ext cx="360000" cy="4571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4" name="Google Shape;3274;p40"/>
          <p:cNvSpPr txBox="1"/>
          <p:nvPr>
            <p:ph idx="2" type="body"/>
          </p:nvPr>
        </p:nvSpPr>
        <p:spPr>
          <a:xfrm>
            <a:off x="1029920" y="812296"/>
            <a:ext cx="36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5" name="Google Shape;3275;p40"/>
          <p:cNvSpPr txBox="1"/>
          <p:nvPr>
            <p:ph type="title"/>
          </p:nvPr>
        </p:nvSpPr>
        <p:spPr>
          <a:xfrm>
            <a:off x="565123" y="333575"/>
            <a:ext cx="4278481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6" name="Google Shape;3276;p40"/>
          <p:cNvSpPr txBox="1"/>
          <p:nvPr>
            <p:ph idx="3" type="body"/>
          </p:nvPr>
        </p:nvSpPr>
        <p:spPr>
          <a:xfrm>
            <a:off x="6557797" y="4265959"/>
            <a:ext cx="972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7" name="Google Shape;3277;p40"/>
          <p:cNvSpPr txBox="1"/>
          <p:nvPr>
            <p:ph idx="4" type="body"/>
          </p:nvPr>
        </p:nvSpPr>
        <p:spPr>
          <a:xfrm>
            <a:off x="7527881" y="4265959"/>
            <a:ext cx="972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8" name="Google Shape;3278;p40"/>
          <p:cNvSpPr txBox="1"/>
          <p:nvPr>
            <p:ph idx="5" type="body"/>
          </p:nvPr>
        </p:nvSpPr>
        <p:spPr>
          <a:xfrm>
            <a:off x="6544353" y="491319"/>
            <a:ext cx="2190214" cy="345571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b="0" sz="11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279" name="Google Shape;3279;p40"/>
          <p:cNvSpPr txBox="1"/>
          <p:nvPr>
            <p:ph idx="12" type="sldNum"/>
          </p:nvPr>
        </p:nvSpPr>
        <p:spPr>
          <a:xfrm>
            <a:off x="5500800" y="0"/>
            <a:ext cx="594090" cy="26659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0" lIns="0" spcFirstLastPara="1" rIns="0" wrap="square" tIns="1800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deux lignes + Contenu">
  <p:cSld name="Titre sur deux lignes + Contenu">
    <p:bg>
      <p:bgPr>
        <a:solidFill>
          <a:schemeClr val="dk2"/>
        </a:solidFill>
      </p:bgPr>
    </p:bg>
    <p:spTree>
      <p:nvGrpSpPr>
        <p:cNvPr id="3280" name="Shape 3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1" name="Google Shape;3281;p41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5476" y="1246048"/>
                </a:moveTo>
                <a:lnTo>
                  <a:pt x="685476" y="1291767"/>
                </a:lnTo>
                <a:lnTo>
                  <a:pt x="1045476" y="1291767"/>
                </a:lnTo>
                <a:lnTo>
                  <a:pt x="1045476" y="124604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2" name="Google Shape;3282;p41"/>
          <p:cNvSpPr txBox="1"/>
          <p:nvPr>
            <p:ph type="title"/>
          </p:nvPr>
        </p:nvSpPr>
        <p:spPr>
          <a:xfrm>
            <a:off x="1198859" y="342566"/>
            <a:ext cx="7316491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283" name="Google Shape;3283;p41"/>
          <p:cNvGrpSpPr/>
          <p:nvPr/>
        </p:nvGrpSpPr>
        <p:grpSpPr>
          <a:xfrm>
            <a:off x="-159823" y="-80990"/>
            <a:ext cx="1153647" cy="5252024"/>
            <a:chOff x="-159823" y="-80990"/>
            <a:chExt cx="1153647" cy="5252024"/>
          </a:xfrm>
        </p:grpSpPr>
        <p:sp>
          <p:nvSpPr>
            <p:cNvPr id="3284" name="Google Shape;3284;p41"/>
            <p:cNvSpPr/>
            <p:nvPr/>
          </p:nvSpPr>
          <p:spPr>
            <a:xfrm rot="8716295">
              <a:off x="617786" y="1780350"/>
              <a:ext cx="152726" cy="195873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5" name="Google Shape;3285;p41"/>
            <p:cNvSpPr/>
            <p:nvPr/>
          </p:nvSpPr>
          <p:spPr>
            <a:xfrm rot="8716295">
              <a:off x="534441" y="1654353"/>
              <a:ext cx="262864" cy="103234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6" name="Google Shape;3286;p41"/>
            <p:cNvSpPr/>
            <p:nvPr/>
          </p:nvSpPr>
          <p:spPr>
            <a:xfrm rot="8716295">
              <a:off x="632719" y="1232432"/>
              <a:ext cx="121558" cy="232388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7" name="Google Shape;3287;p41"/>
            <p:cNvSpPr/>
            <p:nvPr/>
          </p:nvSpPr>
          <p:spPr>
            <a:xfrm rot="8716295">
              <a:off x="763454" y="1474783"/>
              <a:ext cx="14143" cy="1431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8" name="Google Shape;3288;p41"/>
            <p:cNvSpPr/>
            <p:nvPr/>
          </p:nvSpPr>
          <p:spPr>
            <a:xfrm rot="8716295">
              <a:off x="672878" y="1171577"/>
              <a:ext cx="183964" cy="137618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9" name="Google Shape;3289;p41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0" name="Google Shape;3290;p41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1" name="Google Shape;3291;p41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2" name="Google Shape;3292;p41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3" name="Google Shape;3293;p41"/>
            <p:cNvSpPr/>
            <p:nvPr/>
          </p:nvSpPr>
          <p:spPr>
            <a:xfrm rot="8716295">
              <a:off x="683426" y="869567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4" name="Google Shape;3294;p41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5" name="Google Shape;3295;p41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6" name="Google Shape;3296;p41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7" name="Google Shape;3297;p41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8" name="Google Shape;3298;p41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9" name="Google Shape;3299;p41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0" name="Google Shape;3300;p41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41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41"/>
            <p:cNvSpPr/>
            <p:nvPr/>
          </p:nvSpPr>
          <p:spPr>
            <a:xfrm rot="8716295">
              <a:off x="702015" y="317459"/>
              <a:ext cx="131260" cy="232388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3" name="Google Shape;3303;p41"/>
            <p:cNvSpPr/>
            <p:nvPr/>
          </p:nvSpPr>
          <p:spPr>
            <a:xfrm rot="8716295">
              <a:off x="834978" y="558357"/>
              <a:ext cx="24341" cy="23495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4" name="Google Shape;3304;p41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5" name="Google Shape;3305;p41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6" name="Google Shape;3306;p41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7" name="Google Shape;3307;p41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8" name="Google Shape;3308;p41"/>
            <p:cNvSpPr/>
            <p:nvPr/>
          </p:nvSpPr>
          <p:spPr>
            <a:xfrm rot="7484129">
              <a:off x="811674" y="658874"/>
              <a:ext cx="31078" cy="46141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9" name="Google Shape;3309;p41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0" name="Google Shape;3310;p41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1" name="Google Shape;3311;p41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2" name="Google Shape;3312;p41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3" name="Google Shape;3313;p41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4" name="Google Shape;3314;p41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5" name="Google Shape;3315;p41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6" name="Google Shape;3316;p41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7" name="Google Shape;3317;p41"/>
            <p:cNvSpPr/>
            <p:nvPr/>
          </p:nvSpPr>
          <p:spPr>
            <a:xfrm rot="-8510606">
              <a:off x="767127" y="-2787"/>
              <a:ext cx="149688" cy="30106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8" name="Google Shape;3318;p41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9" name="Google Shape;3319;p41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0" name="Google Shape;3320;p41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1" name="Google Shape;3321;p41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2" name="Google Shape;3322;p41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3" name="Google Shape;3323;p41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4" name="Google Shape;3324;p41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5" name="Google Shape;3325;p41"/>
            <p:cNvSpPr/>
            <p:nvPr/>
          </p:nvSpPr>
          <p:spPr>
            <a:xfrm rot="8716295">
              <a:off x="502599" y="2802136"/>
              <a:ext cx="117588" cy="232388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6" name="Google Shape;3326;p41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7" name="Google Shape;3327;p41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8" name="Google Shape;3328;p41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9" name="Google Shape;3329;p41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0" name="Google Shape;3330;p41"/>
            <p:cNvSpPr/>
            <p:nvPr/>
          </p:nvSpPr>
          <p:spPr>
            <a:xfrm rot="7484129">
              <a:off x="609980" y="3142825"/>
              <a:ext cx="20881" cy="31001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41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2" name="Google Shape;3332;p41"/>
            <p:cNvSpPr/>
            <p:nvPr/>
          </p:nvSpPr>
          <p:spPr>
            <a:xfrm rot="8716295">
              <a:off x="437995" y="3716235"/>
              <a:ext cx="102679" cy="232388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3" name="Google Shape;3333;p41"/>
            <p:cNvSpPr/>
            <p:nvPr/>
          </p:nvSpPr>
          <p:spPr>
            <a:xfrm rot="8716295">
              <a:off x="482715" y="3669965"/>
              <a:ext cx="154563" cy="124897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4" name="Google Shape;3334;p41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5" name="Google Shape;3335;p41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6" name="Google Shape;3336;p41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7" name="Google Shape;3337;p41"/>
            <p:cNvSpPr/>
            <p:nvPr/>
          </p:nvSpPr>
          <p:spPr>
            <a:xfrm rot="8716295">
              <a:off x="410218" y="3834716"/>
              <a:ext cx="103435" cy="219174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8" name="Google Shape;3338;p41"/>
            <p:cNvSpPr/>
            <p:nvPr/>
          </p:nvSpPr>
          <p:spPr>
            <a:xfrm rot="8716295">
              <a:off x="487452" y="3349370"/>
              <a:ext cx="151162" cy="195873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9" name="Google Shape;3339;p41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0" name="Google Shape;3340;p41"/>
            <p:cNvSpPr/>
            <p:nvPr/>
          </p:nvSpPr>
          <p:spPr>
            <a:xfrm rot="8716295">
              <a:off x="417336" y="4258920"/>
              <a:ext cx="147637" cy="195874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41"/>
            <p:cNvSpPr/>
            <p:nvPr/>
          </p:nvSpPr>
          <p:spPr>
            <a:xfrm rot="8716295">
              <a:off x="330834" y="4134902"/>
              <a:ext cx="254613" cy="91157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41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3" name="Google Shape;3343;p41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4" name="Google Shape;3344;p41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41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6" name="Google Shape;3346;p41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7" name="Google Shape;3347;p41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8" name="Google Shape;3348;p41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9" name="Google Shape;3349;p41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0" name="Google Shape;3350;p41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41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2" name="Google Shape;3352;p41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41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4" name="Google Shape;3354;p41"/>
            <p:cNvSpPr/>
            <p:nvPr/>
          </p:nvSpPr>
          <p:spPr>
            <a:xfrm rot="-8510606">
              <a:off x="463440" y="2426400"/>
              <a:ext cx="272584" cy="319064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5" name="Google Shape;3355;p41"/>
            <p:cNvSpPr/>
            <p:nvPr/>
          </p:nvSpPr>
          <p:spPr>
            <a:xfrm rot="8716295">
              <a:off x="675867" y="2357327"/>
              <a:ext cx="38012" cy="45752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6" name="Google Shape;3356;p41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7" name="Google Shape;3357;p41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8" name="Google Shape;3358;p41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9" name="Google Shape;3359;p41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0" name="Google Shape;3360;p41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1" name="Google Shape;3361;p41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2" name="Google Shape;3362;p41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3" name="Google Shape;3363;p41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4" name="Google Shape;3364;p41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5" name="Google Shape;3365;p41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6" name="Google Shape;3366;p41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7" name="Google Shape;3367;p41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8" name="Google Shape;3368;p41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9" name="Google Shape;3369;p41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0" name="Google Shape;3370;p41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1" name="Google Shape;3371;p41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2" name="Google Shape;3372;p41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3" name="Google Shape;3373;p41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4" name="Google Shape;3374;p41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5" name="Google Shape;3375;p41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6" name="Google Shape;3376;p41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7" name="Google Shape;3377;p41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8" name="Google Shape;3378;p41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9" name="Google Shape;3379;p41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0" name="Google Shape;3380;p41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1" name="Google Shape;3381;p41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2" name="Google Shape;3382;p41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3" name="Google Shape;3383;p41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4" name="Google Shape;3384;p41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5" name="Google Shape;3385;p41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6" name="Google Shape;3386;p41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7" name="Google Shape;3387;p41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8" name="Google Shape;3388;p41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9" name="Google Shape;3389;p41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0" name="Google Shape;3390;p41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1" name="Google Shape;3391;p41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2" name="Google Shape;3392;p41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3" name="Google Shape;3393;p41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4" name="Google Shape;3394;p41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5" name="Google Shape;3395;p41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6" name="Google Shape;3396;p41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7" name="Google Shape;3397;p41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8" name="Google Shape;3398;p41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9" name="Google Shape;3399;p41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0" name="Google Shape;3400;p41"/>
            <p:cNvSpPr/>
            <p:nvPr/>
          </p:nvSpPr>
          <p:spPr>
            <a:xfrm rot="-8510606">
              <a:off x="313551" y="4906246"/>
              <a:ext cx="221827" cy="20509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1" name="Google Shape;3401;p41"/>
            <p:cNvSpPr/>
            <p:nvPr/>
          </p:nvSpPr>
          <p:spPr>
            <a:xfrm rot="8716295">
              <a:off x="406370" y="4600606"/>
              <a:ext cx="113655" cy="117117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2" name="Google Shape;3402;p41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3" name="Google Shape;3403;p41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4" name="Google Shape;3404;p41"/>
          <p:cNvSpPr/>
          <p:nvPr/>
        </p:nvSpPr>
        <p:spPr>
          <a:xfrm>
            <a:off x="1675026" y="1246048"/>
            <a:ext cx="360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5" name="Google Shape;3405;p41"/>
          <p:cNvSpPr txBox="1"/>
          <p:nvPr>
            <p:ph idx="1" type="body"/>
          </p:nvPr>
        </p:nvSpPr>
        <p:spPr>
          <a:xfrm>
            <a:off x="1197959" y="1685677"/>
            <a:ext cx="7316491" cy="2950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indent="-2921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4pPr>
            <a:lvl5pPr indent="-2921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5pPr>
            <a:lvl6pPr indent="-2921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6pPr>
            <a:lvl7pPr indent="-2921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7pPr>
            <a:lvl8pPr indent="-2921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1" sz="10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3406" name="Google Shape;3406;p41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ur une ligne" type="titleOnly">
  <p:cSld name="TITLE_ONLY">
    <p:bg>
      <p:bgPr>
        <a:solidFill>
          <a:schemeClr val="dk2"/>
        </a:solidFill>
      </p:bgPr>
    </p:bg>
    <p:spTree>
      <p:nvGrpSpPr>
        <p:cNvPr id="3407" name="Shape 3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8" name="Google Shape;3408;p42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689595" y="884098"/>
                </a:moveTo>
                <a:lnTo>
                  <a:pt x="689595" y="929817"/>
                </a:lnTo>
                <a:lnTo>
                  <a:pt x="1049595" y="929817"/>
                </a:lnTo>
                <a:lnTo>
                  <a:pt x="1049595" y="884098"/>
                </a:lnTo>
                <a:close/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9" name="Google Shape;3409;p42"/>
          <p:cNvSpPr txBox="1"/>
          <p:nvPr>
            <p:ph type="title"/>
          </p:nvPr>
        </p:nvSpPr>
        <p:spPr>
          <a:xfrm>
            <a:off x="1198859" y="349390"/>
            <a:ext cx="7316491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10" name="Google Shape;3410;p42"/>
          <p:cNvGrpSpPr/>
          <p:nvPr/>
        </p:nvGrpSpPr>
        <p:grpSpPr>
          <a:xfrm>
            <a:off x="-159823" y="-80990"/>
            <a:ext cx="1153647" cy="5252024"/>
            <a:chOff x="-159823" y="-80990"/>
            <a:chExt cx="1153647" cy="5252024"/>
          </a:xfrm>
        </p:grpSpPr>
        <p:sp>
          <p:nvSpPr>
            <p:cNvPr id="3411" name="Google Shape;3411;p42"/>
            <p:cNvSpPr/>
            <p:nvPr/>
          </p:nvSpPr>
          <p:spPr>
            <a:xfrm rot="8716295">
              <a:off x="617786" y="1780350"/>
              <a:ext cx="152726" cy="195873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2" name="Google Shape;3412;p42"/>
            <p:cNvSpPr/>
            <p:nvPr/>
          </p:nvSpPr>
          <p:spPr>
            <a:xfrm rot="8716295">
              <a:off x="534441" y="1654353"/>
              <a:ext cx="262864" cy="103234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3" name="Google Shape;3413;p42"/>
            <p:cNvSpPr/>
            <p:nvPr/>
          </p:nvSpPr>
          <p:spPr>
            <a:xfrm rot="8716295">
              <a:off x="632719" y="1232432"/>
              <a:ext cx="121558" cy="232388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4" name="Google Shape;3414;p42"/>
            <p:cNvSpPr/>
            <p:nvPr/>
          </p:nvSpPr>
          <p:spPr>
            <a:xfrm rot="8716295">
              <a:off x="763454" y="1474783"/>
              <a:ext cx="14143" cy="1431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5" name="Google Shape;3415;p42"/>
            <p:cNvSpPr/>
            <p:nvPr/>
          </p:nvSpPr>
          <p:spPr>
            <a:xfrm rot="8716295">
              <a:off x="672878" y="1171577"/>
              <a:ext cx="183964" cy="137618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6" name="Google Shape;3416;p42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7" name="Google Shape;3417;p42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8" name="Google Shape;3418;p42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9" name="Google Shape;3419;p42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0" name="Google Shape;3420;p42"/>
            <p:cNvSpPr/>
            <p:nvPr/>
          </p:nvSpPr>
          <p:spPr>
            <a:xfrm rot="8716295">
              <a:off x="683426" y="869567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1" name="Google Shape;3421;p42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2" name="Google Shape;3422;p42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3" name="Google Shape;3423;p42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4" name="Google Shape;3424;p42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5" name="Google Shape;3425;p42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6" name="Google Shape;3426;p42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7" name="Google Shape;3427;p42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8" name="Google Shape;3428;p42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9" name="Google Shape;3429;p42"/>
            <p:cNvSpPr/>
            <p:nvPr/>
          </p:nvSpPr>
          <p:spPr>
            <a:xfrm rot="8716295">
              <a:off x="702015" y="317459"/>
              <a:ext cx="131260" cy="232388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0" name="Google Shape;3430;p42"/>
            <p:cNvSpPr/>
            <p:nvPr/>
          </p:nvSpPr>
          <p:spPr>
            <a:xfrm rot="8716295">
              <a:off x="834978" y="558357"/>
              <a:ext cx="24341" cy="23495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1" name="Google Shape;3431;p42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42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42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4" name="Google Shape;3434;p42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5" name="Google Shape;3435;p42"/>
            <p:cNvSpPr/>
            <p:nvPr/>
          </p:nvSpPr>
          <p:spPr>
            <a:xfrm rot="7484129">
              <a:off x="811674" y="658874"/>
              <a:ext cx="31078" cy="46141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42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7" name="Google Shape;3437;p42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8" name="Google Shape;3438;p42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9" name="Google Shape;3439;p42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0" name="Google Shape;3440;p42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1" name="Google Shape;3441;p42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2" name="Google Shape;3442;p42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3" name="Google Shape;3443;p42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4" name="Google Shape;3444;p42"/>
            <p:cNvSpPr/>
            <p:nvPr/>
          </p:nvSpPr>
          <p:spPr>
            <a:xfrm rot="-8510606">
              <a:off x="767127" y="-2787"/>
              <a:ext cx="149688" cy="30106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5" name="Google Shape;3445;p42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6" name="Google Shape;3446;p42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7" name="Google Shape;3447;p42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8" name="Google Shape;3448;p42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9" name="Google Shape;3449;p42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0" name="Google Shape;3450;p42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1" name="Google Shape;3451;p42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42"/>
            <p:cNvSpPr/>
            <p:nvPr/>
          </p:nvSpPr>
          <p:spPr>
            <a:xfrm rot="8716295">
              <a:off x="502599" y="2802136"/>
              <a:ext cx="117588" cy="232388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3" name="Google Shape;3453;p42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4" name="Google Shape;3454;p42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5" name="Google Shape;3455;p42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6" name="Google Shape;3456;p42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7" name="Google Shape;3457;p42"/>
            <p:cNvSpPr/>
            <p:nvPr/>
          </p:nvSpPr>
          <p:spPr>
            <a:xfrm rot="7484129">
              <a:off x="609980" y="3142825"/>
              <a:ext cx="20881" cy="31001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42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9" name="Google Shape;3459;p42"/>
            <p:cNvSpPr/>
            <p:nvPr/>
          </p:nvSpPr>
          <p:spPr>
            <a:xfrm rot="8716295">
              <a:off x="437995" y="3716235"/>
              <a:ext cx="102679" cy="232388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0" name="Google Shape;3460;p42"/>
            <p:cNvSpPr/>
            <p:nvPr/>
          </p:nvSpPr>
          <p:spPr>
            <a:xfrm rot="8716295">
              <a:off x="482715" y="3669965"/>
              <a:ext cx="154563" cy="124897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1" name="Google Shape;3461;p42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42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42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4" name="Google Shape;3464;p42"/>
            <p:cNvSpPr/>
            <p:nvPr/>
          </p:nvSpPr>
          <p:spPr>
            <a:xfrm rot="8716295">
              <a:off x="410218" y="3834716"/>
              <a:ext cx="103435" cy="219174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5" name="Google Shape;3465;p42"/>
            <p:cNvSpPr/>
            <p:nvPr/>
          </p:nvSpPr>
          <p:spPr>
            <a:xfrm rot="8716295">
              <a:off x="487452" y="3349370"/>
              <a:ext cx="151162" cy="195873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42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7" name="Google Shape;3467;p42"/>
            <p:cNvSpPr/>
            <p:nvPr/>
          </p:nvSpPr>
          <p:spPr>
            <a:xfrm rot="8716295">
              <a:off x="417336" y="4258920"/>
              <a:ext cx="147637" cy="195874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8" name="Google Shape;3468;p42"/>
            <p:cNvSpPr/>
            <p:nvPr/>
          </p:nvSpPr>
          <p:spPr>
            <a:xfrm rot="8716295">
              <a:off x="330834" y="4134902"/>
              <a:ext cx="254613" cy="91157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9" name="Google Shape;3469;p42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0" name="Google Shape;3470;p42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1" name="Google Shape;3471;p42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2" name="Google Shape;3472;p42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3" name="Google Shape;3473;p42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42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5" name="Google Shape;3475;p42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6" name="Google Shape;3476;p42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7" name="Google Shape;3477;p42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8" name="Google Shape;3478;p42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9" name="Google Shape;3479;p42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0" name="Google Shape;3480;p42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1" name="Google Shape;3481;p42"/>
            <p:cNvSpPr/>
            <p:nvPr/>
          </p:nvSpPr>
          <p:spPr>
            <a:xfrm rot="-8510606">
              <a:off x="463440" y="2426400"/>
              <a:ext cx="272584" cy="319064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2" name="Google Shape;3482;p42"/>
            <p:cNvSpPr/>
            <p:nvPr/>
          </p:nvSpPr>
          <p:spPr>
            <a:xfrm rot="8716295">
              <a:off x="675867" y="2357327"/>
              <a:ext cx="38012" cy="45752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3" name="Google Shape;3483;p42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4" name="Google Shape;3484;p42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5" name="Google Shape;3485;p42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6" name="Google Shape;3486;p42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7" name="Google Shape;3487;p42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8" name="Google Shape;3488;p42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9" name="Google Shape;3489;p42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0" name="Google Shape;3490;p42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1" name="Google Shape;3491;p42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2" name="Google Shape;3492;p42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3" name="Google Shape;3493;p42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4" name="Google Shape;3494;p42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5" name="Google Shape;3495;p42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6" name="Google Shape;3496;p42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7" name="Google Shape;3497;p42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8" name="Google Shape;3498;p42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9" name="Google Shape;3499;p42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0" name="Google Shape;3500;p42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1" name="Google Shape;3501;p42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2" name="Google Shape;3502;p42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3" name="Google Shape;3503;p42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4" name="Google Shape;3504;p42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5" name="Google Shape;3505;p42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6" name="Google Shape;3506;p42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7" name="Google Shape;3507;p42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8" name="Google Shape;3508;p42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9" name="Google Shape;3509;p42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0" name="Google Shape;3510;p42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1" name="Google Shape;3511;p42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2" name="Google Shape;3512;p42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3" name="Google Shape;3513;p42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4" name="Google Shape;3514;p42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5" name="Google Shape;3515;p42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6" name="Google Shape;3516;p42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7" name="Google Shape;3517;p42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8" name="Google Shape;3518;p42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9" name="Google Shape;3519;p42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0" name="Google Shape;3520;p42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1" name="Google Shape;3521;p42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2" name="Google Shape;3522;p42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3" name="Google Shape;3523;p42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4" name="Google Shape;3524;p42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5" name="Google Shape;3525;p42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6" name="Google Shape;3526;p42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7" name="Google Shape;3527;p42"/>
            <p:cNvSpPr/>
            <p:nvPr/>
          </p:nvSpPr>
          <p:spPr>
            <a:xfrm rot="-8510606">
              <a:off x="313551" y="4906246"/>
              <a:ext cx="221827" cy="20509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8" name="Google Shape;3528;p42"/>
            <p:cNvSpPr/>
            <p:nvPr/>
          </p:nvSpPr>
          <p:spPr>
            <a:xfrm rot="8716295">
              <a:off x="406370" y="4600606"/>
              <a:ext cx="113655" cy="117117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9" name="Google Shape;3529;p42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0" name="Google Shape;3530;p42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dk1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31" name="Google Shape;3531;p42"/>
          <p:cNvSpPr/>
          <p:nvPr/>
        </p:nvSpPr>
        <p:spPr>
          <a:xfrm>
            <a:off x="1675026" y="884098"/>
            <a:ext cx="36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2" name="Google Shape;3532;p42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>
  <p:cSld name="Vide">
    <p:bg>
      <p:bgPr>
        <a:solidFill>
          <a:schemeClr val="dk2"/>
        </a:solidFill>
      </p:bgPr>
    </p:bg>
    <p:spTree>
      <p:nvGrpSpPr>
        <p:cNvPr id="3533" name="Shape 3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4" name="Google Shape;3534;p43"/>
          <p:cNvGrpSpPr/>
          <p:nvPr/>
        </p:nvGrpSpPr>
        <p:grpSpPr>
          <a:xfrm>
            <a:off x="-159823" y="-80990"/>
            <a:ext cx="1153647" cy="5252024"/>
            <a:chOff x="-159823" y="-80990"/>
            <a:chExt cx="1153647" cy="5252024"/>
          </a:xfrm>
        </p:grpSpPr>
        <p:sp>
          <p:nvSpPr>
            <p:cNvPr id="3535" name="Google Shape;3535;p43"/>
            <p:cNvSpPr/>
            <p:nvPr/>
          </p:nvSpPr>
          <p:spPr>
            <a:xfrm rot="8716295">
              <a:off x="617786" y="1780350"/>
              <a:ext cx="152726" cy="195873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6" name="Google Shape;3536;p43"/>
            <p:cNvSpPr/>
            <p:nvPr/>
          </p:nvSpPr>
          <p:spPr>
            <a:xfrm rot="8716295">
              <a:off x="534441" y="1654353"/>
              <a:ext cx="262864" cy="103234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7" name="Google Shape;3537;p43"/>
            <p:cNvSpPr/>
            <p:nvPr/>
          </p:nvSpPr>
          <p:spPr>
            <a:xfrm rot="8716295">
              <a:off x="632719" y="1232432"/>
              <a:ext cx="121558" cy="232388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8" name="Google Shape;3538;p43"/>
            <p:cNvSpPr/>
            <p:nvPr/>
          </p:nvSpPr>
          <p:spPr>
            <a:xfrm rot="8716295">
              <a:off x="763454" y="1474783"/>
              <a:ext cx="14143" cy="1431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9" name="Google Shape;3539;p43"/>
            <p:cNvSpPr/>
            <p:nvPr/>
          </p:nvSpPr>
          <p:spPr>
            <a:xfrm rot="8716295">
              <a:off x="672878" y="1171577"/>
              <a:ext cx="183964" cy="137618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0" name="Google Shape;3540;p43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1" name="Google Shape;3541;p43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2" name="Google Shape;3542;p43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3" name="Google Shape;3543;p43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4" name="Google Shape;3544;p43"/>
            <p:cNvSpPr/>
            <p:nvPr/>
          </p:nvSpPr>
          <p:spPr>
            <a:xfrm rot="8716295">
              <a:off x="683426" y="869567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5" name="Google Shape;3545;p43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6" name="Google Shape;3546;p43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7" name="Google Shape;3547;p43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8" name="Google Shape;3548;p43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9" name="Google Shape;3549;p43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0" name="Google Shape;3550;p43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1" name="Google Shape;3551;p43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2" name="Google Shape;3552;p43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3" name="Google Shape;3553;p43"/>
            <p:cNvSpPr/>
            <p:nvPr/>
          </p:nvSpPr>
          <p:spPr>
            <a:xfrm rot="8716295">
              <a:off x="702015" y="317459"/>
              <a:ext cx="131260" cy="232388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43"/>
            <p:cNvSpPr/>
            <p:nvPr/>
          </p:nvSpPr>
          <p:spPr>
            <a:xfrm rot="8716295">
              <a:off x="834978" y="558357"/>
              <a:ext cx="24341" cy="23495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5" name="Google Shape;3555;p43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6" name="Google Shape;3556;p43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7" name="Google Shape;3557;p43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8" name="Google Shape;3558;p43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9" name="Google Shape;3559;p43"/>
            <p:cNvSpPr/>
            <p:nvPr/>
          </p:nvSpPr>
          <p:spPr>
            <a:xfrm rot="7484129">
              <a:off x="811674" y="658874"/>
              <a:ext cx="31078" cy="46141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0" name="Google Shape;3560;p43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1" name="Google Shape;3561;p43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2" name="Google Shape;3562;p43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3" name="Google Shape;3563;p43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4" name="Google Shape;3564;p43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5" name="Google Shape;3565;p43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6" name="Google Shape;3566;p43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7" name="Google Shape;3567;p43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8" name="Google Shape;3568;p43"/>
            <p:cNvSpPr/>
            <p:nvPr/>
          </p:nvSpPr>
          <p:spPr>
            <a:xfrm rot="-8510606">
              <a:off x="767127" y="-2787"/>
              <a:ext cx="149688" cy="30106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9" name="Google Shape;3569;p43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0" name="Google Shape;3570;p43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1" name="Google Shape;3571;p43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2" name="Google Shape;3572;p43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3" name="Google Shape;3573;p43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4" name="Google Shape;3574;p43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5" name="Google Shape;3575;p43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6" name="Google Shape;3576;p43"/>
            <p:cNvSpPr/>
            <p:nvPr/>
          </p:nvSpPr>
          <p:spPr>
            <a:xfrm rot="8716295">
              <a:off x="502599" y="2802136"/>
              <a:ext cx="117588" cy="232388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43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8" name="Google Shape;3578;p43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9" name="Google Shape;3579;p43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0" name="Google Shape;3580;p43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1" name="Google Shape;3581;p43"/>
            <p:cNvSpPr/>
            <p:nvPr/>
          </p:nvSpPr>
          <p:spPr>
            <a:xfrm rot="7484129">
              <a:off x="609980" y="3142825"/>
              <a:ext cx="20881" cy="31001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2" name="Google Shape;3582;p43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3" name="Google Shape;3583;p43"/>
            <p:cNvSpPr/>
            <p:nvPr/>
          </p:nvSpPr>
          <p:spPr>
            <a:xfrm rot="8716295">
              <a:off x="437995" y="3716235"/>
              <a:ext cx="102679" cy="232388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4" name="Google Shape;3584;p43"/>
            <p:cNvSpPr/>
            <p:nvPr/>
          </p:nvSpPr>
          <p:spPr>
            <a:xfrm rot="8716295">
              <a:off x="482715" y="3669965"/>
              <a:ext cx="154563" cy="124897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5" name="Google Shape;3585;p43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6" name="Google Shape;3586;p43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43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43"/>
            <p:cNvSpPr/>
            <p:nvPr/>
          </p:nvSpPr>
          <p:spPr>
            <a:xfrm rot="8716295">
              <a:off x="410218" y="3834716"/>
              <a:ext cx="103435" cy="219174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9" name="Google Shape;3589;p43"/>
            <p:cNvSpPr/>
            <p:nvPr/>
          </p:nvSpPr>
          <p:spPr>
            <a:xfrm rot="8716295">
              <a:off x="487452" y="3349370"/>
              <a:ext cx="151162" cy="195873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0" name="Google Shape;3590;p43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43"/>
            <p:cNvSpPr/>
            <p:nvPr/>
          </p:nvSpPr>
          <p:spPr>
            <a:xfrm rot="8716295">
              <a:off x="417336" y="4258920"/>
              <a:ext cx="147637" cy="195874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2" name="Google Shape;3592;p43"/>
            <p:cNvSpPr/>
            <p:nvPr/>
          </p:nvSpPr>
          <p:spPr>
            <a:xfrm rot="8716295">
              <a:off x="330834" y="4134902"/>
              <a:ext cx="254613" cy="91157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3" name="Google Shape;3593;p43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4" name="Google Shape;3594;p43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5" name="Google Shape;3595;p43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6" name="Google Shape;3596;p43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7" name="Google Shape;3597;p43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8" name="Google Shape;3598;p43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43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0" name="Google Shape;3600;p43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1" name="Google Shape;3601;p43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2" name="Google Shape;3602;p43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3" name="Google Shape;3603;p43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4" name="Google Shape;3604;p43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5" name="Google Shape;3605;p43"/>
            <p:cNvSpPr/>
            <p:nvPr/>
          </p:nvSpPr>
          <p:spPr>
            <a:xfrm rot="-8510606">
              <a:off x="463440" y="2426400"/>
              <a:ext cx="272584" cy="319064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6" name="Google Shape;3606;p43"/>
            <p:cNvSpPr/>
            <p:nvPr/>
          </p:nvSpPr>
          <p:spPr>
            <a:xfrm rot="8716295">
              <a:off x="675867" y="2357327"/>
              <a:ext cx="38012" cy="45752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7" name="Google Shape;3607;p43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8" name="Google Shape;3608;p43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9" name="Google Shape;3609;p43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0" name="Google Shape;3610;p43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43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2" name="Google Shape;3612;p43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3" name="Google Shape;3613;p43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4" name="Google Shape;3614;p43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5" name="Google Shape;3615;p43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6" name="Google Shape;3616;p43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7" name="Google Shape;3617;p43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8" name="Google Shape;3618;p43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9" name="Google Shape;3619;p43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0" name="Google Shape;3620;p43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1" name="Google Shape;3621;p43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2" name="Google Shape;3622;p43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3" name="Google Shape;3623;p43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4" name="Google Shape;3624;p43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5" name="Google Shape;3625;p43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6" name="Google Shape;3626;p43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7" name="Google Shape;3627;p43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8" name="Google Shape;3628;p43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9" name="Google Shape;3629;p43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0" name="Google Shape;3630;p43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1" name="Google Shape;3631;p43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2" name="Google Shape;3632;p43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3" name="Google Shape;3633;p43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4" name="Google Shape;3634;p43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43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43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7" name="Google Shape;3637;p43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8" name="Google Shape;3638;p43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9" name="Google Shape;3639;p43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0" name="Google Shape;3640;p43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1" name="Google Shape;3641;p43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2" name="Google Shape;3642;p43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3" name="Google Shape;3643;p43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4" name="Google Shape;3644;p43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5" name="Google Shape;3645;p43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6" name="Google Shape;3646;p43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7" name="Google Shape;3647;p43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8" name="Google Shape;3648;p43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9" name="Google Shape;3649;p43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0" name="Google Shape;3650;p43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1" name="Google Shape;3651;p43"/>
            <p:cNvSpPr/>
            <p:nvPr/>
          </p:nvSpPr>
          <p:spPr>
            <a:xfrm rot="-8510606">
              <a:off x="313551" y="4906246"/>
              <a:ext cx="221827" cy="20509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2" name="Google Shape;3652;p43"/>
            <p:cNvSpPr/>
            <p:nvPr/>
          </p:nvSpPr>
          <p:spPr>
            <a:xfrm rot="8716295">
              <a:off x="406370" y="4600606"/>
              <a:ext cx="113655" cy="117117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3" name="Google Shape;3653;p43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4" name="Google Shape;3654;p43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55" name="Google Shape;3655;p43"/>
          <p:cNvSpPr/>
          <p:nvPr/>
        </p:nvSpPr>
        <p:spPr>
          <a:xfrm>
            <a:off x="629550" y="0"/>
            <a:ext cx="8514451" cy="5143499"/>
          </a:xfrm>
          <a:custGeom>
            <a:rect b="b" l="l" r="r" t="t"/>
            <a:pathLst>
              <a:path extrusionOk="0" h="5143499" w="8514451">
                <a:moveTo>
                  <a:pt x="268034" y="0"/>
                </a:moveTo>
                <a:lnTo>
                  <a:pt x="8514451" y="0"/>
                </a:lnTo>
                <a:lnTo>
                  <a:pt x="8514451" y="5143499"/>
                </a:lnTo>
                <a:lnTo>
                  <a:pt x="274758" y="5143499"/>
                </a:lnTo>
                <a:lnTo>
                  <a:pt x="0" y="31482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6" name="Google Shape;3656;p4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Contenu">
  <p:cSld name="Texte + Contenu">
    <p:bg>
      <p:bgPr>
        <a:solidFill>
          <a:schemeClr val="dk2"/>
        </a:solidFill>
      </p:bgPr>
    </p:bg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44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3659" name="Google Shape;3659;p44"/>
          <p:cNvSpPr/>
          <p:nvPr/>
        </p:nvSpPr>
        <p:spPr>
          <a:xfrm>
            <a:off x="0" y="-1"/>
            <a:ext cx="9144000" cy="5143501"/>
          </a:xfrm>
          <a:custGeom>
            <a:rect b="b" l="l" r="r" t="t"/>
            <a:pathLst>
              <a:path extrusionOk="0" h="5143501" w="9144000">
                <a:moveTo>
                  <a:pt x="0" y="0"/>
                </a:moveTo>
                <a:lnTo>
                  <a:pt x="9144000" y="0"/>
                </a:lnTo>
                <a:lnTo>
                  <a:pt x="9144000" y="5143501"/>
                </a:lnTo>
                <a:lnTo>
                  <a:pt x="3567702" y="5143501"/>
                </a:lnTo>
                <a:lnTo>
                  <a:pt x="3246551" y="2811363"/>
                </a:lnTo>
                <a:lnTo>
                  <a:pt x="3485902" y="1"/>
                </a:lnTo>
                <a:lnTo>
                  <a:pt x="3048000" y="1"/>
                </a:lnTo>
                <a:lnTo>
                  <a:pt x="2859408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60" name="Google Shape;3660;p44"/>
          <p:cNvGrpSpPr/>
          <p:nvPr/>
        </p:nvGrpSpPr>
        <p:grpSpPr>
          <a:xfrm>
            <a:off x="-159823" y="-165575"/>
            <a:ext cx="3676841" cy="5465532"/>
            <a:chOff x="-159823" y="-165575"/>
            <a:chExt cx="3676841" cy="5465532"/>
          </a:xfrm>
        </p:grpSpPr>
        <p:sp>
          <p:nvSpPr>
            <p:cNvPr id="3661" name="Google Shape;3661;p44"/>
            <p:cNvSpPr/>
            <p:nvPr/>
          </p:nvSpPr>
          <p:spPr>
            <a:xfrm rot="8716295">
              <a:off x="3051469" y="229467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2" name="Google Shape;3662;p44"/>
            <p:cNvSpPr/>
            <p:nvPr/>
          </p:nvSpPr>
          <p:spPr>
            <a:xfrm rot="8716295">
              <a:off x="3141426" y="2335684"/>
              <a:ext cx="209149" cy="247728"/>
            </a:xfrm>
            <a:custGeom>
              <a:rect b="b" l="l" r="r" t="t"/>
              <a:pathLst>
                <a:path extrusionOk="0" h="247728" w="209149">
                  <a:moveTo>
                    <a:pt x="147179" y="90980"/>
                  </a:moveTo>
                  <a:lnTo>
                    <a:pt x="147179" y="74577"/>
                  </a:lnTo>
                  <a:cubicBezTo>
                    <a:pt x="147179" y="62273"/>
                    <a:pt x="143648" y="51907"/>
                    <a:pt x="137667" y="44616"/>
                  </a:cubicBezTo>
                  <a:lnTo>
                    <a:pt x="132652" y="42232"/>
                  </a:lnTo>
                  <a:lnTo>
                    <a:pt x="167583" y="0"/>
                  </a:lnTo>
                  <a:lnTo>
                    <a:pt x="189157" y="15682"/>
                  </a:lnTo>
                  <a:cubicBezTo>
                    <a:pt x="202086" y="30833"/>
                    <a:pt x="209149" y="53160"/>
                    <a:pt x="209149" y="81411"/>
                  </a:cubicBezTo>
                  <a:lnTo>
                    <a:pt x="209149" y="87335"/>
                  </a:lnTo>
                  <a:close/>
                  <a:moveTo>
                    <a:pt x="0" y="247728"/>
                  </a:moveTo>
                  <a:lnTo>
                    <a:pt x="0" y="202611"/>
                  </a:lnTo>
                  <a:lnTo>
                    <a:pt x="60148" y="129891"/>
                  </a:lnTo>
                  <a:lnTo>
                    <a:pt x="60148" y="20671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3" name="Google Shape;3663;p44"/>
            <p:cNvSpPr/>
            <p:nvPr/>
          </p:nvSpPr>
          <p:spPr>
            <a:xfrm rot="8716295">
              <a:off x="3096011" y="223763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4" name="Google Shape;3664;p44"/>
            <p:cNvSpPr/>
            <p:nvPr/>
          </p:nvSpPr>
          <p:spPr>
            <a:xfrm rot="8716295">
              <a:off x="2939235" y="238322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5" name="Google Shape;3665;p44"/>
            <p:cNvSpPr/>
            <p:nvPr/>
          </p:nvSpPr>
          <p:spPr>
            <a:xfrm rot="8716295">
              <a:off x="2814332" y="217454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6" name="Google Shape;3666;p44"/>
            <p:cNvSpPr/>
            <p:nvPr/>
          </p:nvSpPr>
          <p:spPr>
            <a:xfrm rot="8716295">
              <a:off x="2802280" y="203576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7" name="Google Shape;3667;p44"/>
            <p:cNvSpPr/>
            <p:nvPr/>
          </p:nvSpPr>
          <p:spPr>
            <a:xfrm rot="8716295">
              <a:off x="3029413" y="242417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8" name="Google Shape;3668;p44"/>
            <p:cNvSpPr/>
            <p:nvPr/>
          </p:nvSpPr>
          <p:spPr>
            <a:xfrm rot="8716295">
              <a:off x="3300250" y="2118999"/>
              <a:ext cx="9515" cy="11504"/>
            </a:xfrm>
            <a:custGeom>
              <a:rect b="b" l="l" r="r" t="t"/>
              <a:pathLst>
                <a:path extrusionOk="0" h="11504" w="9515">
                  <a:moveTo>
                    <a:pt x="0" y="11504"/>
                  </a:moveTo>
                  <a:lnTo>
                    <a:pt x="9515" y="0"/>
                  </a:lnTo>
                  <a:lnTo>
                    <a:pt x="9515" y="774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9" name="Google Shape;3669;p44"/>
            <p:cNvSpPr/>
            <p:nvPr/>
          </p:nvSpPr>
          <p:spPr>
            <a:xfrm rot="8716295">
              <a:off x="3228334" y="213306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0" name="Google Shape;3670;p44"/>
            <p:cNvSpPr/>
            <p:nvPr/>
          </p:nvSpPr>
          <p:spPr>
            <a:xfrm rot="8716295">
              <a:off x="3098921" y="1924310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44680"/>
                  </a:lnTo>
                  <a:lnTo>
                    <a:pt x="3695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1" name="Google Shape;3671;p44"/>
            <p:cNvSpPr/>
            <p:nvPr/>
          </p:nvSpPr>
          <p:spPr>
            <a:xfrm rot="8716295">
              <a:off x="3275349" y="2211673"/>
              <a:ext cx="24727" cy="53686"/>
            </a:xfrm>
            <a:custGeom>
              <a:rect b="b" l="l" r="r" t="t"/>
              <a:pathLst>
                <a:path extrusionOk="0" h="53686" w="24727">
                  <a:moveTo>
                    <a:pt x="24727" y="53686"/>
                  </a:moveTo>
                  <a:lnTo>
                    <a:pt x="0" y="29895"/>
                  </a:lnTo>
                  <a:lnTo>
                    <a:pt x="247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2" name="Google Shape;3672;p44"/>
            <p:cNvSpPr/>
            <p:nvPr/>
          </p:nvSpPr>
          <p:spPr>
            <a:xfrm rot="8716295">
              <a:off x="3077061" y="202442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3" name="Google Shape;3673;p44"/>
            <p:cNvSpPr/>
            <p:nvPr/>
          </p:nvSpPr>
          <p:spPr>
            <a:xfrm rot="8716295">
              <a:off x="3162402" y="30429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4" name="Google Shape;3674;p44"/>
            <p:cNvSpPr/>
            <p:nvPr/>
          </p:nvSpPr>
          <p:spPr>
            <a:xfrm rot="8716295">
              <a:off x="3033531" y="2835902"/>
              <a:ext cx="197743" cy="195873"/>
            </a:xfrm>
            <a:custGeom>
              <a:rect b="b" l="l" r="r" t="t"/>
              <a:pathLst>
                <a:path extrusionOk="0" h="195873" w="197743">
                  <a:moveTo>
                    <a:pt x="84606" y="195873"/>
                  </a:moveTo>
                  <a:lnTo>
                    <a:pt x="41743" y="116129"/>
                  </a:lnTo>
                  <a:lnTo>
                    <a:pt x="63673" y="55323"/>
                  </a:lnTo>
                  <a:lnTo>
                    <a:pt x="0" y="55323"/>
                  </a:lnTo>
                  <a:lnTo>
                    <a:pt x="45759" y="0"/>
                  </a:lnTo>
                  <a:lnTo>
                    <a:pt x="197743" y="0"/>
                  </a:lnTo>
                  <a:lnTo>
                    <a:pt x="197743" y="55323"/>
                  </a:lnTo>
                  <a:lnTo>
                    <a:pt x="132951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5" name="Google Shape;3675;p44"/>
            <p:cNvSpPr/>
            <p:nvPr/>
          </p:nvSpPr>
          <p:spPr>
            <a:xfrm rot="8716295">
              <a:off x="2982649" y="2705505"/>
              <a:ext cx="289489" cy="211444"/>
            </a:xfrm>
            <a:custGeom>
              <a:rect b="b" l="l" r="r" t="t"/>
              <a:pathLst>
                <a:path extrusionOk="0" h="211444" w="289489">
                  <a:moveTo>
                    <a:pt x="24145" y="181853"/>
                  </a:moveTo>
                  <a:cubicBezTo>
                    <a:pt x="14143" y="172145"/>
                    <a:pt x="7818" y="158907"/>
                    <a:pt x="3994" y="142066"/>
                  </a:cubicBezTo>
                  <a:lnTo>
                    <a:pt x="0" y="94419"/>
                  </a:lnTo>
                  <a:lnTo>
                    <a:pt x="78096" y="0"/>
                  </a:lnTo>
                  <a:lnTo>
                    <a:pt x="78273" y="24764"/>
                  </a:lnTo>
                  <a:cubicBezTo>
                    <a:pt x="76508" y="57712"/>
                    <a:pt x="81803" y="91247"/>
                    <a:pt x="92393" y="122430"/>
                  </a:cubicBezTo>
                  <a:cubicBezTo>
                    <a:pt x="101807" y="148317"/>
                    <a:pt x="125929" y="161261"/>
                    <a:pt x="162994" y="161261"/>
                  </a:cubicBezTo>
                  <a:cubicBezTo>
                    <a:pt x="181234" y="160672"/>
                    <a:pt x="198884" y="157142"/>
                    <a:pt x="215946" y="151847"/>
                  </a:cubicBezTo>
                  <a:cubicBezTo>
                    <a:pt x="240656" y="144198"/>
                    <a:pt x="264779" y="134197"/>
                    <a:pt x="288313" y="122430"/>
                  </a:cubicBezTo>
                  <a:cubicBezTo>
                    <a:pt x="288901" y="124783"/>
                    <a:pt x="289489" y="127725"/>
                    <a:pt x="289489" y="130078"/>
                  </a:cubicBezTo>
                  <a:lnTo>
                    <a:pt x="289489" y="135962"/>
                  </a:lnTo>
                  <a:cubicBezTo>
                    <a:pt x="227125" y="189501"/>
                    <a:pt x="145344" y="208329"/>
                    <a:pt x="96512" y="211270"/>
                  </a:cubicBezTo>
                  <a:cubicBezTo>
                    <a:pt x="69448" y="213035"/>
                    <a:pt x="42972" y="201268"/>
                    <a:pt x="24145" y="18185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44"/>
            <p:cNvSpPr/>
            <p:nvPr/>
          </p:nvSpPr>
          <p:spPr>
            <a:xfrm rot="8716295">
              <a:off x="3205022" y="3125495"/>
              <a:ext cx="16424" cy="35661"/>
            </a:xfrm>
            <a:custGeom>
              <a:rect b="b" l="l" r="r" t="t"/>
              <a:pathLst>
                <a:path extrusionOk="0" h="35661" w="16424">
                  <a:moveTo>
                    <a:pt x="16424" y="35661"/>
                  </a:moveTo>
                  <a:lnTo>
                    <a:pt x="0" y="19858"/>
                  </a:lnTo>
                  <a:lnTo>
                    <a:pt x="16424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7" name="Google Shape;3677;p44"/>
            <p:cNvSpPr/>
            <p:nvPr/>
          </p:nvSpPr>
          <p:spPr>
            <a:xfrm rot="8716295">
              <a:off x="2829951" y="1633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8" name="Google Shape;3678;p44"/>
            <p:cNvSpPr/>
            <p:nvPr/>
          </p:nvSpPr>
          <p:spPr>
            <a:xfrm rot="8716295">
              <a:off x="2919343" y="1662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9" name="Google Shape;3679;p44"/>
            <p:cNvSpPr/>
            <p:nvPr/>
          </p:nvSpPr>
          <p:spPr>
            <a:xfrm rot="8716295">
              <a:off x="2874493" y="157666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0" name="Google Shape;3680;p44"/>
            <p:cNvSpPr/>
            <p:nvPr/>
          </p:nvSpPr>
          <p:spPr>
            <a:xfrm rot="8716295">
              <a:off x="2717717" y="1722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1" name="Google Shape;3681;p44"/>
            <p:cNvSpPr/>
            <p:nvPr/>
          </p:nvSpPr>
          <p:spPr>
            <a:xfrm rot="8716295">
              <a:off x="2592814" y="1513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44"/>
            <p:cNvSpPr/>
            <p:nvPr/>
          </p:nvSpPr>
          <p:spPr>
            <a:xfrm rot="8716295">
              <a:off x="2580762" y="137479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3" name="Google Shape;3683;p44"/>
            <p:cNvSpPr/>
            <p:nvPr/>
          </p:nvSpPr>
          <p:spPr>
            <a:xfrm rot="8716295">
              <a:off x="2807895" y="176319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4" name="Google Shape;3684;p44"/>
            <p:cNvSpPr/>
            <p:nvPr/>
          </p:nvSpPr>
          <p:spPr>
            <a:xfrm rot="8716295">
              <a:off x="3119050" y="138355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5" name="Google Shape;3685;p44"/>
            <p:cNvSpPr/>
            <p:nvPr/>
          </p:nvSpPr>
          <p:spPr>
            <a:xfrm rot="8716295">
              <a:off x="3209851" y="1424295"/>
              <a:ext cx="209149" cy="250692"/>
            </a:xfrm>
            <a:custGeom>
              <a:rect b="b" l="l" r="r" t="t"/>
              <a:pathLst>
                <a:path extrusionOk="0" h="250692" w="209149">
                  <a:moveTo>
                    <a:pt x="147179" y="93944"/>
                  </a:moveTo>
                  <a:lnTo>
                    <a:pt x="147179" y="77540"/>
                  </a:lnTo>
                  <a:cubicBezTo>
                    <a:pt x="147179" y="65237"/>
                    <a:pt x="143648" y="54871"/>
                    <a:pt x="137667" y="47580"/>
                  </a:cubicBezTo>
                  <a:lnTo>
                    <a:pt x="123379" y="40789"/>
                  </a:lnTo>
                  <a:lnTo>
                    <a:pt x="157117" y="0"/>
                  </a:lnTo>
                  <a:lnTo>
                    <a:pt x="165512" y="1459"/>
                  </a:lnTo>
                  <a:cubicBezTo>
                    <a:pt x="193258" y="12950"/>
                    <a:pt x="209149" y="41998"/>
                    <a:pt x="209149" y="84375"/>
                  </a:cubicBezTo>
                  <a:lnTo>
                    <a:pt x="209149" y="90299"/>
                  </a:lnTo>
                  <a:close/>
                  <a:moveTo>
                    <a:pt x="0" y="250692"/>
                  </a:moveTo>
                  <a:lnTo>
                    <a:pt x="0" y="189958"/>
                  </a:lnTo>
                  <a:lnTo>
                    <a:pt x="61066" y="116127"/>
                  </a:lnTo>
                  <a:lnTo>
                    <a:pt x="60148" y="123562"/>
                  </a:lnTo>
                  <a:lnTo>
                    <a:pt x="60148" y="2096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6" name="Google Shape;3686;p44"/>
            <p:cNvSpPr/>
            <p:nvPr/>
          </p:nvSpPr>
          <p:spPr>
            <a:xfrm rot="8716295">
              <a:off x="3006816" y="147209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7" name="Google Shape;3687;p44"/>
            <p:cNvSpPr/>
            <p:nvPr/>
          </p:nvSpPr>
          <p:spPr>
            <a:xfrm rot="8716295">
              <a:off x="2881914" y="1263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8" name="Google Shape;3688;p44"/>
            <p:cNvSpPr/>
            <p:nvPr/>
          </p:nvSpPr>
          <p:spPr>
            <a:xfrm rot="8716295">
              <a:off x="3096994" y="151304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9" name="Google Shape;3689;p44"/>
            <p:cNvSpPr/>
            <p:nvPr/>
          </p:nvSpPr>
          <p:spPr>
            <a:xfrm rot="8716295">
              <a:off x="2855543" y="136344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0" name="Google Shape;3690;p44"/>
            <p:cNvSpPr/>
            <p:nvPr/>
          </p:nvSpPr>
          <p:spPr>
            <a:xfrm rot="7484129">
              <a:off x="3207325" y="1725125"/>
              <a:ext cx="156001" cy="194030"/>
            </a:xfrm>
            <a:custGeom>
              <a:rect b="b" l="l" r="r" t="t"/>
              <a:pathLst>
                <a:path extrusionOk="0" h="194030" w="156001">
                  <a:moveTo>
                    <a:pt x="42863" y="194030"/>
                  </a:moveTo>
                  <a:lnTo>
                    <a:pt x="0" y="114286"/>
                  </a:lnTo>
                  <a:lnTo>
                    <a:pt x="11232" y="83143"/>
                  </a:lnTo>
                  <a:lnTo>
                    <a:pt x="156000" y="0"/>
                  </a:lnTo>
                  <a:lnTo>
                    <a:pt x="156001" y="53480"/>
                  </a:lnTo>
                  <a:lnTo>
                    <a:pt x="91208" y="5348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1" name="Google Shape;3691;p44"/>
            <p:cNvSpPr/>
            <p:nvPr/>
          </p:nvSpPr>
          <p:spPr>
            <a:xfrm rot="8716295">
              <a:off x="3197279" y="140587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2" name="Google Shape;3692;p44"/>
            <p:cNvSpPr/>
            <p:nvPr/>
          </p:nvSpPr>
          <p:spPr>
            <a:xfrm rot="8716295">
              <a:off x="3356472" y="1273070"/>
              <a:ext cx="38162" cy="46138"/>
            </a:xfrm>
            <a:custGeom>
              <a:rect b="b" l="l" r="r" t="t"/>
              <a:pathLst>
                <a:path extrusionOk="0" h="46138" w="38162">
                  <a:moveTo>
                    <a:pt x="0" y="46138"/>
                  </a:moveTo>
                  <a:lnTo>
                    <a:pt x="38162" y="0"/>
                  </a:lnTo>
                  <a:lnTo>
                    <a:pt x="35645" y="12962"/>
                  </a:lnTo>
                  <a:cubicBezTo>
                    <a:pt x="32771" y="20076"/>
                    <a:pt x="28459" y="26745"/>
                    <a:pt x="22710" y="32494"/>
                  </a:cubicBezTo>
                  <a:cubicBezTo>
                    <a:pt x="17191" y="38013"/>
                    <a:pt x="10753" y="42382"/>
                    <a:pt x="3739" y="4537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3" name="Google Shape;3693;p44"/>
            <p:cNvSpPr/>
            <p:nvPr/>
          </p:nvSpPr>
          <p:spPr>
            <a:xfrm rot="8716295">
              <a:off x="2606784" y="97400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4" name="Google Shape;3694;p44"/>
            <p:cNvSpPr/>
            <p:nvPr/>
          </p:nvSpPr>
          <p:spPr>
            <a:xfrm rot="8716295">
              <a:off x="2696176" y="100324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5" name="Google Shape;3695;p44"/>
            <p:cNvSpPr/>
            <p:nvPr/>
          </p:nvSpPr>
          <p:spPr>
            <a:xfrm rot="8716295">
              <a:off x="2651326" y="91696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6" name="Google Shape;3696;p44"/>
            <p:cNvSpPr/>
            <p:nvPr/>
          </p:nvSpPr>
          <p:spPr>
            <a:xfrm rot="8716295">
              <a:off x="2494550" y="106254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7" name="Google Shape;3697;p44"/>
            <p:cNvSpPr/>
            <p:nvPr/>
          </p:nvSpPr>
          <p:spPr>
            <a:xfrm rot="8716295">
              <a:off x="2369647" y="85387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8" name="Google Shape;3698;p44"/>
            <p:cNvSpPr/>
            <p:nvPr/>
          </p:nvSpPr>
          <p:spPr>
            <a:xfrm rot="8716295">
              <a:off x="2357595" y="71509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9" name="Google Shape;3699;p44"/>
            <p:cNvSpPr/>
            <p:nvPr/>
          </p:nvSpPr>
          <p:spPr>
            <a:xfrm rot="8716295">
              <a:off x="2584728" y="110350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0" name="Google Shape;3700;p44"/>
            <p:cNvSpPr/>
            <p:nvPr/>
          </p:nvSpPr>
          <p:spPr>
            <a:xfrm rot="8716295">
              <a:off x="2895883" y="72385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1" name="Google Shape;3701;p44"/>
            <p:cNvSpPr/>
            <p:nvPr/>
          </p:nvSpPr>
          <p:spPr>
            <a:xfrm rot="8716295">
              <a:off x="2985275" y="75309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2" name="Google Shape;3702;p44"/>
            <p:cNvSpPr/>
            <p:nvPr/>
          </p:nvSpPr>
          <p:spPr>
            <a:xfrm rot="8716295">
              <a:off x="2783649" y="81239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3" name="Google Shape;3703;p44"/>
            <p:cNvSpPr/>
            <p:nvPr/>
          </p:nvSpPr>
          <p:spPr>
            <a:xfrm rot="8716295">
              <a:off x="2658747" y="603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4" name="Google Shape;3704;p44"/>
            <p:cNvSpPr/>
            <p:nvPr/>
          </p:nvSpPr>
          <p:spPr>
            <a:xfrm rot="8716295">
              <a:off x="2873827" y="85334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5" name="Google Shape;3705;p44"/>
            <p:cNvSpPr/>
            <p:nvPr/>
          </p:nvSpPr>
          <p:spPr>
            <a:xfrm rot="8716295">
              <a:off x="2632376" y="70374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6" name="Google Shape;3706;p44"/>
            <p:cNvSpPr/>
            <p:nvPr/>
          </p:nvSpPr>
          <p:spPr>
            <a:xfrm rot="7484129">
              <a:off x="2978758" y="10446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7" name="Google Shape;3707;p44"/>
            <p:cNvSpPr/>
            <p:nvPr/>
          </p:nvSpPr>
          <p:spPr>
            <a:xfrm rot="-8510606">
              <a:off x="3083578" y="101123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8" name="Google Shape;3708;p44"/>
            <p:cNvSpPr/>
            <p:nvPr/>
          </p:nvSpPr>
          <p:spPr>
            <a:xfrm rot="8716295">
              <a:off x="3269163" y="81955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9" name="Google Shape;3709;p44"/>
            <p:cNvSpPr/>
            <p:nvPr/>
          </p:nvSpPr>
          <p:spPr>
            <a:xfrm rot="8716295">
              <a:off x="3217358" y="71595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0" name="Google Shape;3710;p44"/>
            <p:cNvSpPr/>
            <p:nvPr/>
          </p:nvSpPr>
          <p:spPr>
            <a:xfrm rot="8716295">
              <a:off x="2974112" y="74618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1" name="Google Shape;3711;p44"/>
            <p:cNvSpPr/>
            <p:nvPr/>
          </p:nvSpPr>
          <p:spPr>
            <a:xfrm rot="8716295">
              <a:off x="3151564" y="58693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2" name="Google Shape;3712;p44"/>
            <p:cNvSpPr/>
            <p:nvPr/>
          </p:nvSpPr>
          <p:spPr>
            <a:xfrm rot="8716295">
              <a:off x="2387845" y="31194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3" name="Google Shape;3713;p44"/>
            <p:cNvSpPr/>
            <p:nvPr/>
          </p:nvSpPr>
          <p:spPr>
            <a:xfrm rot="8716295">
              <a:off x="2477237" y="34118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4" name="Google Shape;3714;p44"/>
            <p:cNvSpPr/>
            <p:nvPr/>
          </p:nvSpPr>
          <p:spPr>
            <a:xfrm rot="8716295">
              <a:off x="2432387" y="25490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5" name="Google Shape;3715;p44"/>
            <p:cNvSpPr/>
            <p:nvPr/>
          </p:nvSpPr>
          <p:spPr>
            <a:xfrm rot="8716295">
              <a:off x="2275611" y="4004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6" name="Google Shape;3716;p44"/>
            <p:cNvSpPr/>
            <p:nvPr/>
          </p:nvSpPr>
          <p:spPr>
            <a:xfrm rot="8716295">
              <a:off x="2150708" y="19181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7" name="Google Shape;3717;p44"/>
            <p:cNvSpPr/>
            <p:nvPr/>
          </p:nvSpPr>
          <p:spPr>
            <a:xfrm rot="8716295">
              <a:off x="2138656" y="5303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8" name="Google Shape;3718;p44"/>
            <p:cNvSpPr/>
            <p:nvPr/>
          </p:nvSpPr>
          <p:spPr>
            <a:xfrm rot="8716295">
              <a:off x="2365789" y="44144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9" name="Google Shape;3719;p44"/>
            <p:cNvSpPr/>
            <p:nvPr/>
          </p:nvSpPr>
          <p:spPr>
            <a:xfrm rot="8716295">
              <a:off x="2676944" y="6179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0" name="Google Shape;3720;p44"/>
            <p:cNvSpPr/>
            <p:nvPr/>
          </p:nvSpPr>
          <p:spPr>
            <a:xfrm rot="8716295">
              <a:off x="2766336" y="9103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1" name="Google Shape;3721;p44"/>
            <p:cNvSpPr/>
            <p:nvPr/>
          </p:nvSpPr>
          <p:spPr>
            <a:xfrm rot="8716295">
              <a:off x="2564710" y="15033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2" name="Google Shape;3722;p44"/>
            <p:cNvSpPr/>
            <p:nvPr/>
          </p:nvSpPr>
          <p:spPr>
            <a:xfrm rot="8716295">
              <a:off x="2448552" y="-16031"/>
              <a:ext cx="203847" cy="149340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3" name="Google Shape;3723;p44"/>
            <p:cNvSpPr/>
            <p:nvPr/>
          </p:nvSpPr>
          <p:spPr>
            <a:xfrm rot="8716295">
              <a:off x="2654888" y="19129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4" name="Google Shape;3724;p44"/>
            <p:cNvSpPr/>
            <p:nvPr/>
          </p:nvSpPr>
          <p:spPr>
            <a:xfrm rot="8716295">
              <a:off x="2413437" y="4169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44"/>
            <p:cNvSpPr/>
            <p:nvPr/>
          </p:nvSpPr>
          <p:spPr>
            <a:xfrm rot="7484129">
              <a:off x="2759819" y="3826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44"/>
            <p:cNvSpPr/>
            <p:nvPr/>
          </p:nvSpPr>
          <p:spPr>
            <a:xfrm rot="-8510606">
              <a:off x="2864639" y="34917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44"/>
            <p:cNvSpPr/>
            <p:nvPr/>
          </p:nvSpPr>
          <p:spPr>
            <a:xfrm rot="8716295">
              <a:off x="3050224" y="15749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44"/>
            <p:cNvSpPr/>
            <p:nvPr/>
          </p:nvSpPr>
          <p:spPr>
            <a:xfrm rot="8716295">
              <a:off x="2998419" y="5390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44"/>
            <p:cNvSpPr/>
            <p:nvPr/>
          </p:nvSpPr>
          <p:spPr>
            <a:xfrm rot="8716295">
              <a:off x="2755173" y="8412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44"/>
            <p:cNvSpPr/>
            <p:nvPr/>
          </p:nvSpPr>
          <p:spPr>
            <a:xfrm rot="8716295">
              <a:off x="2940014" y="-28690"/>
              <a:ext cx="88664" cy="7066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44"/>
            <p:cNvSpPr/>
            <p:nvPr/>
          </p:nvSpPr>
          <p:spPr>
            <a:xfrm rot="-8510606">
              <a:off x="2740820" y="-30870"/>
              <a:ext cx="73521" cy="76374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44"/>
            <p:cNvSpPr/>
            <p:nvPr/>
          </p:nvSpPr>
          <p:spPr>
            <a:xfrm rot="8716295">
              <a:off x="2166753" y="273158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44"/>
            <p:cNvSpPr/>
            <p:nvPr/>
          </p:nvSpPr>
          <p:spPr>
            <a:xfrm rot="8716295">
              <a:off x="2256145" y="276082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44"/>
            <p:cNvSpPr/>
            <p:nvPr/>
          </p:nvSpPr>
          <p:spPr>
            <a:xfrm rot="8716295">
              <a:off x="2211295" y="267454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44"/>
            <p:cNvSpPr/>
            <p:nvPr/>
          </p:nvSpPr>
          <p:spPr>
            <a:xfrm rot="8716295">
              <a:off x="2054519" y="28201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44"/>
            <p:cNvSpPr/>
            <p:nvPr/>
          </p:nvSpPr>
          <p:spPr>
            <a:xfrm rot="8716295">
              <a:off x="1929616" y="261145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44"/>
            <p:cNvSpPr/>
            <p:nvPr/>
          </p:nvSpPr>
          <p:spPr>
            <a:xfrm rot="8716295">
              <a:off x="1917564" y="247267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44"/>
            <p:cNvSpPr/>
            <p:nvPr/>
          </p:nvSpPr>
          <p:spPr>
            <a:xfrm rot="8716295">
              <a:off x="2144697" y="286108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44"/>
            <p:cNvSpPr/>
            <p:nvPr/>
          </p:nvSpPr>
          <p:spPr>
            <a:xfrm rot="8716295">
              <a:off x="2455852" y="248143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44"/>
            <p:cNvSpPr/>
            <p:nvPr/>
          </p:nvSpPr>
          <p:spPr>
            <a:xfrm rot="8716295">
              <a:off x="2545244" y="251067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44"/>
            <p:cNvSpPr/>
            <p:nvPr/>
          </p:nvSpPr>
          <p:spPr>
            <a:xfrm rot="8716295">
              <a:off x="2343618" y="25699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44"/>
            <p:cNvSpPr/>
            <p:nvPr/>
          </p:nvSpPr>
          <p:spPr>
            <a:xfrm rot="8716295">
              <a:off x="2218716" y="236130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44"/>
            <p:cNvSpPr/>
            <p:nvPr/>
          </p:nvSpPr>
          <p:spPr>
            <a:xfrm rot="8716295">
              <a:off x="2433796" y="261093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44"/>
            <p:cNvSpPr/>
            <p:nvPr/>
          </p:nvSpPr>
          <p:spPr>
            <a:xfrm rot="8716295">
              <a:off x="2192345" y="246133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44"/>
            <p:cNvSpPr/>
            <p:nvPr/>
          </p:nvSpPr>
          <p:spPr>
            <a:xfrm rot="7484129">
              <a:off x="2538727" y="280228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44"/>
            <p:cNvSpPr/>
            <p:nvPr/>
          </p:nvSpPr>
          <p:spPr>
            <a:xfrm rot="-8510606">
              <a:off x="2643547" y="276881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44"/>
            <p:cNvSpPr/>
            <p:nvPr/>
          </p:nvSpPr>
          <p:spPr>
            <a:xfrm rot="8716295">
              <a:off x="2829132" y="257713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44"/>
            <p:cNvSpPr/>
            <p:nvPr/>
          </p:nvSpPr>
          <p:spPr>
            <a:xfrm rot="8716295">
              <a:off x="2777327" y="247354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44"/>
            <p:cNvSpPr/>
            <p:nvPr/>
          </p:nvSpPr>
          <p:spPr>
            <a:xfrm rot="8716295">
              <a:off x="2534081" y="25037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44"/>
            <p:cNvSpPr/>
            <p:nvPr/>
          </p:nvSpPr>
          <p:spPr>
            <a:xfrm rot="8716295">
              <a:off x="2711533" y="234452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44"/>
            <p:cNvSpPr/>
            <p:nvPr/>
          </p:nvSpPr>
          <p:spPr>
            <a:xfrm rot="8716295">
              <a:off x="2389920" y="339128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44"/>
            <p:cNvSpPr/>
            <p:nvPr/>
          </p:nvSpPr>
          <p:spPr>
            <a:xfrm rot="8716295">
              <a:off x="2479312" y="342052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44"/>
            <p:cNvSpPr/>
            <p:nvPr/>
          </p:nvSpPr>
          <p:spPr>
            <a:xfrm rot="8716295">
              <a:off x="2434462" y="333424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44"/>
            <p:cNvSpPr/>
            <p:nvPr/>
          </p:nvSpPr>
          <p:spPr>
            <a:xfrm rot="8716295">
              <a:off x="2277686" y="347982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44"/>
            <p:cNvSpPr/>
            <p:nvPr/>
          </p:nvSpPr>
          <p:spPr>
            <a:xfrm rot="8716295">
              <a:off x="2152783" y="327115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44"/>
            <p:cNvSpPr/>
            <p:nvPr/>
          </p:nvSpPr>
          <p:spPr>
            <a:xfrm rot="8716295">
              <a:off x="2140731" y="313237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44"/>
            <p:cNvSpPr/>
            <p:nvPr/>
          </p:nvSpPr>
          <p:spPr>
            <a:xfrm rot="8716295">
              <a:off x="2367864" y="352078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44"/>
            <p:cNvSpPr/>
            <p:nvPr/>
          </p:nvSpPr>
          <p:spPr>
            <a:xfrm rot="8716295">
              <a:off x="2679019" y="314113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44"/>
            <p:cNvSpPr/>
            <p:nvPr/>
          </p:nvSpPr>
          <p:spPr>
            <a:xfrm rot="8716295">
              <a:off x="2768411" y="317037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44"/>
            <p:cNvSpPr/>
            <p:nvPr/>
          </p:nvSpPr>
          <p:spPr>
            <a:xfrm rot="8716295">
              <a:off x="2566785" y="32296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44"/>
            <p:cNvSpPr/>
            <p:nvPr/>
          </p:nvSpPr>
          <p:spPr>
            <a:xfrm rot="8716295">
              <a:off x="2441883" y="302100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44"/>
            <p:cNvSpPr/>
            <p:nvPr/>
          </p:nvSpPr>
          <p:spPr>
            <a:xfrm rot="8716295">
              <a:off x="2656963" y="327062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44"/>
            <p:cNvSpPr/>
            <p:nvPr/>
          </p:nvSpPr>
          <p:spPr>
            <a:xfrm rot="8716295">
              <a:off x="2415512" y="312102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44"/>
            <p:cNvSpPr/>
            <p:nvPr/>
          </p:nvSpPr>
          <p:spPr>
            <a:xfrm rot="7484129">
              <a:off x="2761894" y="346198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44"/>
            <p:cNvSpPr/>
            <p:nvPr/>
          </p:nvSpPr>
          <p:spPr>
            <a:xfrm rot="-8510606">
              <a:off x="2866714" y="342851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44"/>
            <p:cNvSpPr/>
            <p:nvPr/>
          </p:nvSpPr>
          <p:spPr>
            <a:xfrm rot="8716295">
              <a:off x="3052299" y="323683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44"/>
            <p:cNvSpPr/>
            <p:nvPr/>
          </p:nvSpPr>
          <p:spPr>
            <a:xfrm rot="8716295">
              <a:off x="3000494" y="313324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44"/>
            <p:cNvSpPr/>
            <p:nvPr/>
          </p:nvSpPr>
          <p:spPr>
            <a:xfrm rot="8716295">
              <a:off x="2757248" y="31634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44"/>
            <p:cNvSpPr/>
            <p:nvPr/>
          </p:nvSpPr>
          <p:spPr>
            <a:xfrm rot="8716295">
              <a:off x="2934700" y="300421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44"/>
            <p:cNvSpPr/>
            <p:nvPr/>
          </p:nvSpPr>
          <p:spPr>
            <a:xfrm rot="8716295">
              <a:off x="2865744" y="5089178"/>
              <a:ext cx="140009" cy="103412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44"/>
            <p:cNvSpPr/>
            <p:nvPr/>
          </p:nvSpPr>
          <p:spPr>
            <a:xfrm rot="8716295">
              <a:off x="2608590" y="404968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44"/>
            <p:cNvSpPr/>
            <p:nvPr/>
          </p:nvSpPr>
          <p:spPr>
            <a:xfrm rot="8716295">
              <a:off x="2697982" y="407892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44"/>
            <p:cNvSpPr/>
            <p:nvPr/>
          </p:nvSpPr>
          <p:spPr>
            <a:xfrm rot="8716295">
              <a:off x="2653132" y="399264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44"/>
            <p:cNvSpPr/>
            <p:nvPr/>
          </p:nvSpPr>
          <p:spPr>
            <a:xfrm rot="8716295">
              <a:off x="2496356" y="413822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44"/>
            <p:cNvSpPr/>
            <p:nvPr/>
          </p:nvSpPr>
          <p:spPr>
            <a:xfrm rot="8716295">
              <a:off x="2371453" y="392955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44"/>
            <p:cNvSpPr/>
            <p:nvPr/>
          </p:nvSpPr>
          <p:spPr>
            <a:xfrm rot="8716295">
              <a:off x="2359401" y="379077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44"/>
            <p:cNvSpPr/>
            <p:nvPr/>
          </p:nvSpPr>
          <p:spPr>
            <a:xfrm rot="8716295">
              <a:off x="2586534" y="417917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44"/>
            <p:cNvSpPr/>
            <p:nvPr/>
          </p:nvSpPr>
          <p:spPr>
            <a:xfrm rot="8716295">
              <a:off x="2897689" y="379952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44"/>
            <p:cNvSpPr/>
            <p:nvPr/>
          </p:nvSpPr>
          <p:spPr>
            <a:xfrm rot="8716295">
              <a:off x="2989368" y="3839999"/>
              <a:ext cx="209149" cy="253771"/>
            </a:xfrm>
            <a:custGeom>
              <a:rect b="b" l="l" r="r" t="t"/>
              <a:pathLst>
                <a:path extrusionOk="0" h="253771" w="209149">
                  <a:moveTo>
                    <a:pt x="147179" y="97023"/>
                  </a:moveTo>
                  <a:lnTo>
                    <a:pt x="147179" y="80620"/>
                  </a:lnTo>
                  <a:cubicBezTo>
                    <a:pt x="147179" y="56013"/>
                    <a:pt x="133054" y="39154"/>
                    <a:pt x="113460" y="39154"/>
                  </a:cubicBezTo>
                  <a:lnTo>
                    <a:pt x="104592" y="42082"/>
                  </a:lnTo>
                  <a:lnTo>
                    <a:pt x="139399" y="0"/>
                  </a:lnTo>
                  <a:lnTo>
                    <a:pt x="165512" y="4538"/>
                  </a:lnTo>
                  <a:cubicBezTo>
                    <a:pt x="193258" y="16029"/>
                    <a:pt x="209149" y="45077"/>
                    <a:pt x="209149" y="87454"/>
                  </a:cubicBezTo>
                  <a:lnTo>
                    <a:pt x="209149" y="93378"/>
                  </a:lnTo>
                  <a:close/>
                  <a:moveTo>
                    <a:pt x="0" y="253771"/>
                  </a:moveTo>
                  <a:lnTo>
                    <a:pt x="0" y="168537"/>
                  </a:lnTo>
                  <a:lnTo>
                    <a:pt x="65782" y="89005"/>
                  </a:lnTo>
                  <a:lnTo>
                    <a:pt x="64377" y="92403"/>
                  </a:lnTo>
                  <a:cubicBezTo>
                    <a:pt x="61657" y="102890"/>
                    <a:pt x="60148" y="114452"/>
                    <a:pt x="60148" y="126641"/>
                  </a:cubicBezTo>
                  <a:lnTo>
                    <a:pt x="60148" y="21276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44"/>
            <p:cNvSpPr/>
            <p:nvPr/>
          </p:nvSpPr>
          <p:spPr>
            <a:xfrm rot="8716295">
              <a:off x="2785455" y="388807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44"/>
            <p:cNvSpPr/>
            <p:nvPr/>
          </p:nvSpPr>
          <p:spPr>
            <a:xfrm rot="8716295">
              <a:off x="2660553" y="367940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44"/>
            <p:cNvSpPr/>
            <p:nvPr/>
          </p:nvSpPr>
          <p:spPr>
            <a:xfrm rot="8716295">
              <a:off x="2875633" y="392902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44"/>
            <p:cNvSpPr/>
            <p:nvPr/>
          </p:nvSpPr>
          <p:spPr>
            <a:xfrm rot="8716295">
              <a:off x="2634182" y="377942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44"/>
            <p:cNvSpPr/>
            <p:nvPr/>
          </p:nvSpPr>
          <p:spPr>
            <a:xfrm rot="7484129">
              <a:off x="2986722" y="4140706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19423" y="62274"/>
                  </a:lnTo>
                  <a:lnTo>
                    <a:pt x="1278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44"/>
            <p:cNvSpPr/>
            <p:nvPr/>
          </p:nvSpPr>
          <p:spPr>
            <a:xfrm rot="8716295">
              <a:off x="2975918" y="38218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44"/>
            <p:cNvSpPr/>
            <p:nvPr/>
          </p:nvSpPr>
          <p:spPr>
            <a:xfrm rot="8716295">
              <a:off x="3136327" y="3677877"/>
              <a:ext cx="62210" cy="70771"/>
            </a:xfrm>
            <a:custGeom>
              <a:rect b="b" l="l" r="r" t="t"/>
              <a:pathLst>
                <a:path extrusionOk="0" h="70771" w="62210">
                  <a:moveTo>
                    <a:pt x="0" y="69343"/>
                  </a:moveTo>
                  <a:lnTo>
                    <a:pt x="57354" y="0"/>
                  </a:lnTo>
                  <a:lnTo>
                    <a:pt x="62210" y="11557"/>
                  </a:lnTo>
                  <a:cubicBezTo>
                    <a:pt x="62210" y="26619"/>
                    <a:pt x="56461" y="41796"/>
                    <a:pt x="44963" y="53294"/>
                  </a:cubicBezTo>
                  <a:cubicBezTo>
                    <a:pt x="33925" y="64332"/>
                    <a:pt x="19208" y="70771"/>
                    <a:pt x="3570" y="7077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44"/>
            <p:cNvSpPr/>
            <p:nvPr/>
          </p:nvSpPr>
          <p:spPr>
            <a:xfrm rot="8716295">
              <a:off x="2831757" y="470938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44"/>
            <p:cNvSpPr/>
            <p:nvPr/>
          </p:nvSpPr>
          <p:spPr>
            <a:xfrm rot="8716295">
              <a:off x="2922791" y="4750051"/>
              <a:ext cx="209149" cy="251506"/>
            </a:xfrm>
            <a:custGeom>
              <a:rect b="b" l="l" r="r" t="t"/>
              <a:pathLst>
                <a:path extrusionOk="0" h="251506" w="209149">
                  <a:moveTo>
                    <a:pt x="147179" y="94758"/>
                  </a:moveTo>
                  <a:lnTo>
                    <a:pt x="147179" y="78354"/>
                  </a:lnTo>
                  <a:cubicBezTo>
                    <a:pt x="147179" y="66051"/>
                    <a:pt x="143648" y="55685"/>
                    <a:pt x="137667" y="48394"/>
                  </a:cubicBezTo>
                  <a:lnTo>
                    <a:pt x="119535" y="39776"/>
                  </a:lnTo>
                  <a:lnTo>
                    <a:pt x="152434" y="0"/>
                  </a:lnTo>
                  <a:lnTo>
                    <a:pt x="165512" y="2273"/>
                  </a:lnTo>
                  <a:cubicBezTo>
                    <a:pt x="193258" y="13764"/>
                    <a:pt x="209149" y="42812"/>
                    <a:pt x="209149" y="85189"/>
                  </a:cubicBezTo>
                  <a:lnTo>
                    <a:pt x="209149" y="91113"/>
                  </a:lnTo>
                  <a:close/>
                  <a:moveTo>
                    <a:pt x="0" y="251506"/>
                  </a:moveTo>
                  <a:lnTo>
                    <a:pt x="0" y="184297"/>
                  </a:lnTo>
                  <a:lnTo>
                    <a:pt x="62006" y="109330"/>
                  </a:lnTo>
                  <a:lnTo>
                    <a:pt x="60148" y="124376"/>
                  </a:lnTo>
                  <a:lnTo>
                    <a:pt x="60148" y="21049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44"/>
            <p:cNvSpPr/>
            <p:nvPr/>
          </p:nvSpPr>
          <p:spPr>
            <a:xfrm rot="8716295">
              <a:off x="2876299" y="465234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44"/>
            <p:cNvSpPr/>
            <p:nvPr/>
          </p:nvSpPr>
          <p:spPr>
            <a:xfrm rot="8716295">
              <a:off x="2719523" y="479792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44"/>
            <p:cNvSpPr/>
            <p:nvPr/>
          </p:nvSpPr>
          <p:spPr>
            <a:xfrm rot="8716295">
              <a:off x="2594620" y="458925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44"/>
            <p:cNvSpPr/>
            <p:nvPr/>
          </p:nvSpPr>
          <p:spPr>
            <a:xfrm rot="8716295">
              <a:off x="2582568" y="445047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44"/>
            <p:cNvSpPr/>
            <p:nvPr/>
          </p:nvSpPr>
          <p:spPr>
            <a:xfrm rot="8716295">
              <a:off x="2809701" y="483887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44"/>
            <p:cNvSpPr/>
            <p:nvPr/>
          </p:nvSpPr>
          <p:spPr>
            <a:xfrm rot="8716295">
              <a:off x="3081353" y="4514214"/>
              <a:ext cx="36672" cy="44337"/>
            </a:xfrm>
            <a:custGeom>
              <a:rect b="b" l="l" r="r" t="t"/>
              <a:pathLst>
                <a:path extrusionOk="0" h="44337" w="36672">
                  <a:moveTo>
                    <a:pt x="0" y="44337"/>
                  </a:moveTo>
                  <a:lnTo>
                    <a:pt x="36672" y="0"/>
                  </a:lnTo>
                  <a:lnTo>
                    <a:pt x="36672" y="298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44"/>
            <p:cNvSpPr/>
            <p:nvPr/>
          </p:nvSpPr>
          <p:spPr>
            <a:xfrm rot="8716295">
              <a:off x="3008622" y="45477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44"/>
            <p:cNvSpPr/>
            <p:nvPr/>
          </p:nvSpPr>
          <p:spPr>
            <a:xfrm rot="8716295">
              <a:off x="2879209" y="433901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22587"/>
                  </a:lnTo>
                  <a:lnTo>
                    <a:pt x="18682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44"/>
            <p:cNvSpPr/>
            <p:nvPr/>
          </p:nvSpPr>
          <p:spPr>
            <a:xfrm rot="8716295">
              <a:off x="3061023" y="4621511"/>
              <a:ext cx="34902" cy="75779"/>
            </a:xfrm>
            <a:custGeom>
              <a:rect b="b" l="l" r="r" t="t"/>
              <a:pathLst>
                <a:path extrusionOk="0" h="75779" w="34902">
                  <a:moveTo>
                    <a:pt x="34902" y="75779"/>
                  </a:moveTo>
                  <a:lnTo>
                    <a:pt x="0" y="42198"/>
                  </a:lnTo>
                  <a:lnTo>
                    <a:pt x="34902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44"/>
            <p:cNvSpPr/>
            <p:nvPr/>
          </p:nvSpPr>
          <p:spPr>
            <a:xfrm rot="8716295">
              <a:off x="2857349" y="443912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44"/>
            <p:cNvSpPr/>
            <p:nvPr/>
          </p:nvSpPr>
          <p:spPr>
            <a:xfrm rot="8716295">
              <a:off x="1945235" y="207061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44"/>
            <p:cNvSpPr/>
            <p:nvPr/>
          </p:nvSpPr>
          <p:spPr>
            <a:xfrm rot="8716295">
              <a:off x="2034627" y="209985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44"/>
            <p:cNvSpPr/>
            <p:nvPr/>
          </p:nvSpPr>
          <p:spPr>
            <a:xfrm rot="8716295">
              <a:off x="1989777" y="201357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44"/>
            <p:cNvSpPr/>
            <p:nvPr/>
          </p:nvSpPr>
          <p:spPr>
            <a:xfrm rot="8716295">
              <a:off x="1833001" y="215915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44"/>
            <p:cNvSpPr/>
            <p:nvPr/>
          </p:nvSpPr>
          <p:spPr>
            <a:xfrm rot="8716295">
              <a:off x="1708098" y="195048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44"/>
            <p:cNvSpPr/>
            <p:nvPr/>
          </p:nvSpPr>
          <p:spPr>
            <a:xfrm rot="8716295">
              <a:off x="1696046" y="181170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44"/>
            <p:cNvSpPr/>
            <p:nvPr/>
          </p:nvSpPr>
          <p:spPr>
            <a:xfrm rot="8716295">
              <a:off x="1923179" y="220010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44"/>
            <p:cNvSpPr/>
            <p:nvPr/>
          </p:nvSpPr>
          <p:spPr>
            <a:xfrm rot="8716295">
              <a:off x="2234334" y="182046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44"/>
            <p:cNvSpPr/>
            <p:nvPr/>
          </p:nvSpPr>
          <p:spPr>
            <a:xfrm rot="8716295">
              <a:off x="2323726" y="184970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44"/>
            <p:cNvSpPr/>
            <p:nvPr/>
          </p:nvSpPr>
          <p:spPr>
            <a:xfrm rot="8716295">
              <a:off x="2122100" y="19090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44"/>
            <p:cNvSpPr/>
            <p:nvPr/>
          </p:nvSpPr>
          <p:spPr>
            <a:xfrm rot="8716295">
              <a:off x="1997198" y="170033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44"/>
            <p:cNvSpPr/>
            <p:nvPr/>
          </p:nvSpPr>
          <p:spPr>
            <a:xfrm rot="8716295">
              <a:off x="2212278" y="194995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44"/>
            <p:cNvSpPr/>
            <p:nvPr/>
          </p:nvSpPr>
          <p:spPr>
            <a:xfrm rot="8716295">
              <a:off x="1970827" y="180035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44"/>
            <p:cNvSpPr/>
            <p:nvPr/>
          </p:nvSpPr>
          <p:spPr>
            <a:xfrm rot="7484129">
              <a:off x="2317209" y="214130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44"/>
            <p:cNvSpPr/>
            <p:nvPr/>
          </p:nvSpPr>
          <p:spPr>
            <a:xfrm rot="-8510606">
              <a:off x="2422029" y="210784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44"/>
            <p:cNvSpPr/>
            <p:nvPr/>
          </p:nvSpPr>
          <p:spPr>
            <a:xfrm rot="8716295">
              <a:off x="2607614" y="191616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44"/>
            <p:cNvSpPr/>
            <p:nvPr/>
          </p:nvSpPr>
          <p:spPr>
            <a:xfrm rot="8716295">
              <a:off x="2555809" y="181256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44"/>
            <p:cNvSpPr/>
            <p:nvPr/>
          </p:nvSpPr>
          <p:spPr>
            <a:xfrm rot="8716295">
              <a:off x="2312563" y="184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44"/>
            <p:cNvSpPr/>
            <p:nvPr/>
          </p:nvSpPr>
          <p:spPr>
            <a:xfrm rot="8716295">
              <a:off x="2490015" y="168354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44"/>
            <p:cNvSpPr/>
            <p:nvPr/>
          </p:nvSpPr>
          <p:spPr>
            <a:xfrm rot="8716295">
              <a:off x="1722068" y="141091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44"/>
            <p:cNvSpPr/>
            <p:nvPr/>
          </p:nvSpPr>
          <p:spPr>
            <a:xfrm rot="8716295">
              <a:off x="1811460" y="144015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44"/>
            <p:cNvSpPr/>
            <p:nvPr/>
          </p:nvSpPr>
          <p:spPr>
            <a:xfrm rot="8716295">
              <a:off x="1766610" y="135387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44"/>
            <p:cNvSpPr/>
            <p:nvPr/>
          </p:nvSpPr>
          <p:spPr>
            <a:xfrm rot="8716295">
              <a:off x="1609834" y="14994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44"/>
            <p:cNvSpPr/>
            <p:nvPr/>
          </p:nvSpPr>
          <p:spPr>
            <a:xfrm rot="8716295">
              <a:off x="1484931" y="129078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44"/>
            <p:cNvSpPr/>
            <p:nvPr/>
          </p:nvSpPr>
          <p:spPr>
            <a:xfrm rot="8716295">
              <a:off x="1472879" y="115200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44"/>
            <p:cNvSpPr/>
            <p:nvPr/>
          </p:nvSpPr>
          <p:spPr>
            <a:xfrm rot="8716295">
              <a:off x="1700012" y="154040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44"/>
            <p:cNvSpPr/>
            <p:nvPr/>
          </p:nvSpPr>
          <p:spPr>
            <a:xfrm rot="8716295">
              <a:off x="2011167" y="116076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44"/>
            <p:cNvSpPr/>
            <p:nvPr/>
          </p:nvSpPr>
          <p:spPr>
            <a:xfrm rot="8716295">
              <a:off x="2100559" y="119000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44"/>
            <p:cNvSpPr/>
            <p:nvPr/>
          </p:nvSpPr>
          <p:spPr>
            <a:xfrm rot="8716295">
              <a:off x="1898933" y="124930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44"/>
            <p:cNvSpPr/>
            <p:nvPr/>
          </p:nvSpPr>
          <p:spPr>
            <a:xfrm rot="8716295">
              <a:off x="1774031" y="104063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44"/>
            <p:cNvSpPr/>
            <p:nvPr/>
          </p:nvSpPr>
          <p:spPr>
            <a:xfrm rot="8716295">
              <a:off x="1989111" y="129025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44"/>
            <p:cNvSpPr/>
            <p:nvPr/>
          </p:nvSpPr>
          <p:spPr>
            <a:xfrm rot="8716295">
              <a:off x="1747660" y="114065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44"/>
            <p:cNvSpPr/>
            <p:nvPr/>
          </p:nvSpPr>
          <p:spPr>
            <a:xfrm rot="7484129">
              <a:off x="2094042" y="148160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44"/>
            <p:cNvSpPr/>
            <p:nvPr/>
          </p:nvSpPr>
          <p:spPr>
            <a:xfrm rot="-8510606">
              <a:off x="2198862" y="144814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44"/>
            <p:cNvSpPr/>
            <p:nvPr/>
          </p:nvSpPr>
          <p:spPr>
            <a:xfrm rot="8716295">
              <a:off x="2384447" y="125646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44"/>
            <p:cNvSpPr/>
            <p:nvPr/>
          </p:nvSpPr>
          <p:spPr>
            <a:xfrm rot="8716295">
              <a:off x="2332642" y="115286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5" name="Google Shape;3835;p44"/>
            <p:cNvSpPr/>
            <p:nvPr/>
          </p:nvSpPr>
          <p:spPr>
            <a:xfrm rot="8716295">
              <a:off x="2089396" y="118308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6" name="Google Shape;3836;p44"/>
            <p:cNvSpPr/>
            <p:nvPr/>
          </p:nvSpPr>
          <p:spPr>
            <a:xfrm rot="8716295">
              <a:off x="2266848" y="102384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7" name="Google Shape;3837;p44"/>
            <p:cNvSpPr/>
            <p:nvPr/>
          </p:nvSpPr>
          <p:spPr>
            <a:xfrm rot="8716295">
              <a:off x="1503129" y="74885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8" name="Google Shape;3838;p44"/>
            <p:cNvSpPr/>
            <p:nvPr/>
          </p:nvSpPr>
          <p:spPr>
            <a:xfrm rot="8716295">
              <a:off x="1592521" y="77809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9" name="Google Shape;3839;p44"/>
            <p:cNvSpPr/>
            <p:nvPr/>
          </p:nvSpPr>
          <p:spPr>
            <a:xfrm rot="8716295">
              <a:off x="1547671" y="69181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0" name="Google Shape;3840;p44"/>
            <p:cNvSpPr/>
            <p:nvPr/>
          </p:nvSpPr>
          <p:spPr>
            <a:xfrm rot="8716295">
              <a:off x="1390895" y="8373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1" name="Google Shape;3841;p44"/>
            <p:cNvSpPr/>
            <p:nvPr/>
          </p:nvSpPr>
          <p:spPr>
            <a:xfrm rot="8716295">
              <a:off x="1265992" y="62872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2" name="Google Shape;3842;p44"/>
            <p:cNvSpPr/>
            <p:nvPr/>
          </p:nvSpPr>
          <p:spPr>
            <a:xfrm rot="8716295">
              <a:off x="1253940" y="48994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3" name="Google Shape;3843;p44"/>
            <p:cNvSpPr/>
            <p:nvPr/>
          </p:nvSpPr>
          <p:spPr>
            <a:xfrm rot="8716295">
              <a:off x="1481073" y="87835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4" name="Google Shape;3844;p44"/>
            <p:cNvSpPr/>
            <p:nvPr/>
          </p:nvSpPr>
          <p:spPr>
            <a:xfrm rot="8716295">
              <a:off x="1792228" y="498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5" name="Google Shape;3845;p44"/>
            <p:cNvSpPr/>
            <p:nvPr/>
          </p:nvSpPr>
          <p:spPr>
            <a:xfrm rot="8716295">
              <a:off x="1881620" y="527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6" name="Google Shape;3846;p44"/>
            <p:cNvSpPr/>
            <p:nvPr/>
          </p:nvSpPr>
          <p:spPr>
            <a:xfrm rot="8716295">
              <a:off x="1679994" y="587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7" name="Google Shape;3847;p44"/>
            <p:cNvSpPr/>
            <p:nvPr/>
          </p:nvSpPr>
          <p:spPr>
            <a:xfrm rot="8716295">
              <a:off x="1555092" y="378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8" name="Google Shape;3848;p44"/>
            <p:cNvSpPr/>
            <p:nvPr/>
          </p:nvSpPr>
          <p:spPr>
            <a:xfrm rot="8716295">
              <a:off x="1770172" y="62819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9" name="Google Shape;3849;p44"/>
            <p:cNvSpPr/>
            <p:nvPr/>
          </p:nvSpPr>
          <p:spPr>
            <a:xfrm rot="8716295">
              <a:off x="1528721" y="47859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0" name="Google Shape;3850;p44"/>
            <p:cNvSpPr/>
            <p:nvPr/>
          </p:nvSpPr>
          <p:spPr>
            <a:xfrm rot="7484129">
              <a:off x="1875103" y="8195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44"/>
            <p:cNvSpPr/>
            <p:nvPr/>
          </p:nvSpPr>
          <p:spPr>
            <a:xfrm rot="-8510606">
              <a:off x="1979923" y="7860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2" name="Google Shape;3852;p44"/>
            <p:cNvSpPr/>
            <p:nvPr/>
          </p:nvSpPr>
          <p:spPr>
            <a:xfrm rot="8716295">
              <a:off x="2165508" y="5944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3" name="Google Shape;3853;p44"/>
            <p:cNvSpPr/>
            <p:nvPr/>
          </p:nvSpPr>
          <p:spPr>
            <a:xfrm rot="8716295">
              <a:off x="2113703" y="4908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44"/>
            <p:cNvSpPr/>
            <p:nvPr/>
          </p:nvSpPr>
          <p:spPr>
            <a:xfrm rot="8716295">
              <a:off x="1870457" y="5210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5" name="Google Shape;3855;p44"/>
            <p:cNvSpPr/>
            <p:nvPr/>
          </p:nvSpPr>
          <p:spPr>
            <a:xfrm rot="8716295">
              <a:off x="2047909" y="3617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6" name="Google Shape;3856;p44"/>
            <p:cNvSpPr/>
            <p:nvPr/>
          </p:nvSpPr>
          <p:spPr>
            <a:xfrm rot="8716295">
              <a:off x="1280459" y="854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7" name="Google Shape;3857;p44"/>
            <p:cNvSpPr/>
            <p:nvPr/>
          </p:nvSpPr>
          <p:spPr>
            <a:xfrm rot="8716295">
              <a:off x="1369851" y="11468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8" name="Google Shape;3858;p44"/>
            <p:cNvSpPr/>
            <p:nvPr/>
          </p:nvSpPr>
          <p:spPr>
            <a:xfrm rot="8716295">
              <a:off x="1325001" y="2840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9" name="Google Shape;3859;p44"/>
            <p:cNvSpPr/>
            <p:nvPr/>
          </p:nvSpPr>
          <p:spPr>
            <a:xfrm rot="8716295">
              <a:off x="1168225" y="1739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0" name="Google Shape;3860;p44"/>
            <p:cNvSpPr/>
            <p:nvPr/>
          </p:nvSpPr>
          <p:spPr>
            <a:xfrm rot="8716295">
              <a:off x="1045449" y="-13548"/>
              <a:ext cx="203847" cy="172572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1" name="Google Shape;3861;p44"/>
            <p:cNvSpPr/>
            <p:nvPr/>
          </p:nvSpPr>
          <p:spPr>
            <a:xfrm rot="8716295">
              <a:off x="1049608" y="-107301"/>
              <a:ext cx="290643" cy="275223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2" name="Google Shape;3862;p44"/>
            <p:cNvSpPr/>
            <p:nvPr/>
          </p:nvSpPr>
          <p:spPr>
            <a:xfrm rot="8716295">
              <a:off x="1258403" y="21493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3" name="Google Shape;3863;p44"/>
            <p:cNvSpPr/>
            <p:nvPr/>
          </p:nvSpPr>
          <p:spPr>
            <a:xfrm rot="8716295">
              <a:off x="1604517" y="-50002"/>
              <a:ext cx="142167" cy="106747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4" name="Google Shape;3864;p44"/>
            <p:cNvSpPr/>
            <p:nvPr/>
          </p:nvSpPr>
          <p:spPr>
            <a:xfrm rot="8716295">
              <a:off x="1699771" y="-2013"/>
              <a:ext cx="260639" cy="104392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5" name="Google Shape;3865;p44"/>
            <p:cNvSpPr/>
            <p:nvPr/>
          </p:nvSpPr>
          <p:spPr>
            <a:xfrm rot="8716295">
              <a:off x="1547502" y="-3521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6" name="Google Shape;3866;p44"/>
            <p:cNvSpPr/>
            <p:nvPr/>
          </p:nvSpPr>
          <p:spPr>
            <a:xfrm rot="7484129">
              <a:off x="1652433" y="15613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7" name="Google Shape;3867;p44"/>
            <p:cNvSpPr/>
            <p:nvPr/>
          </p:nvSpPr>
          <p:spPr>
            <a:xfrm rot="-8510606">
              <a:off x="1757253" y="12266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8" name="Google Shape;3868;p44"/>
            <p:cNvSpPr/>
            <p:nvPr/>
          </p:nvSpPr>
          <p:spPr>
            <a:xfrm rot="8716295">
              <a:off x="1960606" y="3279"/>
              <a:ext cx="142687" cy="109177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9" name="Google Shape;3869;p44"/>
            <p:cNvSpPr/>
            <p:nvPr/>
          </p:nvSpPr>
          <p:spPr>
            <a:xfrm rot="8716295">
              <a:off x="1076398" y="25469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0" name="Google Shape;3870;p44"/>
            <p:cNvSpPr/>
            <p:nvPr/>
          </p:nvSpPr>
          <p:spPr>
            <a:xfrm rot="8716295">
              <a:off x="1165790" y="25762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1" name="Google Shape;3871;p44"/>
            <p:cNvSpPr/>
            <p:nvPr/>
          </p:nvSpPr>
          <p:spPr>
            <a:xfrm rot="8716295">
              <a:off x="1120940" y="248993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2" name="Google Shape;3872;p44"/>
            <p:cNvSpPr/>
            <p:nvPr/>
          </p:nvSpPr>
          <p:spPr>
            <a:xfrm rot="8716295">
              <a:off x="964164" y="26355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3" name="Google Shape;3873;p44"/>
            <p:cNvSpPr/>
            <p:nvPr/>
          </p:nvSpPr>
          <p:spPr>
            <a:xfrm rot="8716295">
              <a:off x="839261" y="24268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4" name="Google Shape;3874;p44"/>
            <p:cNvSpPr/>
            <p:nvPr/>
          </p:nvSpPr>
          <p:spPr>
            <a:xfrm rot="8716295">
              <a:off x="827209" y="228806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5" name="Google Shape;3875;p44"/>
            <p:cNvSpPr/>
            <p:nvPr/>
          </p:nvSpPr>
          <p:spPr>
            <a:xfrm rot="8716295">
              <a:off x="1054342" y="267647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6" name="Google Shape;3876;p44"/>
            <p:cNvSpPr/>
            <p:nvPr/>
          </p:nvSpPr>
          <p:spPr>
            <a:xfrm rot="8716295">
              <a:off x="1365497" y="22968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7" name="Google Shape;3877;p44"/>
            <p:cNvSpPr/>
            <p:nvPr/>
          </p:nvSpPr>
          <p:spPr>
            <a:xfrm rot="8716295">
              <a:off x="1454889" y="23260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8" name="Google Shape;3878;p44"/>
            <p:cNvSpPr/>
            <p:nvPr/>
          </p:nvSpPr>
          <p:spPr>
            <a:xfrm rot="8716295">
              <a:off x="1253263" y="23853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9" name="Google Shape;3879;p44"/>
            <p:cNvSpPr/>
            <p:nvPr/>
          </p:nvSpPr>
          <p:spPr>
            <a:xfrm rot="8716295">
              <a:off x="1128361" y="21766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0" name="Google Shape;3880;p44"/>
            <p:cNvSpPr/>
            <p:nvPr/>
          </p:nvSpPr>
          <p:spPr>
            <a:xfrm rot="8716295">
              <a:off x="1343441" y="242631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1" name="Google Shape;3881;p44"/>
            <p:cNvSpPr/>
            <p:nvPr/>
          </p:nvSpPr>
          <p:spPr>
            <a:xfrm rot="8716295">
              <a:off x="1101990" y="227671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2" name="Google Shape;3882;p44"/>
            <p:cNvSpPr/>
            <p:nvPr/>
          </p:nvSpPr>
          <p:spPr>
            <a:xfrm rot="7484129">
              <a:off x="1448372" y="261767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3" name="Google Shape;3883;p44"/>
            <p:cNvSpPr/>
            <p:nvPr/>
          </p:nvSpPr>
          <p:spPr>
            <a:xfrm rot="-8510606">
              <a:off x="1553192" y="258420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4" name="Google Shape;3884;p44"/>
            <p:cNvSpPr/>
            <p:nvPr/>
          </p:nvSpPr>
          <p:spPr>
            <a:xfrm rot="8716295">
              <a:off x="1738777" y="23925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5" name="Google Shape;3885;p44"/>
            <p:cNvSpPr/>
            <p:nvPr/>
          </p:nvSpPr>
          <p:spPr>
            <a:xfrm rot="8716295">
              <a:off x="1686972" y="228893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6" name="Google Shape;3886;p44"/>
            <p:cNvSpPr/>
            <p:nvPr/>
          </p:nvSpPr>
          <p:spPr>
            <a:xfrm rot="8716295">
              <a:off x="1443726" y="231915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7" name="Google Shape;3887;p44"/>
            <p:cNvSpPr/>
            <p:nvPr/>
          </p:nvSpPr>
          <p:spPr>
            <a:xfrm rot="8716295">
              <a:off x="1621178" y="21599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8" name="Google Shape;3888;p44"/>
            <p:cNvSpPr/>
            <p:nvPr/>
          </p:nvSpPr>
          <p:spPr>
            <a:xfrm rot="8716295">
              <a:off x="1299565" y="320667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9" name="Google Shape;3889;p44"/>
            <p:cNvSpPr/>
            <p:nvPr/>
          </p:nvSpPr>
          <p:spPr>
            <a:xfrm rot="8716295">
              <a:off x="1388957" y="323591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0" name="Google Shape;3890;p44"/>
            <p:cNvSpPr/>
            <p:nvPr/>
          </p:nvSpPr>
          <p:spPr>
            <a:xfrm rot="8716295">
              <a:off x="1344107" y="314963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1" name="Google Shape;3891;p44"/>
            <p:cNvSpPr/>
            <p:nvPr/>
          </p:nvSpPr>
          <p:spPr>
            <a:xfrm rot="8716295">
              <a:off x="1187331" y="32952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2" name="Google Shape;3892;p44"/>
            <p:cNvSpPr/>
            <p:nvPr/>
          </p:nvSpPr>
          <p:spPr>
            <a:xfrm rot="8716295">
              <a:off x="1062428" y="308654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3" name="Google Shape;3893;p44"/>
            <p:cNvSpPr/>
            <p:nvPr/>
          </p:nvSpPr>
          <p:spPr>
            <a:xfrm rot="8716295">
              <a:off x="1050376" y="294776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4" name="Google Shape;3894;p44"/>
            <p:cNvSpPr/>
            <p:nvPr/>
          </p:nvSpPr>
          <p:spPr>
            <a:xfrm rot="8716295">
              <a:off x="1277509" y="333617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5" name="Google Shape;3895;p44"/>
            <p:cNvSpPr/>
            <p:nvPr/>
          </p:nvSpPr>
          <p:spPr>
            <a:xfrm rot="8716295">
              <a:off x="1588664" y="295652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6" name="Google Shape;3896;p44"/>
            <p:cNvSpPr/>
            <p:nvPr/>
          </p:nvSpPr>
          <p:spPr>
            <a:xfrm rot="8716295">
              <a:off x="1678056" y="298576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7" name="Google Shape;3897;p44"/>
            <p:cNvSpPr/>
            <p:nvPr/>
          </p:nvSpPr>
          <p:spPr>
            <a:xfrm rot="8716295">
              <a:off x="1476430" y="304506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8" name="Google Shape;3898;p44"/>
            <p:cNvSpPr/>
            <p:nvPr/>
          </p:nvSpPr>
          <p:spPr>
            <a:xfrm rot="8716295">
              <a:off x="1351528" y="283639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9" name="Google Shape;3899;p44"/>
            <p:cNvSpPr/>
            <p:nvPr/>
          </p:nvSpPr>
          <p:spPr>
            <a:xfrm rot="8716295">
              <a:off x="1566608" y="308601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0" name="Google Shape;3900;p44"/>
            <p:cNvSpPr/>
            <p:nvPr/>
          </p:nvSpPr>
          <p:spPr>
            <a:xfrm rot="8716295">
              <a:off x="1325157" y="293641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1" name="Google Shape;3901;p44"/>
            <p:cNvSpPr/>
            <p:nvPr/>
          </p:nvSpPr>
          <p:spPr>
            <a:xfrm rot="7484129">
              <a:off x="1671539" y="327736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2" name="Google Shape;3902;p44"/>
            <p:cNvSpPr/>
            <p:nvPr/>
          </p:nvSpPr>
          <p:spPr>
            <a:xfrm rot="-8510606">
              <a:off x="1776359" y="324390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3" name="Google Shape;3903;p44"/>
            <p:cNvSpPr/>
            <p:nvPr/>
          </p:nvSpPr>
          <p:spPr>
            <a:xfrm rot="8716295">
              <a:off x="1961944" y="305222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4" name="Google Shape;3904;p44"/>
            <p:cNvSpPr/>
            <p:nvPr/>
          </p:nvSpPr>
          <p:spPr>
            <a:xfrm rot="8716295">
              <a:off x="1910139" y="294862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5" name="Google Shape;3905;p44"/>
            <p:cNvSpPr/>
            <p:nvPr/>
          </p:nvSpPr>
          <p:spPr>
            <a:xfrm rot="8716295">
              <a:off x="1666893" y="297885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6" name="Google Shape;3906;p44"/>
            <p:cNvSpPr/>
            <p:nvPr/>
          </p:nvSpPr>
          <p:spPr>
            <a:xfrm rot="8716295">
              <a:off x="1844345" y="281960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7" name="Google Shape;3907;p44"/>
            <p:cNvSpPr/>
            <p:nvPr/>
          </p:nvSpPr>
          <p:spPr>
            <a:xfrm rot="8716295">
              <a:off x="2092137" y="5100860"/>
              <a:ext cx="63833" cy="4338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8" name="Google Shape;3908;p44"/>
            <p:cNvSpPr/>
            <p:nvPr/>
          </p:nvSpPr>
          <p:spPr>
            <a:xfrm rot="8716295">
              <a:off x="1789040" y="5044339"/>
              <a:ext cx="113322" cy="144291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9" name="Google Shape;3909;p44"/>
            <p:cNvSpPr/>
            <p:nvPr/>
          </p:nvSpPr>
          <p:spPr>
            <a:xfrm rot="8716295">
              <a:off x="1701335" y="4927006"/>
              <a:ext cx="290643" cy="318535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0" name="Google Shape;3910;p44"/>
            <p:cNvSpPr/>
            <p:nvPr/>
          </p:nvSpPr>
          <p:spPr>
            <a:xfrm rot="8716295">
              <a:off x="2251190" y="4935850"/>
              <a:ext cx="142167" cy="232388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1" name="Google Shape;3911;p44"/>
            <p:cNvSpPr/>
            <p:nvPr/>
          </p:nvSpPr>
          <p:spPr>
            <a:xfrm rot="8716295">
              <a:off x="2456859" y="4924575"/>
              <a:ext cx="131246" cy="253348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2" name="Google Shape;3912;p44"/>
            <p:cNvSpPr/>
            <p:nvPr/>
          </p:nvSpPr>
          <p:spPr>
            <a:xfrm rot="8716295">
              <a:off x="2139785" y="502413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3" name="Google Shape;3913;p44"/>
            <p:cNvSpPr/>
            <p:nvPr/>
          </p:nvSpPr>
          <p:spPr>
            <a:xfrm rot="8716295">
              <a:off x="2014883" y="481546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4" name="Google Shape;3914;p44"/>
            <p:cNvSpPr/>
            <p:nvPr/>
          </p:nvSpPr>
          <p:spPr>
            <a:xfrm rot="8716295">
              <a:off x="2190257" y="5090583"/>
              <a:ext cx="60147" cy="76898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5" name="Google Shape;3915;p44"/>
            <p:cNvSpPr/>
            <p:nvPr/>
          </p:nvSpPr>
          <p:spPr>
            <a:xfrm rot="8716295">
              <a:off x="1988512" y="491548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6" name="Google Shape;3916;p44"/>
            <p:cNvSpPr/>
            <p:nvPr/>
          </p:nvSpPr>
          <p:spPr>
            <a:xfrm rot="8716295">
              <a:off x="2650789" y="5021708"/>
              <a:ext cx="177699" cy="117559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7" name="Google Shape;3917;p44"/>
            <p:cNvSpPr/>
            <p:nvPr/>
          </p:nvSpPr>
          <p:spPr>
            <a:xfrm rot="8716295">
              <a:off x="2573494" y="492769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8" name="Google Shape;3918;p44"/>
            <p:cNvSpPr/>
            <p:nvPr/>
          </p:nvSpPr>
          <p:spPr>
            <a:xfrm rot="8716295">
              <a:off x="2330248" y="49579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9" name="Google Shape;3919;p44"/>
            <p:cNvSpPr/>
            <p:nvPr/>
          </p:nvSpPr>
          <p:spPr>
            <a:xfrm rot="8716295">
              <a:off x="2507700" y="47986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0" name="Google Shape;3920;p44"/>
            <p:cNvSpPr/>
            <p:nvPr/>
          </p:nvSpPr>
          <p:spPr>
            <a:xfrm rot="8716295">
              <a:off x="1518235" y="38650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1" name="Google Shape;3921;p44"/>
            <p:cNvSpPr/>
            <p:nvPr/>
          </p:nvSpPr>
          <p:spPr>
            <a:xfrm rot="8716295">
              <a:off x="1607627" y="38943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2" name="Google Shape;3922;p44"/>
            <p:cNvSpPr/>
            <p:nvPr/>
          </p:nvSpPr>
          <p:spPr>
            <a:xfrm rot="8716295">
              <a:off x="1562777" y="380803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3" name="Google Shape;3923;p44"/>
            <p:cNvSpPr/>
            <p:nvPr/>
          </p:nvSpPr>
          <p:spPr>
            <a:xfrm rot="8716295">
              <a:off x="1406001" y="39536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4" name="Google Shape;3924;p44"/>
            <p:cNvSpPr/>
            <p:nvPr/>
          </p:nvSpPr>
          <p:spPr>
            <a:xfrm rot="8716295">
              <a:off x="1281098" y="37449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5" name="Google Shape;3925;p44"/>
            <p:cNvSpPr/>
            <p:nvPr/>
          </p:nvSpPr>
          <p:spPr>
            <a:xfrm rot="8716295">
              <a:off x="1269046" y="360616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6" name="Google Shape;3926;p44"/>
            <p:cNvSpPr/>
            <p:nvPr/>
          </p:nvSpPr>
          <p:spPr>
            <a:xfrm rot="8716295">
              <a:off x="1496179" y="399456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7" name="Google Shape;3927;p44"/>
            <p:cNvSpPr/>
            <p:nvPr/>
          </p:nvSpPr>
          <p:spPr>
            <a:xfrm rot="8716295">
              <a:off x="1807334" y="36149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8" name="Google Shape;3928;p44"/>
            <p:cNvSpPr/>
            <p:nvPr/>
          </p:nvSpPr>
          <p:spPr>
            <a:xfrm rot="8716295">
              <a:off x="1896726" y="36441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9" name="Google Shape;3929;p44"/>
            <p:cNvSpPr/>
            <p:nvPr/>
          </p:nvSpPr>
          <p:spPr>
            <a:xfrm rot="8716295">
              <a:off x="1695100" y="37034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0" name="Google Shape;3930;p44"/>
            <p:cNvSpPr/>
            <p:nvPr/>
          </p:nvSpPr>
          <p:spPr>
            <a:xfrm rot="8716295">
              <a:off x="1570198" y="349478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1" name="Google Shape;3931;p44"/>
            <p:cNvSpPr/>
            <p:nvPr/>
          </p:nvSpPr>
          <p:spPr>
            <a:xfrm rot="8716295">
              <a:off x="1785278" y="37444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2" name="Google Shape;3932;p44"/>
            <p:cNvSpPr/>
            <p:nvPr/>
          </p:nvSpPr>
          <p:spPr>
            <a:xfrm rot="8716295">
              <a:off x="1543827" y="359481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3" name="Google Shape;3933;p44"/>
            <p:cNvSpPr/>
            <p:nvPr/>
          </p:nvSpPr>
          <p:spPr>
            <a:xfrm rot="7484129">
              <a:off x="1890209" y="393576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4" name="Google Shape;3934;p44"/>
            <p:cNvSpPr/>
            <p:nvPr/>
          </p:nvSpPr>
          <p:spPr>
            <a:xfrm rot="-8510606">
              <a:off x="1995029" y="390229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5" name="Google Shape;3935;p44"/>
            <p:cNvSpPr/>
            <p:nvPr/>
          </p:nvSpPr>
          <p:spPr>
            <a:xfrm rot="8716295">
              <a:off x="2180614" y="37106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6" name="Google Shape;3936;p44"/>
            <p:cNvSpPr/>
            <p:nvPr/>
          </p:nvSpPr>
          <p:spPr>
            <a:xfrm rot="8716295">
              <a:off x="2128809" y="36070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7" name="Google Shape;3937;p44"/>
            <p:cNvSpPr/>
            <p:nvPr/>
          </p:nvSpPr>
          <p:spPr>
            <a:xfrm rot="8716295">
              <a:off x="1885563" y="36372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8" name="Google Shape;3938;p44"/>
            <p:cNvSpPr/>
            <p:nvPr/>
          </p:nvSpPr>
          <p:spPr>
            <a:xfrm rot="8716295">
              <a:off x="2063015" y="34780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9" name="Google Shape;3939;p44"/>
            <p:cNvSpPr/>
            <p:nvPr/>
          </p:nvSpPr>
          <p:spPr>
            <a:xfrm rot="8716295">
              <a:off x="1741402" y="452476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0" name="Google Shape;3940;p44"/>
            <p:cNvSpPr/>
            <p:nvPr/>
          </p:nvSpPr>
          <p:spPr>
            <a:xfrm rot="8716295">
              <a:off x="1830794" y="455401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1" name="Google Shape;3941;p44"/>
            <p:cNvSpPr/>
            <p:nvPr/>
          </p:nvSpPr>
          <p:spPr>
            <a:xfrm rot="8716295">
              <a:off x="1785944" y="446773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2" name="Google Shape;3942;p44"/>
            <p:cNvSpPr/>
            <p:nvPr/>
          </p:nvSpPr>
          <p:spPr>
            <a:xfrm rot="8716295">
              <a:off x="1629168" y="461331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3" name="Google Shape;3943;p44"/>
            <p:cNvSpPr/>
            <p:nvPr/>
          </p:nvSpPr>
          <p:spPr>
            <a:xfrm rot="8716295">
              <a:off x="1504265" y="440464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4" name="Google Shape;3944;p44"/>
            <p:cNvSpPr/>
            <p:nvPr/>
          </p:nvSpPr>
          <p:spPr>
            <a:xfrm rot="8716295">
              <a:off x="1492213" y="426586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5" name="Google Shape;3945;p44"/>
            <p:cNvSpPr/>
            <p:nvPr/>
          </p:nvSpPr>
          <p:spPr>
            <a:xfrm rot="8716295">
              <a:off x="1719346" y="465426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6" name="Google Shape;3946;p44"/>
            <p:cNvSpPr/>
            <p:nvPr/>
          </p:nvSpPr>
          <p:spPr>
            <a:xfrm rot="8716295">
              <a:off x="2030501" y="427461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7" name="Google Shape;3947;p44"/>
            <p:cNvSpPr/>
            <p:nvPr/>
          </p:nvSpPr>
          <p:spPr>
            <a:xfrm rot="8716295">
              <a:off x="2119893" y="430385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8" name="Google Shape;3948;p44"/>
            <p:cNvSpPr/>
            <p:nvPr/>
          </p:nvSpPr>
          <p:spPr>
            <a:xfrm rot="8716295">
              <a:off x="1918267" y="43631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9" name="Google Shape;3949;p44"/>
            <p:cNvSpPr/>
            <p:nvPr/>
          </p:nvSpPr>
          <p:spPr>
            <a:xfrm rot="8716295">
              <a:off x="1793365" y="415448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0" name="Google Shape;3950;p44"/>
            <p:cNvSpPr/>
            <p:nvPr/>
          </p:nvSpPr>
          <p:spPr>
            <a:xfrm rot="8716295">
              <a:off x="2008445" y="440411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1" name="Google Shape;3951;p44"/>
            <p:cNvSpPr/>
            <p:nvPr/>
          </p:nvSpPr>
          <p:spPr>
            <a:xfrm rot="8716295">
              <a:off x="1766994" y="425451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2" name="Google Shape;3952;p44"/>
            <p:cNvSpPr/>
            <p:nvPr/>
          </p:nvSpPr>
          <p:spPr>
            <a:xfrm rot="7484129">
              <a:off x="2113376" y="45954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3" name="Google Shape;3953;p44"/>
            <p:cNvSpPr/>
            <p:nvPr/>
          </p:nvSpPr>
          <p:spPr>
            <a:xfrm rot="-8510606">
              <a:off x="2218196" y="456199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4" name="Google Shape;3954;p44"/>
            <p:cNvSpPr/>
            <p:nvPr/>
          </p:nvSpPr>
          <p:spPr>
            <a:xfrm rot="8716295">
              <a:off x="2403781" y="437031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5" name="Google Shape;3955;p44"/>
            <p:cNvSpPr/>
            <p:nvPr/>
          </p:nvSpPr>
          <p:spPr>
            <a:xfrm rot="8716295">
              <a:off x="2351976" y="426672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6" name="Google Shape;3956;p44"/>
            <p:cNvSpPr/>
            <p:nvPr/>
          </p:nvSpPr>
          <p:spPr>
            <a:xfrm rot="8716295">
              <a:off x="2108730" y="42969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7" name="Google Shape;3957;p44"/>
            <p:cNvSpPr/>
            <p:nvPr/>
          </p:nvSpPr>
          <p:spPr>
            <a:xfrm rot="8716295">
              <a:off x="2286182" y="413770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8" name="Google Shape;3958;p44"/>
            <p:cNvSpPr/>
            <p:nvPr/>
          </p:nvSpPr>
          <p:spPr>
            <a:xfrm rot="8716295">
              <a:off x="854880" y="188600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9" name="Google Shape;3959;p44"/>
            <p:cNvSpPr/>
            <p:nvPr/>
          </p:nvSpPr>
          <p:spPr>
            <a:xfrm rot="8716295">
              <a:off x="944272" y="191524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0" name="Google Shape;3960;p44"/>
            <p:cNvSpPr/>
            <p:nvPr/>
          </p:nvSpPr>
          <p:spPr>
            <a:xfrm rot="8716295">
              <a:off x="899422" y="182896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1" name="Google Shape;3961;p44"/>
            <p:cNvSpPr/>
            <p:nvPr/>
          </p:nvSpPr>
          <p:spPr>
            <a:xfrm rot="8716295">
              <a:off x="742646" y="19745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2" name="Google Shape;3962;p44"/>
            <p:cNvSpPr/>
            <p:nvPr/>
          </p:nvSpPr>
          <p:spPr>
            <a:xfrm rot="8716295">
              <a:off x="617743" y="176587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3" name="Google Shape;3963;p44"/>
            <p:cNvSpPr/>
            <p:nvPr/>
          </p:nvSpPr>
          <p:spPr>
            <a:xfrm rot="8716295">
              <a:off x="605691" y="162709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4" name="Google Shape;3964;p44"/>
            <p:cNvSpPr/>
            <p:nvPr/>
          </p:nvSpPr>
          <p:spPr>
            <a:xfrm rot="8716295">
              <a:off x="832824" y="201549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5" name="Google Shape;3965;p44"/>
            <p:cNvSpPr/>
            <p:nvPr/>
          </p:nvSpPr>
          <p:spPr>
            <a:xfrm rot="8716295">
              <a:off x="1143979" y="163584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6" name="Google Shape;3966;p44"/>
            <p:cNvSpPr/>
            <p:nvPr/>
          </p:nvSpPr>
          <p:spPr>
            <a:xfrm rot="8716295">
              <a:off x="1233371" y="166509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7" name="Google Shape;3967;p44"/>
            <p:cNvSpPr/>
            <p:nvPr/>
          </p:nvSpPr>
          <p:spPr>
            <a:xfrm rot="8716295">
              <a:off x="1031745" y="172439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8" name="Google Shape;3968;p44"/>
            <p:cNvSpPr/>
            <p:nvPr/>
          </p:nvSpPr>
          <p:spPr>
            <a:xfrm rot="8716295">
              <a:off x="906843" y="151572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9" name="Google Shape;3969;p44"/>
            <p:cNvSpPr/>
            <p:nvPr/>
          </p:nvSpPr>
          <p:spPr>
            <a:xfrm rot="8716295">
              <a:off x="1121923" y="176534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0" name="Google Shape;3970;p44"/>
            <p:cNvSpPr/>
            <p:nvPr/>
          </p:nvSpPr>
          <p:spPr>
            <a:xfrm rot="8716295">
              <a:off x="880472" y="161574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1" name="Google Shape;3971;p44"/>
            <p:cNvSpPr/>
            <p:nvPr/>
          </p:nvSpPr>
          <p:spPr>
            <a:xfrm rot="7484129">
              <a:off x="1226854" y="195669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2" name="Google Shape;3972;p44"/>
            <p:cNvSpPr/>
            <p:nvPr/>
          </p:nvSpPr>
          <p:spPr>
            <a:xfrm rot="-8510606">
              <a:off x="1331674" y="192323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3" name="Google Shape;3973;p44"/>
            <p:cNvSpPr/>
            <p:nvPr/>
          </p:nvSpPr>
          <p:spPr>
            <a:xfrm rot="8716295">
              <a:off x="1517259" y="173154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4" name="Google Shape;3974;p44"/>
            <p:cNvSpPr/>
            <p:nvPr/>
          </p:nvSpPr>
          <p:spPr>
            <a:xfrm rot="8716295">
              <a:off x="1465454" y="16279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5" name="Google Shape;3975;p44"/>
            <p:cNvSpPr/>
            <p:nvPr/>
          </p:nvSpPr>
          <p:spPr>
            <a:xfrm rot="8716295">
              <a:off x="1222208" y="16581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6" name="Google Shape;3976;p44"/>
            <p:cNvSpPr/>
            <p:nvPr/>
          </p:nvSpPr>
          <p:spPr>
            <a:xfrm rot="8716295">
              <a:off x="1399660" y="149893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7" name="Google Shape;3977;p44"/>
            <p:cNvSpPr/>
            <p:nvPr/>
          </p:nvSpPr>
          <p:spPr>
            <a:xfrm rot="8716295">
              <a:off x="631713" y="12263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8" name="Google Shape;3978;p44"/>
            <p:cNvSpPr/>
            <p:nvPr/>
          </p:nvSpPr>
          <p:spPr>
            <a:xfrm rot="8716295">
              <a:off x="721105" y="12555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9" name="Google Shape;3979;p44"/>
            <p:cNvSpPr/>
            <p:nvPr/>
          </p:nvSpPr>
          <p:spPr>
            <a:xfrm rot="8716295">
              <a:off x="676255" y="116926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0" name="Google Shape;3980;p44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1" name="Google Shape;3981;p44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2" name="Google Shape;3982;p44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3" name="Google Shape;3983;p44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4" name="Google Shape;3984;p44"/>
            <p:cNvSpPr/>
            <p:nvPr/>
          </p:nvSpPr>
          <p:spPr>
            <a:xfrm rot="8716295">
              <a:off x="920812" y="97615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5" name="Google Shape;3985;p44"/>
            <p:cNvSpPr/>
            <p:nvPr/>
          </p:nvSpPr>
          <p:spPr>
            <a:xfrm rot="8716295">
              <a:off x="1010204" y="100539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6" name="Google Shape;3986;p44"/>
            <p:cNvSpPr/>
            <p:nvPr/>
          </p:nvSpPr>
          <p:spPr>
            <a:xfrm rot="8716295">
              <a:off x="808578" y="10646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44"/>
            <p:cNvSpPr/>
            <p:nvPr/>
          </p:nvSpPr>
          <p:spPr>
            <a:xfrm rot="8716295">
              <a:off x="683676" y="85602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8" name="Google Shape;3988;p44"/>
            <p:cNvSpPr/>
            <p:nvPr/>
          </p:nvSpPr>
          <p:spPr>
            <a:xfrm rot="8716295">
              <a:off x="898756" y="110564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9" name="Google Shape;3989;p44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0" name="Google Shape;3990;p44"/>
            <p:cNvSpPr/>
            <p:nvPr/>
          </p:nvSpPr>
          <p:spPr>
            <a:xfrm rot="7484129">
              <a:off x="1003687" y="129699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1" name="Google Shape;3991;p44"/>
            <p:cNvSpPr/>
            <p:nvPr/>
          </p:nvSpPr>
          <p:spPr>
            <a:xfrm rot="-8510606">
              <a:off x="1108507" y="126353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2" name="Google Shape;3992;p44"/>
            <p:cNvSpPr/>
            <p:nvPr/>
          </p:nvSpPr>
          <p:spPr>
            <a:xfrm rot="8716295">
              <a:off x="1294092" y="107185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3" name="Google Shape;3993;p44"/>
            <p:cNvSpPr/>
            <p:nvPr/>
          </p:nvSpPr>
          <p:spPr>
            <a:xfrm rot="8716295">
              <a:off x="1242287" y="9682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4" name="Google Shape;3994;p44"/>
            <p:cNvSpPr/>
            <p:nvPr/>
          </p:nvSpPr>
          <p:spPr>
            <a:xfrm rot="8716295">
              <a:off x="999041" y="9984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5" name="Google Shape;3995;p44"/>
            <p:cNvSpPr/>
            <p:nvPr/>
          </p:nvSpPr>
          <p:spPr>
            <a:xfrm rot="8716295">
              <a:off x="1176493" y="83923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6" name="Google Shape;3996;p44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7" name="Google Shape;3997;p44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8" name="Google Shape;3998;p44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9" name="Google Shape;3999;p44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0" name="Google Shape;4000;p44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1" name="Google Shape;4001;p44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2" name="Google Shape;4002;p44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3" name="Google Shape;4003;p44"/>
            <p:cNvSpPr/>
            <p:nvPr/>
          </p:nvSpPr>
          <p:spPr>
            <a:xfrm rot="8716295">
              <a:off x="701873" y="31409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4" name="Google Shape;4004;p44"/>
            <p:cNvSpPr/>
            <p:nvPr/>
          </p:nvSpPr>
          <p:spPr>
            <a:xfrm rot="8716295">
              <a:off x="791265" y="34333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5" name="Google Shape;4005;p44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6" name="Google Shape;4006;p44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7" name="Google Shape;4007;p44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8" name="Google Shape;4008;p44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9" name="Google Shape;4009;p44"/>
            <p:cNvSpPr/>
            <p:nvPr/>
          </p:nvSpPr>
          <p:spPr>
            <a:xfrm rot="7484129">
              <a:off x="784748" y="63493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0" name="Google Shape;4010;p44"/>
            <p:cNvSpPr/>
            <p:nvPr/>
          </p:nvSpPr>
          <p:spPr>
            <a:xfrm rot="-8510606">
              <a:off x="889568" y="60147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1" name="Google Shape;4011;p44"/>
            <p:cNvSpPr/>
            <p:nvPr/>
          </p:nvSpPr>
          <p:spPr>
            <a:xfrm rot="8716295">
              <a:off x="1075153" y="40979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2" name="Google Shape;4012;p44"/>
            <p:cNvSpPr/>
            <p:nvPr/>
          </p:nvSpPr>
          <p:spPr>
            <a:xfrm rot="8716295">
              <a:off x="1023348" y="30619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3" name="Google Shape;4013;p44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4" name="Google Shape;4014;p44"/>
            <p:cNvSpPr/>
            <p:nvPr/>
          </p:nvSpPr>
          <p:spPr>
            <a:xfrm rot="8716295">
              <a:off x="957554" y="1771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5" name="Google Shape;4015;p44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6" name="Google Shape;4016;p44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7" name="Google Shape;4017;p44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8" name="Google Shape;4018;p44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9" name="Google Shape;4019;p44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0" name="Google Shape;4020;p44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1" name="Google Shape;4021;p44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2" name="Google Shape;4022;p44"/>
            <p:cNvSpPr/>
            <p:nvPr/>
          </p:nvSpPr>
          <p:spPr>
            <a:xfrm rot="-8510606">
              <a:off x="775514" y="-27038"/>
              <a:ext cx="149688" cy="32821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3" name="Google Shape;4023;p44"/>
            <p:cNvSpPr/>
            <p:nvPr/>
          </p:nvSpPr>
          <p:spPr>
            <a:xfrm rot="8716295">
              <a:off x="3366575" y="56973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4" name="Google Shape;4024;p44"/>
            <p:cNvSpPr/>
            <p:nvPr/>
          </p:nvSpPr>
          <p:spPr>
            <a:xfrm rot="8716295">
              <a:off x="3237162" y="360980"/>
              <a:ext cx="203847" cy="195873"/>
            </a:xfrm>
            <a:custGeom>
              <a:rect b="b" l="l" r="r" t="t"/>
              <a:pathLst>
                <a:path extrusionOk="0" h="195873" w="203847">
                  <a:moveTo>
                    <a:pt x="90710" y="195873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52719"/>
                  </a:lnTo>
                  <a:lnTo>
                    <a:pt x="4360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5" name="Google Shape;4025;p44"/>
            <p:cNvSpPr/>
            <p:nvPr/>
          </p:nvSpPr>
          <p:spPr>
            <a:xfrm rot="8716295">
              <a:off x="3189574" y="231224"/>
              <a:ext cx="290249" cy="221342"/>
            </a:xfrm>
            <a:custGeom>
              <a:rect b="b" l="l" r="r" t="t"/>
              <a:pathLst>
                <a:path extrusionOk="0" h="221342" w="290249">
                  <a:moveTo>
                    <a:pt x="24905" y="191751"/>
                  </a:moveTo>
                  <a:cubicBezTo>
                    <a:pt x="14903" y="182043"/>
                    <a:pt x="8578" y="168805"/>
                    <a:pt x="4754" y="151964"/>
                  </a:cubicBezTo>
                  <a:lnTo>
                    <a:pt x="0" y="95252"/>
                  </a:lnTo>
                  <a:lnTo>
                    <a:pt x="78785" y="0"/>
                  </a:lnTo>
                  <a:lnTo>
                    <a:pt x="79033" y="34662"/>
                  </a:lnTo>
                  <a:cubicBezTo>
                    <a:pt x="77268" y="67610"/>
                    <a:pt x="82563" y="101145"/>
                    <a:pt x="93153" y="132328"/>
                  </a:cubicBezTo>
                  <a:cubicBezTo>
                    <a:pt x="102567" y="158215"/>
                    <a:pt x="126689" y="171159"/>
                    <a:pt x="163754" y="171159"/>
                  </a:cubicBezTo>
                  <a:cubicBezTo>
                    <a:pt x="181994" y="170570"/>
                    <a:pt x="199644" y="167040"/>
                    <a:pt x="216706" y="161745"/>
                  </a:cubicBezTo>
                  <a:cubicBezTo>
                    <a:pt x="241416" y="154096"/>
                    <a:pt x="265539" y="144095"/>
                    <a:pt x="289073" y="132328"/>
                  </a:cubicBezTo>
                  <a:cubicBezTo>
                    <a:pt x="289661" y="134681"/>
                    <a:pt x="290249" y="137623"/>
                    <a:pt x="290249" y="139976"/>
                  </a:cubicBezTo>
                  <a:lnTo>
                    <a:pt x="290249" y="145860"/>
                  </a:lnTo>
                  <a:cubicBezTo>
                    <a:pt x="227885" y="199399"/>
                    <a:pt x="146104" y="218227"/>
                    <a:pt x="97272" y="221168"/>
                  </a:cubicBezTo>
                  <a:cubicBezTo>
                    <a:pt x="70208" y="222933"/>
                    <a:pt x="43732" y="211166"/>
                    <a:pt x="24905" y="19175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6" name="Google Shape;4026;p44"/>
            <p:cNvSpPr/>
            <p:nvPr/>
          </p:nvSpPr>
          <p:spPr>
            <a:xfrm rot="8716295">
              <a:off x="3411629" y="650113"/>
              <a:ext cx="21023" cy="45645"/>
            </a:xfrm>
            <a:custGeom>
              <a:rect b="b" l="l" r="r" t="t"/>
              <a:pathLst>
                <a:path extrusionOk="0" h="45645" w="21023">
                  <a:moveTo>
                    <a:pt x="21023" y="45645"/>
                  </a:moveTo>
                  <a:lnTo>
                    <a:pt x="0" y="25418"/>
                  </a:lnTo>
                  <a:lnTo>
                    <a:pt x="21023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7" name="Google Shape;4027;p44"/>
            <p:cNvSpPr/>
            <p:nvPr/>
          </p:nvSpPr>
          <p:spPr>
            <a:xfrm rot="8716295">
              <a:off x="3298850" y="-42720"/>
              <a:ext cx="123263" cy="8544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8" name="Google Shape;4028;p44"/>
            <p:cNvSpPr/>
            <p:nvPr/>
          </p:nvSpPr>
          <p:spPr>
            <a:xfrm rot="8716295">
              <a:off x="3402681" y="37518"/>
              <a:ext cx="82257" cy="93201"/>
            </a:xfrm>
            <a:custGeom>
              <a:rect b="b" l="l" r="r" t="t"/>
              <a:pathLst>
                <a:path extrusionOk="0" h="93201" w="82257">
                  <a:moveTo>
                    <a:pt x="20287" y="93201"/>
                  </a:moveTo>
                  <a:lnTo>
                    <a:pt x="20287" y="76797"/>
                  </a:lnTo>
                  <a:cubicBezTo>
                    <a:pt x="20287" y="64494"/>
                    <a:pt x="16756" y="54128"/>
                    <a:pt x="10775" y="46837"/>
                  </a:cubicBezTo>
                  <a:lnTo>
                    <a:pt x="0" y="41716"/>
                  </a:lnTo>
                  <a:lnTo>
                    <a:pt x="34504" y="0"/>
                  </a:lnTo>
                  <a:lnTo>
                    <a:pt x="38620" y="715"/>
                  </a:lnTo>
                  <a:cubicBezTo>
                    <a:pt x="66366" y="12207"/>
                    <a:pt x="82257" y="41255"/>
                    <a:pt x="82257" y="83632"/>
                  </a:cubicBezTo>
                  <a:lnTo>
                    <a:pt x="82257" y="89556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9" name="Google Shape;4029;p44"/>
            <p:cNvSpPr/>
            <p:nvPr/>
          </p:nvSpPr>
          <p:spPr>
            <a:xfrm rot="8716295">
              <a:off x="3234083" y="-5272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0" name="Google Shape;4030;p44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1" name="Google Shape;4031;p44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2" name="Google Shape;4032;p44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3" name="Google Shape;4033;p44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4" name="Google Shape;4034;p44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5" name="Google Shape;4035;p44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6" name="Google Shape;4036;p44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7" name="Google Shape;4037;p44"/>
            <p:cNvSpPr/>
            <p:nvPr/>
          </p:nvSpPr>
          <p:spPr>
            <a:xfrm rot="8716295">
              <a:off x="501240" y="279487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8" name="Google Shape;4038;p44"/>
            <p:cNvSpPr/>
            <p:nvPr/>
          </p:nvSpPr>
          <p:spPr>
            <a:xfrm rot="8716295">
              <a:off x="590632" y="282411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9" name="Google Shape;4039;p44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0" name="Google Shape;4040;p44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1" name="Google Shape;4041;p44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2" name="Google Shape;4042;p44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3" name="Google Shape;4043;p44"/>
            <p:cNvSpPr/>
            <p:nvPr/>
          </p:nvSpPr>
          <p:spPr>
            <a:xfrm rot="7484129">
              <a:off x="584115" y="3115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4" name="Google Shape;4044;p44"/>
            <p:cNvSpPr/>
            <p:nvPr/>
          </p:nvSpPr>
          <p:spPr>
            <a:xfrm rot="-8510606">
              <a:off x="688935" y="308225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5" name="Google Shape;4045;p44"/>
            <p:cNvSpPr/>
            <p:nvPr/>
          </p:nvSpPr>
          <p:spPr>
            <a:xfrm rot="8716295">
              <a:off x="874520" y="289057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6" name="Google Shape;4046;p44"/>
            <p:cNvSpPr/>
            <p:nvPr/>
          </p:nvSpPr>
          <p:spPr>
            <a:xfrm rot="8716295">
              <a:off x="822715" y="278698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7" name="Google Shape;4047;p44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8" name="Google Shape;4048;p44"/>
            <p:cNvSpPr/>
            <p:nvPr/>
          </p:nvSpPr>
          <p:spPr>
            <a:xfrm rot="8716295">
              <a:off x="756921" y="265796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9" name="Google Shape;4049;p44"/>
            <p:cNvSpPr/>
            <p:nvPr/>
          </p:nvSpPr>
          <p:spPr>
            <a:xfrm rot="8716295">
              <a:off x="435308" y="370472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0" name="Google Shape;4050;p44"/>
            <p:cNvSpPr/>
            <p:nvPr/>
          </p:nvSpPr>
          <p:spPr>
            <a:xfrm rot="8716295">
              <a:off x="524700" y="373396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1" name="Google Shape;4051;p44"/>
            <p:cNvSpPr/>
            <p:nvPr/>
          </p:nvSpPr>
          <p:spPr>
            <a:xfrm rot="8716295">
              <a:off x="479850" y="364768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2" name="Google Shape;4052;p44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3" name="Google Shape;4053;p44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4" name="Google Shape;4054;p44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5" name="Google Shape;4055;p44"/>
            <p:cNvSpPr/>
            <p:nvPr/>
          </p:nvSpPr>
          <p:spPr>
            <a:xfrm rot="8716295">
              <a:off x="413252" y="383422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6" name="Google Shape;4056;p44"/>
            <p:cNvSpPr/>
            <p:nvPr/>
          </p:nvSpPr>
          <p:spPr>
            <a:xfrm rot="8716295">
              <a:off x="724407" y="34545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7" name="Google Shape;4057;p44"/>
            <p:cNvSpPr/>
            <p:nvPr/>
          </p:nvSpPr>
          <p:spPr>
            <a:xfrm rot="8716295">
              <a:off x="813799" y="34838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8" name="Google Shape;4058;p44"/>
            <p:cNvSpPr/>
            <p:nvPr/>
          </p:nvSpPr>
          <p:spPr>
            <a:xfrm rot="8716295">
              <a:off x="612173" y="35431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9" name="Google Shape;4059;p44"/>
            <p:cNvSpPr/>
            <p:nvPr/>
          </p:nvSpPr>
          <p:spPr>
            <a:xfrm rot="8716295">
              <a:off x="487271" y="33344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0" name="Google Shape;4060;p44"/>
            <p:cNvSpPr/>
            <p:nvPr/>
          </p:nvSpPr>
          <p:spPr>
            <a:xfrm rot="8716295">
              <a:off x="702351" y="3584071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1" name="Google Shape;4061;p44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2" name="Google Shape;4062;p44"/>
            <p:cNvSpPr/>
            <p:nvPr/>
          </p:nvSpPr>
          <p:spPr>
            <a:xfrm rot="7484129">
              <a:off x="807282" y="3775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3" name="Google Shape;4063;p44"/>
            <p:cNvSpPr/>
            <p:nvPr/>
          </p:nvSpPr>
          <p:spPr>
            <a:xfrm rot="-8510606">
              <a:off x="912102" y="374195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4" name="Google Shape;4064;p44"/>
            <p:cNvSpPr/>
            <p:nvPr/>
          </p:nvSpPr>
          <p:spPr>
            <a:xfrm rot="8716295">
              <a:off x="1097687" y="355027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5" name="Google Shape;4065;p44"/>
            <p:cNvSpPr/>
            <p:nvPr/>
          </p:nvSpPr>
          <p:spPr>
            <a:xfrm rot="8716295">
              <a:off x="1045882" y="344668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6" name="Google Shape;4066;p44"/>
            <p:cNvSpPr/>
            <p:nvPr/>
          </p:nvSpPr>
          <p:spPr>
            <a:xfrm rot="8716295">
              <a:off x="802636" y="347690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7" name="Google Shape;4067;p44"/>
            <p:cNvSpPr/>
            <p:nvPr/>
          </p:nvSpPr>
          <p:spPr>
            <a:xfrm rot="8716295">
              <a:off x="980088" y="331766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8" name="Google Shape;4068;p44"/>
            <p:cNvSpPr/>
            <p:nvPr/>
          </p:nvSpPr>
          <p:spPr>
            <a:xfrm rot="8716295">
              <a:off x="653978" y="43631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9" name="Google Shape;4069;p44"/>
            <p:cNvSpPr/>
            <p:nvPr/>
          </p:nvSpPr>
          <p:spPr>
            <a:xfrm rot="8716295">
              <a:off x="743370" y="43923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0" name="Google Shape;4070;p44"/>
            <p:cNvSpPr/>
            <p:nvPr/>
          </p:nvSpPr>
          <p:spPr>
            <a:xfrm rot="8716295">
              <a:off x="698520" y="430608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1" name="Google Shape;4071;p44"/>
            <p:cNvSpPr/>
            <p:nvPr/>
          </p:nvSpPr>
          <p:spPr>
            <a:xfrm rot="8716295">
              <a:off x="541744" y="44516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2" name="Google Shape;4072;p44"/>
            <p:cNvSpPr/>
            <p:nvPr/>
          </p:nvSpPr>
          <p:spPr>
            <a:xfrm rot="8716295">
              <a:off x="416841" y="42429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3" name="Google Shape;4073;p44"/>
            <p:cNvSpPr/>
            <p:nvPr/>
          </p:nvSpPr>
          <p:spPr>
            <a:xfrm rot="8716295">
              <a:off x="404789" y="410421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4" name="Google Shape;4074;p44"/>
            <p:cNvSpPr/>
            <p:nvPr/>
          </p:nvSpPr>
          <p:spPr>
            <a:xfrm rot="8716295">
              <a:off x="631922" y="449261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5" name="Google Shape;4075;p44"/>
            <p:cNvSpPr/>
            <p:nvPr/>
          </p:nvSpPr>
          <p:spPr>
            <a:xfrm rot="8716295">
              <a:off x="943077" y="411297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6" name="Google Shape;4076;p44"/>
            <p:cNvSpPr/>
            <p:nvPr/>
          </p:nvSpPr>
          <p:spPr>
            <a:xfrm rot="8716295">
              <a:off x="1032469" y="414221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7" name="Google Shape;4077;p44"/>
            <p:cNvSpPr/>
            <p:nvPr/>
          </p:nvSpPr>
          <p:spPr>
            <a:xfrm rot="8716295">
              <a:off x="830843" y="420151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8" name="Google Shape;4078;p44"/>
            <p:cNvSpPr/>
            <p:nvPr/>
          </p:nvSpPr>
          <p:spPr>
            <a:xfrm rot="8716295">
              <a:off x="705941" y="399284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9" name="Google Shape;4079;p44"/>
            <p:cNvSpPr/>
            <p:nvPr/>
          </p:nvSpPr>
          <p:spPr>
            <a:xfrm rot="8716295">
              <a:off x="921021" y="424246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0" name="Google Shape;4080;p44"/>
            <p:cNvSpPr/>
            <p:nvPr/>
          </p:nvSpPr>
          <p:spPr>
            <a:xfrm rot="8716295">
              <a:off x="679570" y="409286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1" name="Google Shape;4081;p44"/>
            <p:cNvSpPr/>
            <p:nvPr/>
          </p:nvSpPr>
          <p:spPr>
            <a:xfrm rot="7484129">
              <a:off x="1025952" y="443381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2" name="Google Shape;4082;p44"/>
            <p:cNvSpPr/>
            <p:nvPr/>
          </p:nvSpPr>
          <p:spPr>
            <a:xfrm rot="-8510606">
              <a:off x="1130772" y="440035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3" name="Google Shape;4083;p44"/>
            <p:cNvSpPr/>
            <p:nvPr/>
          </p:nvSpPr>
          <p:spPr>
            <a:xfrm rot="8716295">
              <a:off x="1316357" y="420867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4" name="Google Shape;4084;p44"/>
            <p:cNvSpPr/>
            <p:nvPr/>
          </p:nvSpPr>
          <p:spPr>
            <a:xfrm rot="8716295">
              <a:off x="1264552" y="41050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5" name="Google Shape;4085;p44"/>
            <p:cNvSpPr/>
            <p:nvPr/>
          </p:nvSpPr>
          <p:spPr>
            <a:xfrm rot="8716295">
              <a:off x="1021306" y="41352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6" name="Google Shape;4086;p44"/>
            <p:cNvSpPr/>
            <p:nvPr/>
          </p:nvSpPr>
          <p:spPr>
            <a:xfrm rot="8716295">
              <a:off x="1198758" y="39760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7" name="Google Shape;4087;p44"/>
            <p:cNvSpPr/>
            <p:nvPr/>
          </p:nvSpPr>
          <p:spPr>
            <a:xfrm rot="8716295">
              <a:off x="849927" y="5056695"/>
              <a:ext cx="61059" cy="11438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8" name="Google Shape;4088;p44"/>
            <p:cNvSpPr/>
            <p:nvPr/>
          </p:nvSpPr>
          <p:spPr>
            <a:xfrm rot="8716295">
              <a:off x="1072880" y="5030752"/>
              <a:ext cx="60148" cy="1425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9" name="Google Shape;4089;p44"/>
            <p:cNvSpPr/>
            <p:nvPr/>
          </p:nvSpPr>
          <p:spPr>
            <a:xfrm rot="8716295">
              <a:off x="921687" y="496578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0" name="Google Shape;4090;p44"/>
            <p:cNvSpPr/>
            <p:nvPr/>
          </p:nvSpPr>
          <p:spPr>
            <a:xfrm rot="8716295">
              <a:off x="762271" y="5108547"/>
              <a:ext cx="53742" cy="49705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1" name="Google Shape;4091;p44"/>
            <p:cNvSpPr/>
            <p:nvPr/>
          </p:nvSpPr>
          <p:spPr>
            <a:xfrm rot="8716295">
              <a:off x="635497" y="4902607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2" name="Google Shape;4092;p44"/>
            <p:cNvSpPr/>
            <p:nvPr/>
          </p:nvSpPr>
          <p:spPr>
            <a:xfrm rot="8716295">
              <a:off x="627956" y="476391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3" name="Google Shape;4093;p44"/>
            <p:cNvSpPr/>
            <p:nvPr/>
          </p:nvSpPr>
          <p:spPr>
            <a:xfrm rot="8716295">
              <a:off x="1166244" y="47726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4" name="Google Shape;4094;p44"/>
            <p:cNvSpPr/>
            <p:nvPr/>
          </p:nvSpPr>
          <p:spPr>
            <a:xfrm rot="8716295">
              <a:off x="1255636" y="48019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5" name="Google Shape;4095;p44"/>
            <p:cNvSpPr/>
            <p:nvPr/>
          </p:nvSpPr>
          <p:spPr>
            <a:xfrm rot="8716295">
              <a:off x="1054010" y="48612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6" name="Google Shape;4096;p44"/>
            <p:cNvSpPr/>
            <p:nvPr/>
          </p:nvSpPr>
          <p:spPr>
            <a:xfrm rot="8716295">
              <a:off x="929108" y="46525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7" name="Google Shape;4097;p44"/>
            <p:cNvSpPr/>
            <p:nvPr/>
          </p:nvSpPr>
          <p:spPr>
            <a:xfrm rot="8716295">
              <a:off x="1144188" y="490216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8" name="Google Shape;4098;p44"/>
            <p:cNvSpPr/>
            <p:nvPr/>
          </p:nvSpPr>
          <p:spPr>
            <a:xfrm rot="8716295">
              <a:off x="902737" y="475256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9" name="Google Shape;4099;p44"/>
            <p:cNvSpPr/>
            <p:nvPr/>
          </p:nvSpPr>
          <p:spPr>
            <a:xfrm rot="7484129">
              <a:off x="1313689" y="5058219"/>
              <a:ext cx="97325" cy="159603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0" name="Google Shape;4100;p44"/>
            <p:cNvSpPr/>
            <p:nvPr/>
          </p:nvSpPr>
          <p:spPr>
            <a:xfrm rot="-8510606">
              <a:off x="1435176" y="5064332"/>
              <a:ext cx="213297" cy="83320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1" name="Google Shape;4101;p44"/>
            <p:cNvSpPr/>
            <p:nvPr/>
          </p:nvSpPr>
          <p:spPr>
            <a:xfrm rot="8716295">
              <a:off x="1539524" y="486837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2" name="Google Shape;4102;p44"/>
            <p:cNvSpPr/>
            <p:nvPr/>
          </p:nvSpPr>
          <p:spPr>
            <a:xfrm rot="8716295">
              <a:off x="1487719" y="47647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3" name="Google Shape;4103;p44"/>
            <p:cNvSpPr/>
            <p:nvPr/>
          </p:nvSpPr>
          <p:spPr>
            <a:xfrm rot="8716295">
              <a:off x="1244473" y="479499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4" name="Google Shape;4104;p44"/>
            <p:cNvSpPr/>
            <p:nvPr/>
          </p:nvSpPr>
          <p:spPr>
            <a:xfrm rot="8716295">
              <a:off x="1421925" y="46357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5" name="Google Shape;4105;p44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6" name="Google Shape;4106;p44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7" name="Google Shape;4107;p44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44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9" name="Google Shape;4109;p44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0" name="Google Shape;4110;p44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1" name="Google Shape;4111;p44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2" name="Google Shape;4112;p44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3" name="Google Shape;4113;p44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4" name="Google Shape;4114;p44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5" name="Google Shape;4115;p44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6" name="Google Shape;4116;p44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7" name="Google Shape;4117;p44"/>
            <p:cNvSpPr/>
            <p:nvPr/>
          </p:nvSpPr>
          <p:spPr>
            <a:xfrm rot="-8510606">
              <a:off x="467417" y="242128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8" name="Google Shape;4118;p44"/>
            <p:cNvSpPr/>
            <p:nvPr/>
          </p:nvSpPr>
          <p:spPr>
            <a:xfrm rot="8716295">
              <a:off x="653002" y="222960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9" name="Google Shape;4119;p44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0" name="Google Shape;4120;p44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1" name="Google Shape;4121;p44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2" name="Google Shape;4122;p44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3" name="Google Shape;4123;p44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4" name="Google Shape;4124;p44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5" name="Google Shape;4125;p44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6" name="Google Shape;4126;p44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7" name="Google Shape;4127;p44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8" name="Google Shape;4128;p44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9" name="Google Shape;4129;p44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0" name="Google Shape;4130;p44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1" name="Google Shape;4131;p44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2" name="Google Shape;4132;p44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3" name="Google Shape;4133;p44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4" name="Google Shape;4134;p44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5" name="Google Shape;4135;p44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6" name="Google Shape;4136;p44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7" name="Google Shape;4137;p44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8" name="Google Shape;4138;p44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9" name="Google Shape;4139;p44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0" name="Google Shape;4140;p44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1" name="Google Shape;4141;p44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2" name="Google Shape;4142;p44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3" name="Google Shape;4143;p44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4" name="Google Shape;4144;p44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5" name="Google Shape;4145;p44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6" name="Google Shape;4146;p44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7" name="Google Shape;4147;p44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8" name="Google Shape;4148;p44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9" name="Google Shape;4149;p44"/>
            <p:cNvSpPr/>
            <p:nvPr/>
          </p:nvSpPr>
          <p:spPr>
            <a:xfrm rot="8716295">
              <a:off x="592036" y="5123131"/>
              <a:ext cx="56900" cy="40151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0" name="Google Shape;4150;p44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1" name="Google Shape;4151;p44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2" name="Google Shape;4152;p44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3" name="Google Shape;4153;p44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4" name="Google Shape;4154;p44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5" name="Google Shape;4155;p44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6" name="Google Shape;4156;p44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7" name="Google Shape;4157;p44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44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9" name="Google Shape;4159;p44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44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44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2" name="Google Shape;4162;p44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3" name="Google Shape;4163;p44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4" name="Google Shape;4164;p44"/>
            <p:cNvSpPr/>
            <p:nvPr/>
          </p:nvSpPr>
          <p:spPr>
            <a:xfrm rot="-8510606">
              <a:off x="313263" y="4907079"/>
              <a:ext cx="272584" cy="221720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5" name="Google Shape;4165;p44"/>
            <p:cNvSpPr/>
            <p:nvPr/>
          </p:nvSpPr>
          <p:spPr>
            <a:xfrm rot="8716295">
              <a:off x="466598" y="47077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6" name="Google Shape;4166;p44"/>
            <p:cNvSpPr/>
            <p:nvPr/>
          </p:nvSpPr>
          <p:spPr>
            <a:xfrm rot="8716295">
              <a:off x="414793" y="46041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7" name="Google Shape;4167;p44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8" name="Google Shape;4168;p44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9" name="Google Shape;4169;p44"/>
          <p:cNvSpPr txBox="1"/>
          <p:nvPr>
            <p:ph idx="1" type="body"/>
          </p:nvPr>
        </p:nvSpPr>
        <p:spPr>
          <a:xfrm>
            <a:off x="429470" y="3802408"/>
            <a:ext cx="108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0" name="Google Shape;4170;p44"/>
          <p:cNvSpPr txBox="1"/>
          <p:nvPr>
            <p:ph idx="2" type="body"/>
          </p:nvPr>
        </p:nvSpPr>
        <p:spPr>
          <a:xfrm>
            <a:off x="1512561" y="3802408"/>
            <a:ext cx="1080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1" name="Google Shape;4171;p44"/>
          <p:cNvSpPr txBox="1"/>
          <p:nvPr>
            <p:ph idx="3" type="body"/>
          </p:nvPr>
        </p:nvSpPr>
        <p:spPr>
          <a:xfrm>
            <a:off x="443993" y="482179"/>
            <a:ext cx="2495932" cy="302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2" name="Google Shape;4172;p44"/>
          <p:cNvSpPr txBox="1"/>
          <p:nvPr>
            <p:ph idx="4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yures / Texte + Contenu">
  <p:cSld name="Rayures / Texte + Contenu">
    <p:bg>
      <p:bgPr>
        <a:solidFill>
          <a:schemeClr val="dk2"/>
        </a:solidFill>
      </p:bgPr>
    </p:bg>
    <p:spTree>
      <p:nvGrpSpPr>
        <p:cNvPr id="4173" name="Shape 4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4" name="Google Shape;4174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4163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5" name="Google Shape;4175;p45"/>
          <p:cNvSpPr/>
          <p:nvPr/>
        </p:nvSpPr>
        <p:spPr>
          <a:xfrm>
            <a:off x="0" y="-1"/>
            <a:ext cx="9144000" cy="5143501"/>
          </a:xfrm>
          <a:custGeom>
            <a:rect b="b" l="l" r="r" t="t"/>
            <a:pathLst>
              <a:path extrusionOk="0" h="5143501" w="9144000">
                <a:moveTo>
                  <a:pt x="0" y="0"/>
                </a:moveTo>
                <a:lnTo>
                  <a:pt x="9144000" y="0"/>
                </a:lnTo>
                <a:lnTo>
                  <a:pt x="9144000" y="5143501"/>
                </a:lnTo>
                <a:lnTo>
                  <a:pt x="3567702" y="5143501"/>
                </a:lnTo>
                <a:lnTo>
                  <a:pt x="3246551" y="2811363"/>
                </a:lnTo>
                <a:lnTo>
                  <a:pt x="3485902" y="1"/>
                </a:lnTo>
                <a:lnTo>
                  <a:pt x="3048000" y="1"/>
                </a:lnTo>
                <a:lnTo>
                  <a:pt x="2859408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6" name="Google Shape;4176;p45"/>
          <p:cNvSpPr txBox="1"/>
          <p:nvPr>
            <p:ph idx="1" type="body"/>
          </p:nvPr>
        </p:nvSpPr>
        <p:spPr>
          <a:xfrm>
            <a:off x="429470" y="3802408"/>
            <a:ext cx="108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7" name="Google Shape;4177;p45"/>
          <p:cNvSpPr txBox="1"/>
          <p:nvPr>
            <p:ph idx="2" type="body"/>
          </p:nvPr>
        </p:nvSpPr>
        <p:spPr>
          <a:xfrm>
            <a:off x="1512561" y="3802408"/>
            <a:ext cx="1080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8" name="Google Shape;4178;p45"/>
          <p:cNvSpPr txBox="1"/>
          <p:nvPr>
            <p:ph idx="3" type="body"/>
          </p:nvPr>
        </p:nvSpPr>
        <p:spPr>
          <a:xfrm>
            <a:off x="443993" y="482179"/>
            <a:ext cx="2495932" cy="302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79" name="Google Shape;4179;p45"/>
          <p:cNvSpPr txBox="1"/>
          <p:nvPr>
            <p:ph idx="4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0" name="Google Shape;4180;p45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filtre bleu + Titre + Contenu">
  <p:cSld name="Image filtre bleu + Titre + Contenu">
    <p:bg>
      <p:bgPr>
        <a:solidFill>
          <a:srgbClr val="F2F2F2"/>
        </a:solidFill>
      </p:bgPr>
    </p:bg>
    <p:spTree>
      <p:nvGrpSpPr>
        <p:cNvPr id="4181" name="Shape 4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2" name="Google Shape;4182;p46"/>
          <p:cNvSpPr/>
          <p:nvPr>
            <p:ph idx="2" type="pic"/>
          </p:nvPr>
        </p:nvSpPr>
        <p:spPr>
          <a:xfrm>
            <a:off x="0" y="2"/>
            <a:ext cx="3567702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4183" name="Google Shape;4183;p46"/>
          <p:cNvSpPr/>
          <p:nvPr/>
        </p:nvSpPr>
        <p:spPr>
          <a:xfrm>
            <a:off x="3246551" y="-1"/>
            <a:ext cx="5897449" cy="5143501"/>
          </a:xfrm>
          <a:custGeom>
            <a:rect b="b" l="l" r="r" t="t"/>
            <a:pathLst>
              <a:path extrusionOk="0" h="5143501" w="5897449">
                <a:moveTo>
                  <a:pt x="239351" y="1"/>
                </a:moveTo>
                <a:lnTo>
                  <a:pt x="5897449" y="0"/>
                </a:lnTo>
                <a:lnTo>
                  <a:pt x="5897449" y="5143501"/>
                </a:lnTo>
                <a:lnTo>
                  <a:pt x="321151" y="5143501"/>
                </a:lnTo>
                <a:lnTo>
                  <a:pt x="0" y="2811363"/>
                </a:lnTo>
                <a:lnTo>
                  <a:pt x="2393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4" name="Google Shape;4184;p46"/>
          <p:cNvSpPr txBox="1"/>
          <p:nvPr>
            <p:ph idx="1" type="body"/>
          </p:nvPr>
        </p:nvSpPr>
        <p:spPr>
          <a:xfrm>
            <a:off x="3811668" y="507082"/>
            <a:ext cx="5068800" cy="41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5" name="Google Shape;4185;p46"/>
          <p:cNvSpPr txBox="1"/>
          <p:nvPr>
            <p:ph idx="3" type="body"/>
          </p:nvPr>
        </p:nvSpPr>
        <p:spPr>
          <a:xfrm>
            <a:off x="-6824" y="0"/>
            <a:ext cx="3492727" cy="2565779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6" name="Google Shape;4186;p46"/>
          <p:cNvSpPr txBox="1"/>
          <p:nvPr>
            <p:ph idx="4" type="body"/>
          </p:nvPr>
        </p:nvSpPr>
        <p:spPr>
          <a:xfrm>
            <a:off x="429470" y="1194381"/>
            <a:ext cx="108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7" name="Google Shape;4187;p46"/>
          <p:cNvSpPr txBox="1"/>
          <p:nvPr>
            <p:ph idx="5" type="body"/>
          </p:nvPr>
        </p:nvSpPr>
        <p:spPr>
          <a:xfrm>
            <a:off x="1512561" y="1194381"/>
            <a:ext cx="1080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8" name="Google Shape;4188;p46"/>
          <p:cNvSpPr txBox="1"/>
          <p:nvPr>
            <p:ph idx="6" type="body"/>
          </p:nvPr>
        </p:nvSpPr>
        <p:spPr>
          <a:xfrm>
            <a:off x="443993" y="190831"/>
            <a:ext cx="2495932" cy="92235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89" name="Google Shape;4189;p46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filtre bleu + Contenu">
  <p:cSld name="Image filtre bleu + Contenu">
    <p:bg>
      <p:bgPr>
        <a:solidFill>
          <a:schemeClr val="dk2"/>
        </a:solidFill>
      </p:bgPr>
    </p:bg>
    <p:spTree>
      <p:nvGrpSpPr>
        <p:cNvPr id="4190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p47"/>
          <p:cNvSpPr/>
          <p:nvPr>
            <p:ph idx="2" type="pic"/>
          </p:nvPr>
        </p:nvSpPr>
        <p:spPr>
          <a:xfrm>
            <a:off x="0" y="2"/>
            <a:ext cx="3567702" cy="5143499"/>
          </a:xfrm>
          <a:prstGeom prst="rect">
            <a:avLst/>
          </a:prstGeom>
          <a:noFill/>
          <a:ln>
            <a:noFill/>
          </a:ln>
        </p:spPr>
      </p:sp>
      <p:sp>
        <p:nvSpPr>
          <p:cNvPr id="4192" name="Google Shape;4192;p47"/>
          <p:cNvSpPr/>
          <p:nvPr/>
        </p:nvSpPr>
        <p:spPr>
          <a:xfrm>
            <a:off x="3246551" y="-3"/>
            <a:ext cx="5897449" cy="5143501"/>
          </a:xfrm>
          <a:custGeom>
            <a:rect b="b" l="l" r="r" t="t"/>
            <a:pathLst>
              <a:path extrusionOk="0" h="5143501" w="5897449">
                <a:moveTo>
                  <a:pt x="675524" y="1246049"/>
                </a:moveTo>
                <a:lnTo>
                  <a:pt x="675524" y="1291768"/>
                </a:lnTo>
                <a:lnTo>
                  <a:pt x="1035524" y="1291768"/>
                </a:lnTo>
                <a:lnTo>
                  <a:pt x="1035524" y="1246049"/>
                </a:lnTo>
                <a:close/>
                <a:moveTo>
                  <a:pt x="5897449" y="0"/>
                </a:moveTo>
                <a:lnTo>
                  <a:pt x="5897449" y="5143501"/>
                </a:lnTo>
                <a:lnTo>
                  <a:pt x="321151" y="5143501"/>
                </a:lnTo>
                <a:lnTo>
                  <a:pt x="0" y="2811363"/>
                </a:lnTo>
                <a:lnTo>
                  <a:pt x="23935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3" name="Google Shape;4193;p47"/>
          <p:cNvSpPr txBox="1"/>
          <p:nvPr>
            <p:ph idx="1" type="body"/>
          </p:nvPr>
        </p:nvSpPr>
        <p:spPr>
          <a:xfrm>
            <a:off x="3811668" y="1733384"/>
            <a:ext cx="5068800" cy="2902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sz="14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94" name="Google Shape;4194;p47"/>
          <p:cNvSpPr txBox="1"/>
          <p:nvPr>
            <p:ph idx="3" type="body"/>
          </p:nvPr>
        </p:nvSpPr>
        <p:spPr>
          <a:xfrm>
            <a:off x="2129050" y="0"/>
            <a:ext cx="1356852" cy="5143500"/>
          </a:xfrm>
          <a:prstGeom prst="rect">
            <a:avLst/>
          </a:prstGeom>
          <a:solidFill>
            <a:schemeClr val="dk2">
              <a:alpha val="8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195" name="Google Shape;4195;p47"/>
          <p:cNvSpPr txBox="1"/>
          <p:nvPr>
            <p:ph type="title"/>
          </p:nvPr>
        </p:nvSpPr>
        <p:spPr>
          <a:xfrm>
            <a:off x="3811669" y="349390"/>
            <a:ext cx="5068800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96" name="Google Shape;4196;p47"/>
          <p:cNvSpPr/>
          <p:nvPr/>
        </p:nvSpPr>
        <p:spPr>
          <a:xfrm>
            <a:off x="4281011" y="1246048"/>
            <a:ext cx="360000" cy="45719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7" name="Google Shape;4197;p47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e + Image">
  <p:cSld name="Texte + Image">
    <p:bg>
      <p:bgPr>
        <a:solidFill>
          <a:schemeClr val="dk2"/>
        </a:solidFill>
      </p:bgPr>
    </p:bg>
    <p:spTree>
      <p:nvGrpSpPr>
        <p:cNvPr id="4198" name="Shape 4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" name="Google Shape;4199;p48"/>
          <p:cNvSpPr/>
          <p:nvPr>
            <p:ph idx="2" type="pic"/>
          </p:nvPr>
        </p:nvSpPr>
        <p:spPr>
          <a:xfrm>
            <a:off x="3246551" y="-1"/>
            <a:ext cx="5897449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grpSp>
        <p:nvGrpSpPr>
          <p:cNvPr id="4200" name="Google Shape;4200;p48"/>
          <p:cNvGrpSpPr/>
          <p:nvPr/>
        </p:nvGrpSpPr>
        <p:grpSpPr>
          <a:xfrm>
            <a:off x="-159823" y="-165575"/>
            <a:ext cx="3676841" cy="5465532"/>
            <a:chOff x="-159823" y="-165575"/>
            <a:chExt cx="3676841" cy="5465532"/>
          </a:xfrm>
        </p:grpSpPr>
        <p:sp>
          <p:nvSpPr>
            <p:cNvPr id="4201" name="Google Shape;4201;p48"/>
            <p:cNvSpPr/>
            <p:nvPr/>
          </p:nvSpPr>
          <p:spPr>
            <a:xfrm rot="8716295">
              <a:off x="3051469" y="229467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2" name="Google Shape;4202;p48"/>
            <p:cNvSpPr/>
            <p:nvPr/>
          </p:nvSpPr>
          <p:spPr>
            <a:xfrm rot="8716295">
              <a:off x="3141426" y="2335684"/>
              <a:ext cx="209149" cy="247728"/>
            </a:xfrm>
            <a:custGeom>
              <a:rect b="b" l="l" r="r" t="t"/>
              <a:pathLst>
                <a:path extrusionOk="0" h="247728" w="209149">
                  <a:moveTo>
                    <a:pt x="147179" y="90980"/>
                  </a:moveTo>
                  <a:lnTo>
                    <a:pt x="147179" y="74577"/>
                  </a:lnTo>
                  <a:cubicBezTo>
                    <a:pt x="147179" y="62273"/>
                    <a:pt x="143648" y="51907"/>
                    <a:pt x="137667" y="44616"/>
                  </a:cubicBezTo>
                  <a:lnTo>
                    <a:pt x="132652" y="42232"/>
                  </a:lnTo>
                  <a:lnTo>
                    <a:pt x="167583" y="0"/>
                  </a:lnTo>
                  <a:lnTo>
                    <a:pt x="189157" y="15682"/>
                  </a:lnTo>
                  <a:cubicBezTo>
                    <a:pt x="202086" y="30833"/>
                    <a:pt x="209149" y="53160"/>
                    <a:pt x="209149" y="81411"/>
                  </a:cubicBezTo>
                  <a:lnTo>
                    <a:pt x="209149" y="87335"/>
                  </a:lnTo>
                  <a:close/>
                  <a:moveTo>
                    <a:pt x="0" y="247728"/>
                  </a:moveTo>
                  <a:lnTo>
                    <a:pt x="0" y="202611"/>
                  </a:lnTo>
                  <a:lnTo>
                    <a:pt x="60148" y="129891"/>
                  </a:lnTo>
                  <a:lnTo>
                    <a:pt x="60148" y="20671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3" name="Google Shape;4203;p48"/>
            <p:cNvSpPr/>
            <p:nvPr/>
          </p:nvSpPr>
          <p:spPr>
            <a:xfrm rot="8716295">
              <a:off x="3096011" y="223763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4" name="Google Shape;4204;p48"/>
            <p:cNvSpPr/>
            <p:nvPr/>
          </p:nvSpPr>
          <p:spPr>
            <a:xfrm rot="8716295">
              <a:off x="2939235" y="238322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5" name="Google Shape;4205;p48"/>
            <p:cNvSpPr/>
            <p:nvPr/>
          </p:nvSpPr>
          <p:spPr>
            <a:xfrm rot="8716295">
              <a:off x="2814332" y="217454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6" name="Google Shape;4206;p48"/>
            <p:cNvSpPr/>
            <p:nvPr/>
          </p:nvSpPr>
          <p:spPr>
            <a:xfrm rot="8716295">
              <a:off x="2802280" y="203576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48"/>
            <p:cNvSpPr/>
            <p:nvPr/>
          </p:nvSpPr>
          <p:spPr>
            <a:xfrm rot="8716295">
              <a:off x="3029413" y="242417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8" name="Google Shape;4208;p48"/>
            <p:cNvSpPr/>
            <p:nvPr/>
          </p:nvSpPr>
          <p:spPr>
            <a:xfrm rot="8716295">
              <a:off x="3300250" y="2118999"/>
              <a:ext cx="9515" cy="11504"/>
            </a:xfrm>
            <a:custGeom>
              <a:rect b="b" l="l" r="r" t="t"/>
              <a:pathLst>
                <a:path extrusionOk="0" h="11504" w="9515">
                  <a:moveTo>
                    <a:pt x="0" y="11504"/>
                  </a:moveTo>
                  <a:lnTo>
                    <a:pt x="9515" y="0"/>
                  </a:lnTo>
                  <a:lnTo>
                    <a:pt x="9515" y="774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9" name="Google Shape;4209;p48"/>
            <p:cNvSpPr/>
            <p:nvPr/>
          </p:nvSpPr>
          <p:spPr>
            <a:xfrm rot="8716295">
              <a:off x="3228334" y="213306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0" name="Google Shape;4210;p48"/>
            <p:cNvSpPr/>
            <p:nvPr/>
          </p:nvSpPr>
          <p:spPr>
            <a:xfrm rot="8716295">
              <a:off x="3098921" y="1924310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44680"/>
                  </a:lnTo>
                  <a:lnTo>
                    <a:pt x="3695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1" name="Google Shape;4211;p48"/>
            <p:cNvSpPr/>
            <p:nvPr/>
          </p:nvSpPr>
          <p:spPr>
            <a:xfrm rot="8716295">
              <a:off x="3275349" y="2211673"/>
              <a:ext cx="24727" cy="53686"/>
            </a:xfrm>
            <a:custGeom>
              <a:rect b="b" l="l" r="r" t="t"/>
              <a:pathLst>
                <a:path extrusionOk="0" h="53686" w="24727">
                  <a:moveTo>
                    <a:pt x="24727" y="53686"/>
                  </a:moveTo>
                  <a:lnTo>
                    <a:pt x="0" y="29895"/>
                  </a:lnTo>
                  <a:lnTo>
                    <a:pt x="247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2" name="Google Shape;4212;p48"/>
            <p:cNvSpPr/>
            <p:nvPr/>
          </p:nvSpPr>
          <p:spPr>
            <a:xfrm rot="8716295">
              <a:off x="3077061" y="202442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3" name="Google Shape;4213;p48"/>
            <p:cNvSpPr/>
            <p:nvPr/>
          </p:nvSpPr>
          <p:spPr>
            <a:xfrm rot="8716295">
              <a:off x="3162402" y="30429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4" name="Google Shape;4214;p48"/>
            <p:cNvSpPr/>
            <p:nvPr/>
          </p:nvSpPr>
          <p:spPr>
            <a:xfrm rot="8716295">
              <a:off x="3033531" y="2835902"/>
              <a:ext cx="197743" cy="195873"/>
            </a:xfrm>
            <a:custGeom>
              <a:rect b="b" l="l" r="r" t="t"/>
              <a:pathLst>
                <a:path extrusionOk="0" h="195873" w="197743">
                  <a:moveTo>
                    <a:pt x="84606" y="195873"/>
                  </a:moveTo>
                  <a:lnTo>
                    <a:pt x="41743" y="116129"/>
                  </a:lnTo>
                  <a:lnTo>
                    <a:pt x="63673" y="55323"/>
                  </a:lnTo>
                  <a:lnTo>
                    <a:pt x="0" y="55323"/>
                  </a:lnTo>
                  <a:lnTo>
                    <a:pt x="45759" y="0"/>
                  </a:lnTo>
                  <a:lnTo>
                    <a:pt x="197743" y="0"/>
                  </a:lnTo>
                  <a:lnTo>
                    <a:pt x="197743" y="55323"/>
                  </a:lnTo>
                  <a:lnTo>
                    <a:pt x="132951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48"/>
            <p:cNvSpPr/>
            <p:nvPr/>
          </p:nvSpPr>
          <p:spPr>
            <a:xfrm rot="8716295">
              <a:off x="2982649" y="2705505"/>
              <a:ext cx="289489" cy="211444"/>
            </a:xfrm>
            <a:custGeom>
              <a:rect b="b" l="l" r="r" t="t"/>
              <a:pathLst>
                <a:path extrusionOk="0" h="211444" w="289489">
                  <a:moveTo>
                    <a:pt x="24145" y="181853"/>
                  </a:moveTo>
                  <a:cubicBezTo>
                    <a:pt x="14143" y="172145"/>
                    <a:pt x="7818" y="158907"/>
                    <a:pt x="3994" y="142066"/>
                  </a:cubicBezTo>
                  <a:lnTo>
                    <a:pt x="0" y="94419"/>
                  </a:lnTo>
                  <a:lnTo>
                    <a:pt x="78096" y="0"/>
                  </a:lnTo>
                  <a:lnTo>
                    <a:pt x="78273" y="24764"/>
                  </a:lnTo>
                  <a:cubicBezTo>
                    <a:pt x="76508" y="57712"/>
                    <a:pt x="81803" y="91247"/>
                    <a:pt x="92393" y="122430"/>
                  </a:cubicBezTo>
                  <a:cubicBezTo>
                    <a:pt x="101807" y="148317"/>
                    <a:pt x="125929" y="161261"/>
                    <a:pt x="162994" y="161261"/>
                  </a:cubicBezTo>
                  <a:cubicBezTo>
                    <a:pt x="181234" y="160672"/>
                    <a:pt x="198884" y="157142"/>
                    <a:pt x="215946" y="151847"/>
                  </a:cubicBezTo>
                  <a:cubicBezTo>
                    <a:pt x="240656" y="144198"/>
                    <a:pt x="264779" y="134197"/>
                    <a:pt x="288313" y="122430"/>
                  </a:cubicBezTo>
                  <a:cubicBezTo>
                    <a:pt x="288901" y="124783"/>
                    <a:pt x="289489" y="127725"/>
                    <a:pt x="289489" y="130078"/>
                  </a:cubicBezTo>
                  <a:lnTo>
                    <a:pt x="289489" y="135962"/>
                  </a:lnTo>
                  <a:cubicBezTo>
                    <a:pt x="227125" y="189501"/>
                    <a:pt x="145344" y="208329"/>
                    <a:pt x="96512" y="211270"/>
                  </a:cubicBezTo>
                  <a:cubicBezTo>
                    <a:pt x="69448" y="213035"/>
                    <a:pt x="42972" y="201268"/>
                    <a:pt x="24145" y="18185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6" name="Google Shape;4216;p48"/>
            <p:cNvSpPr/>
            <p:nvPr/>
          </p:nvSpPr>
          <p:spPr>
            <a:xfrm rot="8716295">
              <a:off x="3205022" y="3125495"/>
              <a:ext cx="16424" cy="35661"/>
            </a:xfrm>
            <a:custGeom>
              <a:rect b="b" l="l" r="r" t="t"/>
              <a:pathLst>
                <a:path extrusionOk="0" h="35661" w="16424">
                  <a:moveTo>
                    <a:pt x="16424" y="35661"/>
                  </a:moveTo>
                  <a:lnTo>
                    <a:pt x="0" y="19858"/>
                  </a:lnTo>
                  <a:lnTo>
                    <a:pt x="16424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48"/>
            <p:cNvSpPr/>
            <p:nvPr/>
          </p:nvSpPr>
          <p:spPr>
            <a:xfrm rot="8716295">
              <a:off x="2829951" y="1633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48"/>
            <p:cNvSpPr/>
            <p:nvPr/>
          </p:nvSpPr>
          <p:spPr>
            <a:xfrm rot="8716295">
              <a:off x="2919343" y="1662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9" name="Google Shape;4219;p48"/>
            <p:cNvSpPr/>
            <p:nvPr/>
          </p:nvSpPr>
          <p:spPr>
            <a:xfrm rot="8716295">
              <a:off x="2874493" y="157666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0" name="Google Shape;4220;p48"/>
            <p:cNvSpPr/>
            <p:nvPr/>
          </p:nvSpPr>
          <p:spPr>
            <a:xfrm rot="8716295">
              <a:off x="2717717" y="1722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1" name="Google Shape;4221;p48"/>
            <p:cNvSpPr/>
            <p:nvPr/>
          </p:nvSpPr>
          <p:spPr>
            <a:xfrm rot="8716295">
              <a:off x="2592814" y="1513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2" name="Google Shape;4222;p48"/>
            <p:cNvSpPr/>
            <p:nvPr/>
          </p:nvSpPr>
          <p:spPr>
            <a:xfrm rot="8716295">
              <a:off x="2580762" y="137479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3" name="Google Shape;4223;p48"/>
            <p:cNvSpPr/>
            <p:nvPr/>
          </p:nvSpPr>
          <p:spPr>
            <a:xfrm rot="8716295">
              <a:off x="2807895" y="176319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4" name="Google Shape;4224;p48"/>
            <p:cNvSpPr/>
            <p:nvPr/>
          </p:nvSpPr>
          <p:spPr>
            <a:xfrm rot="8716295">
              <a:off x="3119050" y="138355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5" name="Google Shape;4225;p48"/>
            <p:cNvSpPr/>
            <p:nvPr/>
          </p:nvSpPr>
          <p:spPr>
            <a:xfrm rot="8716295">
              <a:off x="3209851" y="1424295"/>
              <a:ext cx="209149" cy="250692"/>
            </a:xfrm>
            <a:custGeom>
              <a:rect b="b" l="l" r="r" t="t"/>
              <a:pathLst>
                <a:path extrusionOk="0" h="250692" w="209149">
                  <a:moveTo>
                    <a:pt x="147179" y="93944"/>
                  </a:moveTo>
                  <a:lnTo>
                    <a:pt x="147179" y="77540"/>
                  </a:lnTo>
                  <a:cubicBezTo>
                    <a:pt x="147179" y="65237"/>
                    <a:pt x="143648" y="54871"/>
                    <a:pt x="137667" y="47580"/>
                  </a:cubicBezTo>
                  <a:lnTo>
                    <a:pt x="123379" y="40789"/>
                  </a:lnTo>
                  <a:lnTo>
                    <a:pt x="157117" y="0"/>
                  </a:lnTo>
                  <a:lnTo>
                    <a:pt x="165512" y="1459"/>
                  </a:lnTo>
                  <a:cubicBezTo>
                    <a:pt x="193258" y="12950"/>
                    <a:pt x="209149" y="41998"/>
                    <a:pt x="209149" y="84375"/>
                  </a:cubicBezTo>
                  <a:lnTo>
                    <a:pt x="209149" y="90299"/>
                  </a:lnTo>
                  <a:close/>
                  <a:moveTo>
                    <a:pt x="0" y="250692"/>
                  </a:moveTo>
                  <a:lnTo>
                    <a:pt x="0" y="189958"/>
                  </a:lnTo>
                  <a:lnTo>
                    <a:pt x="61066" y="116127"/>
                  </a:lnTo>
                  <a:lnTo>
                    <a:pt x="60148" y="123562"/>
                  </a:lnTo>
                  <a:lnTo>
                    <a:pt x="60148" y="2096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6" name="Google Shape;4226;p48"/>
            <p:cNvSpPr/>
            <p:nvPr/>
          </p:nvSpPr>
          <p:spPr>
            <a:xfrm rot="8716295">
              <a:off x="3006816" y="147209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7" name="Google Shape;4227;p48"/>
            <p:cNvSpPr/>
            <p:nvPr/>
          </p:nvSpPr>
          <p:spPr>
            <a:xfrm rot="8716295">
              <a:off x="2881914" y="1263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8" name="Google Shape;4228;p48"/>
            <p:cNvSpPr/>
            <p:nvPr/>
          </p:nvSpPr>
          <p:spPr>
            <a:xfrm rot="8716295">
              <a:off x="3096994" y="151304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9" name="Google Shape;4229;p48"/>
            <p:cNvSpPr/>
            <p:nvPr/>
          </p:nvSpPr>
          <p:spPr>
            <a:xfrm rot="8716295">
              <a:off x="2855543" y="136344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0" name="Google Shape;4230;p48"/>
            <p:cNvSpPr/>
            <p:nvPr/>
          </p:nvSpPr>
          <p:spPr>
            <a:xfrm rot="7484129">
              <a:off x="3207325" y="1725125"/>
              <a:ext cx="156001" cy="194030"/>
            </a:xfrm>
            <a:custGeom>
              <a:rect b="b" l="l" r="r" t="t"/>
              <a:pathLst>
                <a:path extrusionOk="0" h="194030" w="156001">
                  <a:moveTo>
                    <a:pt x="42863" y="194030"/>
                  </a:moveTo>
                  <a:lnTo>
                    <a:pt x="0" y="114286"/>
                  </a:lnTo>
                  <a:lnTo>
                    <a:pt x="11232" y="83143"/>
                  </a:lnTo>
                  <a:lnTo>
                    <a:pt x="156000" y="0"/>
                  </a:lnTo>
                  <a:lnTo>
                    <a:pt x="156001" y="53480"/>
                  </a:lnTo>
                  <a:lnTo>
                    <a:pt x="91208" y="5348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1" name="Google Shape;4231;p48"/>
            <p:cNvSpPr/>
            <p:nvPr/>
          </p:nvSpPr>
          <p:spPr>
            <a:xfrm rot="8716295">
              <a:off x="3197279" y="140587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2" name="Google Shape;4232;p48"/>
            <p:cNvSpPr/>
            <p:nvPr/>
          </p:nvSpPr>
          <p:spPr>
            <a:xfrm rot="8716295">
              <a:off x="3356472" y="1273070"/>
              <a:ext cx="38162" cy="46138"/>
            </a:xfrm>
            <a:custGeom>
              <a:rect b="b" l="l" r="r" t="t"/>
              <a:pathLst>
                <a:path extrusionOk="0" h="46138" w="38162">
                  <a:moveTo>
                    <a:pt x="0" y="46138"/>
                  </a:moveTo>
                  <a:lnTo>
                    <a:pt x="38162" y="0"/>
                  </a:lnTo>
                  <a:lnTo>
                    <a:pt x="35645" y="12962"/>
                  </a:lnTo>
                  <a:cubicBezTo>
                    <a:pt x="32771" y="20076"/>
                    <a:pt x="28459" y="26745"/>
                    <a:pt x="22710" y="32494"/>
                  </a:cubicBezTo>
                  <a:cubicBezTo>
                    <a:pt x="17191" y="38013"/>
                    <a:pt x="10753" y="42382"/>
                    <a:pt x="3739" y="4537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3" name="Google Shape;4233;p48"/>
            <p:cNvSpPr/>
            <p:nvPr/>
          </p:nvSpPr>
          <p:spPr>
            <a:xfrm rot="8716295">
              <a:off x="2606784" y="97400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4" name="Google Shape;4234;p48"/>
            <p:cNvSpPr/>
            <p:nvPr/>
          </p:nvSpPr>
          <p:spPr>
            <a:xfrm rot="8716295">
              <a:off x="2696176" y="100324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5" name="Google Shape;4235;p48"/>
            <p:cNvSpPr/>
            <p:nvPr/>
          </p:nvSpPr>
          <p:spPr>
            <a:xfrm rot="8716295">
              <a:off x="2651326" y="91696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6" name="Google Shape;4236;p48"/>
            <p:cNvSpPr/>
            <p:nvPr/>
          </p:nvSpPr>
          <p:spPr>
            <a:xfrm rot="8716295">
              <a:off x="2494550" y="106254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48"/>
            <p:cNvSpPr/>
            <p:nvPr/>
          </p:nvSpPr>
          <p:spPr>
            <a:xfrm rot="8716295">
              <a:off x="2369647" y="85387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48"/>
            <p:cNvSpPr/>
            <p:nvPr/>
          </p:nvSpPr>
          <p:spPr>
            <a:xfrm rot="8716295">
              <a:off x="2357595" y="71509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9" name="Google Shape;4239;p48"/>
            <p:cNvSpPr/>
            <p:nvPr/>
          </p:nvSpPr>
          <p:spPr>
            <a:xfrm rot="8716295">
              <a:off x="2584728" y="110350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48"/>
            <p:cNvSpPr/>
            <p:nvPr/>
          </p:nvSpPr>
          <p:spPr>
            <a:xfrm rot="8716295">
              <a:off x="2895883" y="72385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1" name="Google Shape;4241;p48"/>
            <p:cNvSpPr/>
            <p:nvPr/>
          </p:nvSpPr>
          <p:spPr>
            <a:xfrm rot="8716295">
              <a:off x="2985275" y="75309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2" name="Google Shape;4242;p48"/>
            <p:cNvSpPr/>
            <p:nvPr/>
          </p:nvSpPr>
          <p:spPr>
            <a:xfrm rot="8716295">
              <a:off x="2783649" y="81239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3" name="Google Shape;4243;p48"/>
            <p:cNvSpPr/>
            <p:nvPr/>
          </p:nvSpPr>
          <p:spPr>
            <a:xfrm rot="8716295">
              <a:off x="2658747" y="603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4" name="Google Shape;4244;p48"/>
            <p:cNvSpPr/>
            <p:nvPr/>
          </p:nvSpPr>
          <p:spPr>
            <a:xfrm rot="8716295">
              <a:off x="2873827" y="85334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5" name="Google Shape;4245;p48"/>
            <p:cNvSpPr/>
            <p:nvPr/>
          </p:nvSpPr>
          <p:spPr>
            <a:xfrm rot="8716295">
              <a:off x="2632376" y="70374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6" name="Google Shape;4246;p48"/>
            <p:cNvSpPr/>
            <p:nvPr/>
          </p:nvSpPr>
          <p:spPr>
            <a:xfrm rot="7484129">
              <a:off x="2978758" y="10446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7" name="Google Shape;4247;p48"/>
            <p:cNvSpPr/>
            <p:nvPr/>
          </p:nvSpPr>
          <p:spPr>
            <a:xfrm rot="-8510606">
              <a:off x="3083578" y="101123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8" name="Google Shape;4248;p48"/>
            <p:cNvSpPr/>
            <p:nvPr/>
          </p:nvSpPr>
          <p:spPr>
            <a:xfrm rot="8716295">
              <a:off x="3269163" y="81955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9" name="Google Shape;4249;p48"/>
            <p:cNvSpPr/>
            <p:nvPr/>
          </p:nvSpPr>
          <p:spPr>
            <a:xfrm rot="8716295">
              <a:off x="3217358" y="71595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0" name="Google Shape;4250;p48"/>
            <p:cNvSpPr/>
            <p:nvPr/>
          </p:nvSpPr>
          <p:spPr>
            <a:xfrm rot="8716295">
              <a:off x="2974112" y="74618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1" name="Google Shape;4251;p48"/>
            <p:cNvSpPr/>
            <p:nvPr/>
          </p:nvSpPr>
          <p:spPr>
            <a:xfrm rot="8716295">
              <a:off x="3151564" y="58693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2" name="Google Shape;4252;p48"/>
            <p:cNvSpPr/>
            <p:nvPr/>
          </p:nvSpPr>
          <p:spPr>
            <a:xfrm rot="8716295">
              <a:off x="2387845" y="31194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3" name="Google Shape;4253;p48"/>
            <p:cNvSpPr/>
            <p:nvPr/>
          </p:nvSpPr>
          <p:spPr>
            <a:xfrm rot="8716295">
              <a:off x="2477237" y="34118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4" name="Google Shape;4254;p48"/>
            <p:cNvSpPr/>
            <p:nvPr/>
          </p:nvSpPr>
          <p:spPr>
            <a:xfrm rot="8716295">
              <a:off x="2432387" y="25490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5" name="Google Shape;4255;p48"/>
            <p:cNvSpPr/>
            <p:nvPr/>
          </p:nvSpPr>
          <p:spPr>
            <a:xfrm rot="8716295">
              <a:off x="2275611" y="40049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6" name="Google Shape;4256;p48"/>
            <p:cNvSpPr/>
            <p:nvPr/>
          </p:nvSpPr>
          <p:spPr>
            <a:xfrm rot="8716295">
              <a:off x="2150708" y="19181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7" name="Google Shape;4257;p48"/>
            <p:cNvSpPr/>
            <p:nvPr/>
          </p:nvSpPr>
          <p:spPr>
            <a:xfrm rot="8716295">
              <a:off x="2138656" y="5303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8" name="Google Shape;4258;p48"/>
            <p:cNvSpPr/>
            <p:nvPr/>
          </p:nvSpPr>
          <p:spPr>
            <a:xfrm rot="8716295">
              <a:off x="2365789" y="44144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9" name="Google Shape;4259;p48"/>
            <p:cNvSpPr/>
            <p:nvPr/>
          </p:nvSpPr>
          <p:spPr>
            <a:xfrm rot="8716295">
              <a:off x="2676944" y="6179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0" name="Google Shape;4260;p48"/>
            <p:cNvSpPr/>
            <p:nvPr/>
          </p:nvSpPr>
          <p:spPr>
            <a:xfrm rot="8716295">
              <a:off x="2766336" y="9103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1" name="Google Shape;4261;p48"/>
            <p:cNvSpPr/>
            <p:nvPr/>
          </p:nvSpPr>
          <p:spPr>
            <a:xfrm rot="8716295">
              <a:off x="2564710" y="15033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2" name="Google Shape;4262;p48"/>
            <p:cNvSpPr/>
            <p:nvPr/>
          </p:nvSpPr>
          <p:spPr>
            <a:xfrm rot="8716295">
              <a:off x="2448552" y="-16031"/>
              <a:ext cx="203847" cy="149340"/>
            </a:xfrm>
            <a:custGeom>
              <a:rect b="b" l="l" r="r" t="t"/>
              <a:pathLst>
                <a:path extrusionOk="0" h="149340" w="203847">
                  <a:moveTo>
                    <a:pt x="106716" y="149340"/>
                  </a:moveTo>
                  <a:lnTo>
                    <a:pt x="50038" y="110053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3" name="Google Shape;4263;p48"/>
            <p:cNvSpPr/>
            <p:nvPr/>
          </p:nvSpPr>
          <p:spPr>
            <a:xfrm rot="8716295">
              <a:off x="2654888" y="19129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4" name="Google Shape;4264;p48"/>
            <p:cNvSpPr/>
            <p:nvPr/>
          </p:nvSpPr>
          <p:spPr>
            <a:xfrm rot="8716295">
              <a:off x="2413437" y="4169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5" name="Google Shape;4265;p48"/>
            <p:cNvSpPr/>
            <p:nvPr/>
          </p:nvSpPr>
          <p:spPr>
            <a:xfrm rot="7484129">
              <a:off x="2759819" y="3826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6" name="Google Shape;4266;p48"/>
            <p:cNvSpPr/>
            <p:nvPr/>
          </p:nvSpPr>
          <p:spPr>
            <a:xfrm rot="-8510606">
              <a:off x="2864639" y="34917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7" name="Google Shape;4267;p48"/>
            <p:cNvSpPr/>
            <p:nvPr/>
          </p:nvSpPr>
          <p:spPr>
            <a:xfrm rot="8716295">
              <a:off x="3050224" y="15749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8" name="Google Shape;4268;p48"/>
            <p:cNvSpPr/>
            <p:nvPr/>
          </p:nvSpPr>
          <p:spPr>
            <a:xfrm rot="8716295">
              <a:off x="2998419" y="5390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9" name="Google Shape;4269;p48"/>
            <p:cNvSpPr/>
            <p:nvPr/>
          </p:nvSpPr>
          <p:spPr>
            <a:xfrm rot="8716295">
              <a:off x="2755173" y="8412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0" name="Google Shape;4270;p48"/>
            <p:cNvSpPr/>
            <p:nvPr/>
          </p:nvSpPr>
          <p:spPr>
            <a:xfrm rot="8716295">
              <a:off x="2940014" y="-28690"/>
              <a:ext cx="88664" cy="70660"/>
            </a:xfrm>
            <a:custGeom>
              <a:rect b="b" l="l" r="r" t="t"/>
              <a:pathLst>
                <a:path extrusionOk="0" h="70660" w="88664">
                  <a:moveTo>
                    <a:pt x="83649" y="70660"/>
                  </a:moveTo>
                  <a:lnTo>
                    <a:pt x="0" y="12677"/>
                  </a:lnTo>
                  <a:lnTo>
                    <a:pt x="30024" y="0"/>
                  </a:lnTo>
                  <a:cubicBezTo>
                    <a:pt x="45662" y="0"/>
                    <a:pt x="60379" y="6439"/>
                    <a:pt x="71417" y="17477"/>
                  </a:cubicBezTo>
                  <a:cubicBezTo>
                    <a:pt x="82915" y="28515"/>
                    <a:pt x="88664" y="43462"/>
                    <a:pt x="88664" y="5852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1" name="Google Shape;4271;p48"/>
            <p:cNvSpPr/>
            <p:nvPr/>
          </p:nvSpPr>
          <p:spPr>
            <a:xfrm rot="-8510606">
              <a:off x="2740820" y="-30870"/>
              <a:ext cx="73521" cy="76374"/>
            </a:xfrm>
            <a:custGeom>
              <a:rect b="b" l="l" r="r" t="t"/>
              <a:pathLst>
                <a:path extrusionOk="0" h="76374" w="73521">
                  <a:moveTo>
                    <a:pt x="73521" y="18609"/>
                  </a:moveTo>
                  <a:lnTo>
                    <a:pt x="0" y="76374"/>
                  </a:lnTo>
                  <a:lnTo>
                    <a:pt x="0" y="38074"/>
                  </a:lnTo>
                  <a:lnTo>
                    <a:pt x="73388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2" name="Google Shape;4272;p48"/>
            <p:cNvSpPr/>
            <p:nvPr/>
          </p:nvSpPr>
          <p:spPr>
            <a:xfrm rot="8716295">
              <a:off x="2166753" y="273158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3" name="Google Shape;4273;p48"/>
            <p:cNvSpPr/>
            <p:nvPr/>
          </p:nvSpPr>
          <p:spPr>
            <a:xfrm rot="8716295">
              <a:off x="2256145" y="276082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4" name="Google Shape;4274;p48"/>
            <p:cNvSpPr/>
            <p:nvPr/>
          </p:nvSpPr>
          <p:spPr>
            <a:xfrm rot="8716295">
              <a:off x="2211295" y="2674548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5" name="Google Shape;4275;p48"/>
            <p:cNvSpPr/>
            <p:nvPr/>
          </p:nvSpPr>
          <p:spPr>
            <a:xfrm rot="8716295">
              <a:off x="2054519" y="28201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6" name="Google Shape;4276;p48"/>
            <p:cNvSpPr/>
            <p:nvPr/>
          </p:nvSpPr>
          <p:spPr>
            <a:xfrm rot="8716295">
              <a:off x="1929616" y="261145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7" name="Google Shape;4277;p48"/>
            <p:cNvSpPr/>
            <p:nvPr/>
          </p:nvSpPr>
          <p:spPr>
            <a:xfrm rot="8716295">
              <a:off x="1917564" y="2472677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8" name="Google Shape;4278;p48"/>
            <p:cNvSpPr/>
            <p:nvPr/>
          </p:nvSpPr>
          <p:spPr>
            <a:xfrm rot="8716295">
              <a:off x="2144697" y="2861082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9" name="Google Shape;4279;p48"/>
            <p:cNvSpPr/>
            <p:nvPr/>
          </p:nvSpPr>
          <p:spPr>
            <a:xfrm rot="8716295">
              <a:off x="2455852" y="248143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0" name="Google Shape;4280;p48"/>
            <p:cNvSpPr/>
            <p:nvPr/>
          </p:nvSpPr>
          <p:spPr>
            <a:xfrm rot="8716295">
              <a:off x="2545244" y="251067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1" name="Google Shape;4281;p48"/>
            <p:cNvSpPr/>
            <p:nvPr/>
          </p:nvSpPr>
          <p:spPr>
            <a:xfrm rot="8716295">
              <a:off x="2343618" y="25699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2" name="Google Shape;4282;p48"/>
            <p:cNvSpPr/>
            <p:nvPr/>
          </p:nvSpPr>
          <p:spPr>
            <a:xfrm rot="8716295">
              <a:off x="2218716" y="236130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3" name="Google Shape;4283;p48"/>
            <p:cNvSpPr/>
            <p:nvPr/>
          </p:nvSpPr>
          <p:spPr>
            <a:xfrm rot="8716295">
              <a:off x="2433796" y="2610930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4" name="Google Shape;4284;p48"/>
            <p:cNvSpPr/>
            <p:nvPr/>
          </p:nvSpPr>
          <p:spPr>
            <a:xfrm rot="8716295">
              <a:off x="2192345" y="2461330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5" name="Google Shape;4285;p48"/>
            <p:cNvSpPr/>
            <p:nvPr/>
          </p:nvSpPr>
          <p:spPr>
            <a:xfrm rot="7484129">
              <a:off x="2538727" y="280228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6" name="Google Shape;4286;p48"/>
            <p:cNvSpPr/>
            <p:nvPr/>
          </p:nvSpPr>
          <p:spPr>
            <a:xfrm rot="-8510606">
              <a:off x="2643547" y="2768815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7" name="Google Shape;4287;p48"/>
            <p:cNvSpPr/>
            <p:nvPr/>
          </p:nvSpPr>
          <p:spPr>
            <a:xfrm rot="8716295">
              <a:off x="2829132" y="2577134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8" name="Google Shape;4288;p48"/>
            <p:cNvSpPr/>
            <p:nvPr/>
          </p:nvSpPr>
          <p:spPr>
            <a:xfrm rot="8716295">
              <a:off x="2777327" y="247354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9" name="Google Shape;4289;p48"/>
            <p:cNvSpPr/>
            <p:nvPr/>
          </p:nvSpPr>
          <p:spPr>
            <a:xfrm rot="8716295">
              <a:off x="2534081" y="25037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0" name="Google Shape;4290;p48"/>
            <p:cNvSpPr/>
            <p:nvPr/>
          </p:nvSpPr>
          <p:spPr>
            <a:xfrm rot="8716295">
              <a:off x="2711533" y="234452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1" name="Google Shape;4291;p48"/>
            <p:cNvSpPr/>
            <p:nvPr/>
          </p:nvSpPr>
          <p:spPr>
            <a:xfrm rot="8716295">
              <a:off x="2389920" y="339128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2" name="Google Shape;4292;p48"/>
            <p:cNvSpPr/>
            <p:nvPr/>
          </p:nvSpPr>
          <p:spPr>
            <a:xfrm rot="8716295">
              <a:off x="2479312" y="342052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3" name="Google Shape;4293;p48"/>
            <p:cNvSpPr/>
            <p:nvPr/>
          </p:nvSpPr>
          <p:spPr>
            <a:xfrm rot="8716295">
              <a:off x="2434462" y="333424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4" name="Google Shape;4294;p48"/>
            <p:cNvSpPr/>
            <p:nvPr/>
          </p:nvSpPr>
          <p:spPr>
            <a:xfrm rot="8716295">
              <a:off x="2277686" y="347982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5" name="Google Shape;4295;p48"/>
            <p:cNvSpPr/>
            <p:nvPr/>
          </p:nvSpPr>
          <p:spPr>
            <a:xfrm rot="8716295">
              <a:off x="2152783" y="327115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6" name="Google Shape;4296;p48"/>
            <p:cNvSpPr/>
            <p:nvPr/>
          </p:nvSpPr>
          <p:spPr>
            <a:xfrm rot="8716295">
              <a:off x="2140731" y="313237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7" name="Google Shape;4297;p48"/>
            <p:cNvSpPr/>
            <p:nvPr/>
          </p:nvSpPr>
          <p:spPr>
            <a:xfrm rot="8716295">
              <a:off x="2367864" y="352078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8" name="Google Shape;4298;p48"/>
            <p:cNvSpPr/>
            <p:nvPr/>
          </p:nvSpPr>
          <p:spPr>
            <a:xfrm rot="8716295">
              <a:off x="2679019" y="314113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9" name="Google Shape;4299;p48"/>
            <p:cNvSpPr/>
            <p:nvPr/>
          </p:nvSpPr>
          <p:spPr>
            <a:xfrm rot="8716295">
              <a:off x="2768411" y="317037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0" name="Google Shape;4300;p48"/>
            <p:cNvSpPr/>
            <p:nvPr/>
          </p:nvSpPr>
          <p:spPr>
            <a:xfrm rot="8716295">
              <a:off x="2566785" y="32296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1" name="Google Shape;4301;p48"/>
            <p:cNvSpPr/>
            <p:nvPr/>
          </p:nvSpPr>
          <p:spPr>
            <a:xfrm rot="8716295">
              <a:off x="2441883" y="302100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2" name="Google Shape;4302;p48"/>
            <p:cNvSpPr/>
            <p:nvPr/>
          </p:nvSpPr>
          <p:spPr>
            <a:xfrm rot="8716295">
              <a:off x="2656963" y="327062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3" name="Google Shape;4303;p48"/>
            <p:cNvSpPr/>
            <p:nvPr/>
          </p:nvSpPr>
          <p:spPr>
            <a:xfrm rot="8716295">
              <a:off x="2415512" y="312102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4" name="Google Shape;4304;p48"/>
            <p:cNvSpPr/>
            <p:nvPr/>
          </p:nvSpPr>
          <p:spPr>
            <a:xfrm rot="7484129">
              <a:off x="2761894" y="346198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5" name="Google Shape;4305;p48"/>
            <p:cNvSpPr/>
            <p:nvPr/>
          </p:nvSpPr>
          <p:spPr>
            <a:xfrm rot="-8510606">
              <a:off x="2866714" y="342851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6" name="Google Shape;4306;p48"/>
            <p:cNvSpPr/>
            <p:nvPr/>
          </p:nvSpPr>
          <p:spPr>
            <a:xfrm rot="8716295">
              <a:off x="3052299" y="323683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7" name="Google Shape;4307;p48"/>
            <p:cNvSpPr/>
            <p:nvPr/>
          </p:nvSpPr>
          <p:spPr>
            <a:xfrm rot="8716295">
              <a:off x="3000494" y="313324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8" name="Google Shape;4308;p48"/>
            <p:cNvSpPr/>
            <p:nvPr/>
          </p:nvSpPr>
          <p:spPr>
            <a:xfrm rot="8716295">
              <a:off x="2757248" y="31634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9" name="Google Shape;4309;p48"/>
            <p:cNvSpPr/>
            <p:nvPr/>
          </p:nvSpPr>
          <p:spPr>
            <a:xfrm rot="8716295">
              <a:off x="2934700" y="300421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0" name="Google Shape;4310;p48"/>
            <p:cNvSpPr/>
            <p:nvPr/>
          </p:nvSpPr>
          <p:spPr>
            <a:xfrm rot="8716295">
              <a:off x="2865744" y="5089178"/>
              <a:ext cx="140009" cy="103412"/>
            </a:xfrm>
            <a:custGeom>
              <a:rect b="b" l="l" r="r" t="t"/>
              <a:pathLst>
                <a:path extrusionOk="0" h="103412" w="140009">
                  <a:moveTo>
                    <a:pt x="23004" y="73821"/>
                  </a:moveTo>
                  <a:cubicBezTo>
                    <a:pt x="13002" y="64113"/>
                    <a:pt x="6677" y="50875"/>
                    <a:pt x="2853" y="34034"/>
                  </a:cubicBezTo>
                  <a:lnTo>
                    <a:pt x="0" y="0"/>
                  </a:lnTo>
                  <a:lnTo>
                    <a:pt x="140009" y="97050"/>
                  </a:lnTo>
                  <a:lnTo>
                    <a:pt x="137354" y="97759"/>
                  </a:lnTo>
                  <a:cubicBezTo>
                    <a:pt x="121846" y="100775"/>
                    <a:pt x="107579" y="102502"/>
                    <a:pt x="95370" y="103238"/>
                  </a:cubicBezTo>
                  <a:cubicBezTo>
                    <a:pt x="68307" y="105003"/>
                    <a:pt x="41831" y="93236"/>
                    <a:pt x="23004" y="7382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1" name="Google Shape;4311;p48"/>
            <p:cNvSpPr/>
            <p:nvPr/>
          </p:nvSpPr>
          <p:spPr>
            <a:xfrm rot="8716295">
              <a:off x="2608590" y="404968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2" name="Google Shape;4312;p48"/>
            <p:cNvSpPr/>
            <p:nvPr/>
          </p:nvSpPr>
          <p:spPr>
            <a:xfrm rot="8716295">
              <a:off x="2697982" y="407892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3" name="Google Shape;4313;p48"/>
            <p:cNvSpPr/>
            <p:nvPr/>
          </p:nvSpPr>
          <p:spPr>
            <a:xfrm rot="8716295">
              <a:off x="2653132" y="399264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4" name="Google Shape;4314;p48"/>
            <p:cNvSpPr/>
            <p:nvPr/>
          </p:nvSpPr>
          <p:spPr>
            <a:xfrm rot="8716295">
              <a:off x="2496356" y="413822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5" name="Google Shape;4315;p48"/>
            <p:cNvSpPr/>
            <p:nvPr/>
          </p:nvSpPr>
          <p:spPr>
            <a:xfrm rot="8716295">
              <a:off x="2371453" y="392955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6" name="Google Shape;4316;p48"/>
            <p:cNvSpPr/>
            <p:nvPr/>
          </p:nvSpPr>
          <p:spPr>
            <a:xfrm rot="8716295">
              <a:off x="2359401" y="379077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7" name="Google Shape;4317;p48"/>
            <p:cNvSpPr/>
            <p:nvPr/>
          </p:nvSpPr>
          <p:spPr>
            <a:xfrm rot="8716295">
              <a:off x="2586534" y="417917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8" name="Google Shape;4318;p48"/>
            <p:cNvSpPr/>
            <p:nvPr/>
          </p:nvSpPr>
          <p:spPr>
            <a:xfrm rot="8716295">
              <a:off x="2897689" y="379952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9" name="Google Shape;4319;p48"/>
            <p:cNvSpPr/>
            <p:nvPr/>
          </p:nvSpPr>
          <p:spPr>
            <a:xfrm rot="8716295">
              <a:off x="2989368" y="3839999"/>
              <a:ext cx="209149" cy="253771"/>
            </a:xfrm>
            <a:custGeom>
              <a:rect b="b" l="l" r="r" t="t"/>
              <a:pathLst>
                <a:path extrusionOk="0" h="253771" w="209149">
                  <a:moveTo>
                    <a:pt x="147179" y="97023"/>
                  </a:moveTo>
                  <a:lnTo>
                    <a:pt x="147179" y="80620"/>
                  </a:lnTo>
                  <a:cubicBezTo>
                    <a:pt x="147179" y="56013"/>
                    <a:pt x="133054" y="39154"/>
                    <a:pt x="113460" y="39154"/>
                  </a:cubicBezTo>
                  <a:lnTo>
                    <a:pt x="104592" y="42082"/>
                  </a:lnTo>
                  <a:lnTo>
                    <a:pt x="139399" y="0"/>
                  </a:lnTo>
                  <a:lnTo>
                    <a:pt x="165512" y="4538"/>
                  </a:lnTo>
                  <a:cubicBezTo>
                    <a:pt x="193258" y="16029"/>
                    <a:pt x="209149" y="45077"/>
                    <a:pt x="209149" y="87454"/>
                  </a:cubicBezTo>
                  <a:lnTo>
                    <a:pt x="209149" y="93378"/>
                  </a:lnTo>
                  <a:close/>
                  <a:moveTo>
                    <a:pt x="0" y="253771"/>
                  </a:moveTo>
                  <a:lnTo>
                    <a:pt x="0" y="168537"/>
                  </a:lnTo>
                  <a:lnTo>
                    <a:pt x="65782" y="89005"/>
                  </a:lnTo>
                  <a:lnTo>
                    <a:pt x="64377" y="92403"/>
                  </a:lnTo>
                  <a:cubicBezTo>
                    <a:pt x="61657" y="102890"/>
                    <a:pt x="60148" y="114452"/>
                    <a:pt x="60148" y="126641"/>
                  </a:cubicBezTo>
                  <a:lnTo>
                    <a:pt x="60148" y="21276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0" name="Google Shape;4320;p48"/>
            <p:cNvSpPr/>
            <p:nvPr/>
          </p:nvSpPr>
          <p:spPr>
            <a:xfrm rot="8716295">
              <a:off x="2785455" y="388807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1" name="Google Shape;4321;p48"/>
            <p:cNvSpPr/>
            <p:nvPr/>
          </p:nvSpPr>
          <p:spPr>
            <a:xfrm rot="8716295">
              <a:off x="2660553" y="367940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2" name="Google Shape;4322;p48"/>
            <p:cNvSpPr/>
            <p:nvPr/>
          </p:nvSpPr>
          <p:spPr>
            <a:xfrm rot="8716295">
              <a:off x="2875633" y="392902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3" name="Google Shape;4323;p48"/>
            <p:cNvSpPr/>
            <p:nvPr/>
          </p:nvSpPr>
          <p:spPr>
            <a:xfrm rot="8716295">
              <a:off x="2634182" y="377942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4" name="Google Shape;4324;p48"/>
            <p:cNvSpPr/>
            <p:nvPr/>
          </p:nvSpPr>
          <p:spPr>
            <a:xfrm rot="7484129">
              <a:off x="2986722" y="4140706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19423" y="62274"/>
                  </a:lnTo>
                  <a:lnTo>
                    <a:pt x="1278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5" name="Google Shape;4325;p48"/>
            <p:cNvSpPr/>
            <p:nvPr/>
          </p:nvSpPr>
          <p:spPr>
            <a:xfrm rot="8716295">
              <a:off x="2975918" y="38218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6" name="Google Shape;4326;p48"/>
            <p:cNvSpPr/>
            <p:nvPr/>
          </p:nvSpPr>
          <p:spPr>
            <a:xfrm rot="8716295">
              <a:off x="3136327" y="3677877"/>
              <a:ext cx="62210" cy="70771"/>
            </a:xfrm>
            <a:custGeom>
              <a:rect b="b" l="l" r="r" t="t"/>
              <a:pathLst>
                <a:path extrusionOk="0" h="70771" w="62210">
                  <a:moveTo>
                    <a:pt x="0" y="69343"/>
                  </a:moveTo>
                  <a:lnTo>
                    <a:pt x="57354" y="0"/>
                  </a:lnTo>
                  <a:lnTo>
                    <a:pt x="62210" y="11557"/>
                  </a:lnTo>
                  <a:cubicBezTo>
                    <a:pt x="62210" y="26619"/>
                    <a:pt x="56461" y="41796"/>
                    <a:pt x="44963" y="53294"/>
                  </a:cubicBezTo>
                  <a:cubicBezTo>
                    <a:pt x="33925" y="64332"/>
                    <a:pt x="19208" y="70771"/>
                    <a:pt x="3570" y="7077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7" name="Google Shape;4327;p48"/>
            <p:cNvSpPr/>
            <p:nvPr/>
          </p:nvSpPr>
          <p:spPr>
            <a:xfrm rot="8716295">
              <a:off x="2831757" y="470938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8" name="Google Shape;4328;p48"/>
            <p:cNvSpPr/>
            <p:nvPr/>
          </p:nvSpPr>
          <p:spPr>
            <a:xfrm rot="8716295">
              <a:off x="2922791" y="4750051"/>
              <a:ext cx="209149" cy="251506"/>
            </a:xfrm>
            <a:custGeom>
              <a:rect b="b" l="l" r="r" t="t"/>
              <a:pathLst>
                <a:path extrusionOk="0" h="251506" w="209149">
                  <a:moveTo>
                    <a:pt x="147179" y="94758"/>
                  </a:moveTo>
                  <a:lnTo>
                    <a:pt x="147179" y="78354"/>
                  </a:lnTo>
                  <a:cubicBezTo>
                    <a:pt x="147179" y="66051"/>
                    <a:pt x="143648" y="55685"/>
                    <a:pt x="137667" y="48394"/>
                  </a:cubicBezTo>
                  <a:lnTo>
                    <a:pt x="119535" y="39776"/>
                  </a:lnTo>
                  <a:lnTo>
                    <a:pt x="152434" y="0"/>
                  </a:lnTo>
                  <a:lnTo>
                    <a:pt x="165512" y="2273"/>
                  </a:lnTo>
                  <a:cubicBezTo>
                    <a:pt x="193258" y="13764"/>
                    <a:pt x="209149" y="42812"/>
                    <a:pt x="209149" y="85189"/>
                  </a:cubicBezTo>
                  <a:lnTo>
                    <a:pt x="209149" y="91113"/>
                  </a:lnTo>
                  <a:close/>
                  <a:moveTo>
                    <a:pt x="0" y="251506"/>
                  </a:moveTo>
                  <a:lnTo>
                    <a:pt x="0" y="184297"/>
                  </a:lnTo>
                  <a:lnTo>
                    <a:pt x="62006" y="109330"/>
                  </a:lnTo>
                  <a:lnTo>
                    <a:pt x="60148" y="124376"/>
                  </a:lnTo>
                  <a:lnTo>
                    <a:pt x="60148" y="21049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9" name="Google Shape;4329;p48"/>
            <p:cNvSpPr/>
            <p:nvPr/>
          </p:nvSpPr>
          <p:spPr>
            <a:xfrm rot="8716295">
              <a:off x="2876299" y="465234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0" name="Google Shape;4330;p48"/>
            <p:cNvSpPr/>
            <p:nvPr/>
          </p:nvSpPr>
          <p:spPr>
            <a:xfrm rot="8716295">
              <a:off x="2719523" y="479792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1" name="Google Shape;4331;p48"/>
            <p:cNvSpPr/>
            <p:nvPr/>
          </p:nvSpPr>
          <p:spPr>
            <a:xfrm rot="8716295">
              <a:off x="2594620" y="458925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2" name="Google Shape;4332;p48"/>
            <p:cNvSpPr/>
            <p:nvPr/>
          </p:nvSpPr>
          <p:spPr>
            <a:xfrm rot="8716295">
              <a:off x="2582568" y="445047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3" name="Google Shape;4333;p48"/>
            <p:cNvSpPr/>
            <p:nvPr/>
          </p:nvSpPr>
          <p:spPr>
            <a:xfrm rot="8716295">
              <a:off x="2809701" y="483887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4" name="Google Shape;4334;p48"/>
            <p:cNvSpPr/>
            <p:nvPr/>
          </p:nvSpPr>
          <p:spPr>
            <a:xfrm rot="8716295">
              <a:off x="3081353" y="4514214"/>
              <a:ext cx="36672" cy="44337"/>
            </a:xfrm>
            <a:custGeom>
              <a:rect b="b" l="l" r="r" t="t"/>
              <a:pathLst>
                <a:path extrusionOk="0" h="44337" w="36672">
                  <a:moveTo>
                    <a:pt x="0" y="44337"/>
                  </a:moveTo>
                  <a:lnTo>
                    <a:pt x="36672" y="0"/>
                  </a:lnTo>
                  <a:lnTo>
                    <a:pt x="36672" y="298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5" name="Google Shape;4335;p48"/>
            <p:cNvSpPr/>
            <p:nvPr/>
          </p:nvSpPr>
          <p:spPr>
            <a:xfrm rot="8716295">
              <a:off x="3008622" y="45477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6" name="Google Shape;4336;p48"/>
            <p:cNvSpPr/>
            <p:nvPr/>
          </p:nvSpPr>
          <p:spPr>
            <a:xfrm rot="8716295">
              <a:off x="2879209" y="433901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22587"/>
                  </a:lnTo>
                  <a:lnTo>
                    <a:pt x="18682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7" name="Google Shape;4337;p48"/>
            <p:cNvSpPr/>
            <p:nvPr/>
          </p:nvSpPr>
          <p:spPr>
            <a:xfrm rot="8716295">
              <a:off x="3061023" y="4621511"/>
              <a:ext cx="34902" cy="75779"/>
            </a:xfrm>
            <a:custGeom>
              <a:rect b="b" l="l" r="r" t="t"/>
              <a:pathLst>
                <a:path extrusionOk="0" h="75779" w="34902">
                  <a:moveTo>
                    <a:pt x="34902" y="75779"/>
                  </a:moveTo>
                  <a:lnTo>
                    <a:pt x="0" y="42198"/>
                  </a:lnTo>
                  <a:lnTo>
                    <a:pt x="34902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8" name="Google Shape;4338;p48"/>
            <p:cNvSpPr/>
            <p:nvPr/>
          </p:nvSpPr>
          <p:spPr>
            <a:xfrm rot="8716295">
              <a:off x="2857349" y="443912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48"/>
            <p:cNvSpPr/>
            <p:nvPr/>
          </p:nvSpPr>
          <p:spPr>
            <a:xfrm rot="8716295">
              <a:off x="1945235" y="207061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48"/>
            <p:cNvSpPr/>
            <p:nvPr/>
          </p:nvSpPr>
          <p:spPr>
            <a:xfrm rot="8716295">
              <a:off x="2034627" y="209985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48"/>
            <p:cNvSpPr/>
            <p:nvPr/>
          </p:nvSpPr>
          <p:spPr>
            <a:xfrm rot="8716295">
              <a:off x="1989777" y="201357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48"/>
            <p:cNvSpPr/>
            <p:nvPr/>
          </p:nvSpPr>
          <p:spPr>
            <a:xfrm rot="8716295">
              <a:off x="1833001" y="215915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3" name="Google Shape;4343;p48"/>
            <p:cNvSpPr/>
            <p:nvPr/>
          </p:nvSpPr>
          <p:spPr>
            <a:xfrm rot="8716295">
              <a:off x="1708098" y="195048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4" name="Google Shape;4344;p48"/>
            <p:cNvSpPr/>
            <p:nvPr/>
          </p:nvSpPr>
          <p:spPr>
            <a:xfrm rot="8716295">
              <a:off x="1696046" y="181170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5" name="Google Shape;4345;p48"/>
            <p:cNvSpPr/>
            <p:nvPr/>
          </p:nvSpPr>
          <p:spPr>
            <a:xfrm rot="8716295">
              <a:off x="1923179" y="220010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6" name="Google Shape;4346;p48"/>
            <p:cNvSpPr/>
            <p:nvPr/>
          </p:nvSpPr>
          <p:spPr>
            <a:xfrm rot="8716295">
              <a:off x="2234334" y="182046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7" name="Google Shape;4347;p48"/>
            <p:cNvSpPr/>
            <p:nvPr/>
          </p:nvSpPr>
          <p:spPr>
            <a:xfrm rot="8716295">
              <a:off x="2323726" y="184970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8" name="Google Shape;4348;p48"/>
            <p:cNvSpPr/>
            <p:nvPr/>
          </p:nvSpPr>
          <p:spPr>
            <a:xfrm rot="8716295">
              <a:off x="2122100" y="19090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9" name="Google Shape;4349;p48"/>
            <p:cNvSpPr/>
            <p:nvPr/>
          </p:nvSpPr>
          <p:spPr>
            <a:xfrm rot="8716295">
              <a:off x="1997198" y="170033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0" name="Google Shape;4350;p48"/>
            <p:cNvSpPr/>
            <p:nvPr/>
          </p:nvSpPr>
          <p:spPr>
            <a:xfrm rot="8716295">
              <a:off x="2212278" y="194995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48"/>
            <p:cNvSpPr/>
            <p:nvPr/>
          </p:nvSpPr>
          <p:spPr>
            <a:xfrm rot="8716295">
              <a:off x="1970827" y="180035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2" name="Google Shape;4352;p48"/>
            <p:cNvSpPr/>
            <p:nvPr/>
          </p:nvSpPr>
          <p:spPr>
            <a:xfrm rot="7484129">
              <a:off x="2317209" y="214130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3" name="Google Shape;4353;p48"/>
            <p:cNvSpPr/>
            <p:nvPr/>
          </p:nvSpPr>
          <p:spPr>
            <a:xfrm rot="-8510606">
              <a:off x="2422029" y="210784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4" name="Google Shape;4354;p48"/>
            <p:cNvSpPr/>
            <p:nvPr/>
          </p:nvSpPr>
          <p:spPr>
            <a:xfrm rot="8716295">
              <a:off x="2607614" y="191616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5" name="Google Shape;4355;p48"/>
            <p:cNvSpPr/>
            <p:nvPr/>
          </p:nvSpPr>
          <p:spPr>
            <a:xfrm rot="8716295">
              <a:off x="2555809" y="181256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6" name="Google Shape;4356;p48"/>
            <p:cNvSpPr/>
            <p:nvPr/>
          </p:nvSpPr>
          <p:spPr>
            <a:xfrm rot="8716295">
              <a:off x="2312563" y="184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7" name="Google Shape;4357;p48"/>
            <p:cNvSpPr/>
            <p:nvPr/>
          </p:nvSpPr>
          <p:spPr>
            <a:xfrm rot="8716295">
              <a:off x="2490015" y="168354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8" name="Google Shape;4358;p48"/>
            <p:cNvSpPr/>
            <p:nvPr/>
          </p:nvSpPr>
          <p:spPr>
            <a:xfrm rot="8716295">
              <a:off x="1722068" y="141091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9" name="Google Shape;4359;p48"/>
            <p:cNvSpPr/>
            <p:nvPr/>
          </p:nvSpPr>
          <p:spPr>
            <a:xfrm rot="8716295">
              <a:off x="1811460" y="144015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48"/>
            <p:cNvSpPr/>
            <p:nvPr/>
          </p:nvSpPr>
          <p:spPr>
            <a:xfrm rot="8716295">
              <a:off x="1766610" y="135387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48"/>
            <p:cNvSpPr/>
            <p:nvPr/>
          </p:nvSpPr>
          <p:spPr>
            <a:xfrm rot="8716295">
              <a:off x="1609834" y="149945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48"/>
            <p:cNvSpPr/>
            <p:nvPr/>
          </p:nvSpPr>
          <p:spPr>
            <a:xfrm rot="8716295">
              <a:off x="1484931" y="129078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48"/>
            <p:cNvSpPr/>
            <p:nvPr/>
          </p:nvSpPr>
          <p:spPr>
            <a:xfrm rot="8716295">
              <a:off x="1472879" y="115200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48"/>
            <p:cNvSpPr/>
            <p:nvPr/>
          </p:nvSpPr>
          <p:spPr>
            <a:xfrm rot="8716295">
              <a:off x="1700012" y="154040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48"/>
            <p:cNvSpPr/>
            <p:nvPr/>
          </p:nvSpPr>
          <p:spPr>
            <a:xfrm rot="8716295">
              <a:off x="2011167" y="116076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48"/>
            <p:cNvSpPr/>
            <p:nvPr/>
          </p:nvSpPr>
          <p:spPr>
            <a:xfrm rot="8716295">
              <a:off x="2100559" y="119000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48"/>
            <p:cNvSpPr/>
            <p:nvPr/>
          </p:nvSpPr>
          <p:spPr>
            <a:xfrm rot="8716295">
              <a:off x="1898933" y="124930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48"/>
            <p:cNvSpPr/>
            <p:nvPr/>
          </p:nvSpPr>
          <p:spPr>
            <a:xfrm rot="8716295">
              <a:off x="1774031" y="104063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48"/>
            <p:cNvSpPr/>
            <p:nvPr/>
          </p:nvSpPr>
          <p:spPr>
            <a:xfrm rot="8716295">
              <a:off x="1989111" y="129025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0" name="Google Shape;4370;p48"/>
            <p:cNvSpPr/>
            <p:nvPr/>
          </p:nvSpPr>
          <p:spPr>
            <a:xfrm rot="8716295">
              <a:off x="1747660" y="114065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1" name="Google Shape;4371;p48"/>
            <p:cNvSpPr/>
            <p:nvPr/>
          </p:nvSpPr>
          <p:spPr>
            <a:xfrm rot="7484129">
              <a:off x="2094042" y="148160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2" name="Google Shape;4372;p48"/>
            <p:cNvSpPr/>
            <p:nvPr/>
          </p:nvSpPr>
          <p:spPr>
            <a:xfrm rot="-8510606">
              <a:off x="2198862" y="144814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3" name="Google Shape;4373;p48"/>
            <p:cNvSpPr/>
            <p:nvPr/>
          </p:nvSpPr>
          <p:spPr>
            <a:xfrm rot="8716295">
              <a:off x="2384447" y="125646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4" name="Google Shape;4374;p48"/>
            <p:cNvSpPr/>
            <p:nvPr/>
          </p:nvSpPr>
          <p:spPr>
            <a:xfrm rot="8716295">
              <a:off x="2332642" y="115286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5" name="Google Shape;4375;p48"/>
            <p:cNvSpPr/>
            <p:nvPr/>
          </p:nvSpPr>
          <p:spPr>
            <a:xfrm rot="8716295">
              <a:off x="2089396" y="118308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6" name="Google Shape;4376;p48"/>
            <p:cNvSpPr/>
            <p:nvPr/>
          </p:nvSpPr>
          <p:spPr>
            <a:xfrm rot="8716295">
              <a:off x="2266848" y="102384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7" name="Google Shape;4377;p48"/>
            <p:cNvSpPr/>
            <p:nvPr/>
          </p:nvSpPr>
          <p:spPr>
            <a:xfrm rot="8716295">
              <a:off x="1503129" y="74885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8" name="Google Shape;4378;p48"/>
            <p:cNvSpPr/>
            <p:nvPr/>
          </p:nvSpPr>
          <p:spPr>
            <a:xfrm rot="8716295">
              <a:off x="1592521" y="77809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9" name="Google Shape;4379;p48"/>
            <p:cNvSpPr/>
            <p:nvPr/>
          </p:nvSpPr>
          <p:spPr>
            <a:xfrm rot="8716295">
              <a:off x="1547671" y="69181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0" name="Google Shape;4380;p48"/>
            <p:cNvSpPr/>
            <p:nvPr/>
          </p:nvSpPr>
          <p:spPr>
            <a:xfrm rot="8716295">
              <a:off x="1390895" y="8373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1" name="Google Shape;4381;p48"/>
            <p:cNvSpPr/>
            <p:nvPr/>
          </p:nvSpPr>
          <p:spPr>
            <a:xfrm rot="8716295">
              <a:off x="1265992" y="62872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2" name="Google Shape;4382;p48"/>
            <p:cNvSpPr/>
            <p:nvPr/>
          </p:nvSpPr>
          <p:spPr>
            <a:xfrm rot="8716295">
              <a:off x="1253940" y="48994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3" name="Google Shape;4383;p48"/>
            <p:cNvSpPr/>
            <p:nvPr/>
          </p:nvSpPr>
          <p:spPr>
            <a:xfrm rot="8716295">
              <a:off x="1481073" y="87835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4" name="Google Shape;4384;p48"/>
            <p:cNvSpPr/>
            <p:nvPr/>
          </p:nvSpPr>
          <p:spPr>
            <a:xfrm rot="8716295">
              <a:off x="1792228" y="4987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48"/>
            <p:cNvSpPr/>
            <p:nvPr/>
          </p:nvSpPr>
          <p:spPr>
            <a:xfrm rot="8716295">
              <a:off x="1881620" y="5279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6" name="Google Shape;4386;p48"/>
            <p:cNvSpPr/>
            <p:nvPr/>
          </p:nvSpPr>
          <p:spPr>
            <a:xfrm rot="8716295">
              <a:off x="1679994" y="58724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7" name="Google Shape;4387;p48"/>
            <p:cNvSpPr/>
            <p:nvPr/>
          </p:nvSpPr>
          <p:spPr>
            <a:xfrm rot="8716295">
              <a:off x="1555092" y="37857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8" name="Google Shape;4388;p48"/>
            <p:cNvSpPr/>
            <p:nvPr/>
          </p:nvSpPr>
          <p:spPr>
            <a:xfrm rot="8716295">
              <a:off x="1770172" y="62819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9" name="Google Shape;4389;p48"/>
            <p:cNvSpPr/>
            <p:nvPr/>
          </p:nvSpPr>
          <p:spPr>
            <a:xfrm rot="8716295">
              <a:off x="1528721" y="47859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0" name="Google Shape;4390;p48"/>
            <p:cNvSpPr/>
            <p:nvPr/>
          </p:nvSpPr>
          <p:spPr>
            <a:xfrm rot="7484129">
              <a:off x="1875103" y="8195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1" name="Google Shape;4391;p48"/>
            <p:cNvSpPr/>
            <p:nvPr/>
          </p:nvSpPr>
          <p:spPr>
            <a:xfrm rot="-8510606">
              <a:off x="1979923" y="7860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2" name="Google Shape;4392;p48"/>
            <p:cNvSpPr/>
            <p:nvPr/>
          </p:nvSpPr>
          <p:spPr>
            <a:xfrm rot="8716295">
              <a:off x="2165508" y="5944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48"/>
            <p:cNvSpPr/>
            <p:nvPr/>
          </p:nvSpPr>
          <p:spPr>
            <a:xfrm rot="8716295">
              <a:off x="2113703" y="4908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48"/>
            <p:cNvSpPr/>
            <p:nvPr/>
          </p:nvSpPr>
          <p:spPr>
            <a:xfrm rot="8716295">
              <a:off x="1870457" y="5210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5" name="Google Shape;4395;p48"/>
            <p:cNvSpPr/>
            <p:nvPr/>
          </p:nvSpPr>
          <p:spPr>
            <a:xfrm rot="8716295">
              <a:off x="2047909" y="3617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6" name="Google Shape;4396;p48"/>
            <p:cNvSpPr/>
            <p:nvPr/>
          </p:nvSpPr>
          <p:spPr>
            <a:xfrm rot="8716295">
              <a:off x="1280459" y="8544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7" name="Google Shape;4397;p48"/>
            <p:cNvSpPr/>
            <p:nvPr/>
          </p:nvSpPr>
          <p:spPr>
            <a:xfrm rot="8716295">
              <a:off x="1369851" y="11468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8" name="Google Shape;4398;p48"/>
            <p:cNvSpPr/>
            <p:nvPr/>
          </p:nvSpPr>
          <p:spPr>
            <a:xfrm rot="8716295">
              <a:off x="1325001" y="2840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9" name="Google Shape;4399;p48"/>
            <p:cNvSpPr/>
            <p:nvPr/>
          </p:nvSpPr>
          <p:spPr>
            <a:xfrm rot="8716295">
              <a:off x="1168225" y="17398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0" name="Google Shape;4400;p48"/>
            <p:cNvSpPr/>
            <p:nvPr/>
          </p:nvSpPr>
          <p:spPr>
            <a:xfrm rot="8716295">
              <a:off x="1045449" y="-13548"/>
              <a:ext cx="203847" cy="172572"/>
            </a:xfrm>
            <a:custGeom>
              <a:rect b="b" l="l" r="r" t="t"/>
              <a:pathLst>
                <a:path extrusionOk="0" h="172572" w="203847">
                  <a:moveTo>
                    <a:pt x="98725" y="172572"/>
                  </a:moveTo>
                  <a:lnTo>
                    <a:pt x="65988" y="149880"/>
                  </a:ln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1" name="Google Shape;4401;p48"/>
            <p:cNvSpPr/>
            <p:nvPr/>
          </p:nvSpPr>
          <p:spPr>
            <a:xfrm rot="8716295">
              <a:off x="1049608" y="-107301"/>
              <a:ext cx="290643" cy="275223"/>
            </a:xfrm>
            <a:custGeom>
              <a:rect b="b" l="l" r="r" t="t"/>
              <a:pathLst>
                <a:path extrusionOk="0" h="275223" w="290643">
                  <a:moveTo>
                    <a:pt x="79172" y="128638"/>
                  </a:moveTo>
                  <a:lnTo>
                    <a:pt x="0" y="73758"/>
                  </a:lnTo>
                  <a:lnTo>
                    <a:pt x="0" y="40596"/>
                  </a:lnTo>
                  <a:lnTo>
                    <a:pt x="78250" y="0"/>
                  </a:lnTo>
                  <a:close/>
                  <a:moveTo>
                    <a:pt x="290643" y="275223"/>
                  </a:moveTo>
                  <a:lnTo>
                    <a:pt x="278016" y="266470"/>
                  </a:lnTo>
                  <a:lnTo>
                    <a:pt x="289467" y="261815"/>
                  </a:lnTo>
                  <a:cubicBezTo>
                    <a:pt x="290055" y="264168"/>
                    <a:pt x="290643" y="267110"/>
                    <a:pt x="290643" y="26946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2" name="Google Shape;4402;p48"/>
            <p:cNvSpPr/>
            <p:nvPr/>
          </p:nvSpPr>
          <p:spPr>
            <a:xfrm rot="8716295">
              <a:off x="1258403" y="21493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3" name="Google Shape;4403;p48"/>
            <p:cNvSpPr/>
            <p:nvPr/>
          </p:nvSpPr>
          <p:spPr>
            <a:xfrm rot="8716295">
              <a:off x="1604517" y="-50002"/>
              <a:ext cx="142167" cy="106747"/>
            </a:xfrm>
            <a:custGeom>
              <a:rect b="b" l="l" r="r" t="t"/>
              <a:pathLst>
                <a:path extrusionOk="0" h="106747" w="142167">
                  <a:moveTo>
                    <a:pt x="142167" y="106747"/>
                  </a:moveTo>
                  <a:lnTo>
                    <a:pt x="79942" y="63615"/>
                  </a:lnTo>
                  <a:lnTo>
                    <a:pt x="74103" y="53597"/>
                  </a:lnTo>
                  <a:cubicBezTo>
                    <a:pt x="70400" y="50806"/>
                    <a:pt x="65616" y="49439"/>
                    <a:pt x="60604" y="50123"/>
                  </a:cubicBezTo>
                  <a:lnTo>
                    <a:pt x="60478" y="50123"/>
                  </a:lnTo>
                  <a:lnTo>
                    <a:pt x="0" y="8201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4" name="Google Shape;4404;p48"/>
            <p:cNvSpPr/>
            <p:nvPr/>
          </p:nvSpPr>
          <p:spPr>
            <a:xfrm rot="8716295">
              <a:off x="1699771" y="-2013"/>
              <a:ext cx="260639" cy="104392"/>
            </a:xfrm>
            <a:custGeom>
              <a:rect b="b" l="l" r="r" t="t"/>
              <a:pathLst>
                <a:path extrusionOk="0" h="104392" w="260639">
                  <a:moveTo>
                    <a:pt x="117530" y="104392"/>
                  </a:moveTo>
                  <a:lnTo>
                    <a:pt x="51490" y="58614"/>
                  </a:lnTo>
                  <a:lnTo>
                    <a:pt x="51490" y="45624"/>
                  </a:lnTo>
                  <a:lnTo>
                    <a:pt x="32748" y="45624"/>
                  </a:lnTo>
                  <a:lnTo>
                    <a:pt x="0" y="229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5"/>
                    <a:pt x="184544" y="40156"/>
                    <a:pt x="164950" y="40156"/>
                  </a:cubicBezTo>
                  <a:cubicBezTo>
                    <a:pt x="150369" y="40156"/>
                    <a:pt x="137041" y="49839"/>
                    <a:pt x="127358" y="65616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48"/>
            <p:cNvSpPr/>
            <p:nvPr/>
          </p:nvSpPr>
          <p:spPr>
            <a:xfrm rot="8716295">
              <a:off x="1547502" y="-3521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6" name="Google Shape;4406;p48"/>
            <p:cNvSpPr/>
            <p:nvPr/>
          </p:nvSpPr>
          <p:spPr>
            <a:xfrm rot="7484129">
              <a:off x="1652433" y="15613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7" name="Google Shape;4407;p48"/>
            <p:cNvSpPr/>
            <p:nvPr/>
          </p:nvSpPr>
          <p:spPr>
            <a:xfrm rot="-8510606">
              <a:off x="1757253" y="12266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8" name="Google Shape;4408;p48"/>
            <p:cNvSpPr/>
            <p:nvPr/>
          </p:nvSpPr>
          <p:spPr>
            <a:xfrm rot="8716295">
              <a:off x="1960606" y="3279"/>
              <a:ext cx="142687" cy="109177"/>
            </a:xfrm>
            <a:custGeom>
              <a:rect b="b" l="l" r="r" t="t"/>
              <a:pathLst>
                <a:path extrusionOk="0" h="109177" w="142687">
                  <a:moveTo>
                    <a:pt x="48521" y="109177"/>
                  </a:moveTo>
                  <a:lnTo>
                    <a:pt x="0" y="75545"/>
                  </a:lnTo>
                  <a:lnTo>
                    <a:pt x="44875" y="33320"/>
                  </a:lnTo>
                  <a:cubicBezTo>
                    <a:pt x="60998" y="14511"/>
                    <a:pt x="84107" y="2687"/>
                    <a:pt x="109367" y="0"/>
                  </a:cubicBezTo>
                  <a:cubicBezTo>
                    <a:pt x="135163" y="0"/>
                    <a:pt x="142687" y="22572"/>
                    <a:pt x="142687" y="39770"/>
                  </a:cubicBezTo>
                  <a:cubicBezTo>
                    <a:pt x="141074" y="58580"/>
                    <a:pt x="128713" y="74165"/>
                    <a:pt x="111516" y="81689"/>
                  </a:cubicBezTo>
                  <a:lnTo>
                    <a:pt x="112053" y="816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9" name="Google Shape;4409;p48"/>
            <p:cNvSpPr/>
            <p:nvPr/>
          </p:nvSpPr>
          <p:spPr>
            <a:xfrm rot="8716295">
              <a:off x="1076398" y="25469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0" name="Google Shape;4410;p48"/>
            <p:cNvSpPr/>
            <p:nvPr/>
          </p:nvSpPr>
          <p:spPr>
            <a:xfrm rot="8716295">
              <a:off x="1165790" y="25762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1" name="Google Shape;4411;p48"/>
            <p:cNvSpPr/>
            <p:nvPr/>
          </p:nvSpPr>
          <p:spPr>
            <a:xfrm rot="8716295">
              <a:off x="1120940" y="2489937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2" name="Google Shape;4412;p48"/>
            <p:cNvSpPr/>
            <p:nvPr/>
          </p:nvSpPr>
          <p:spPr>
            <a:xfrm rot="8716295">
              <a:off x="964164" y="26355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3" name="Google Shape;4413;p48"/>
            <p:cNvSpPr/>
            <p:nvPr/>
          </p:nvSpPr>
          <p:spPr>
            <a:xfrm rot="8716295">
              <a:off x="839261" y="24268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48"/>
            <p:cNvSpPr/>
            <p:nvPr/>
          </p:nvSpPr>
          <p:spPr>
            <a:xfrm rot="8716295">
              <a:off x="827209" y="2288066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48"/>
            <p:cNvSpPr/>
            <p:nvPr/>
          </p:nvSpPr>
          <p:spPr>
            <a:xfrm rot="8716295">
              <a:off x="1054342" y="2676471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48"/>
            <p:cNvSpPr/>
            <p:nvPr/>
          </p:nvSpPr>
          <p:spPr>
            <a:xfrm rot="8716295">
              <a:off x="1365497" y="22968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48"/>
            <p:cNvSpPr/>
            <p:nvPr/>
          </p:nvSpPr>
          <p:spPr>
            <a:xfrm rot="8716295">
              <a:off x="1454889" y="23260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48"/>
            <p:cNvSpPr/>
            <p:nvPr/>
          </p:nvSpPr>
          <p:spPr>
            <a:xfrm rot="8716295">
              <a:off x="1253263" y="23853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48"/>
            <p:cNvSpPr/>
            <p:nvPr/>
          </p:nvSpPr>
          <p:spPr>
            <a:xfrm rot="8716295">
              <a:off x="1128361" y="21766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48"/>
            <p:cNvSpPr/>
            <p:nvPr/>
          </p:nvSpPr>
          <p:spPr>
            <a:xfrm rot="8716295">
              <a:off x="1343441" y="2426319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48"/>
            <p:cNvSpPr/>
            <p:nvPr/>
          </p:nvSpPr>
          <p:spPr>
            <a:xfrm rot="8716295">
              <a:off x="1101990" y="2276719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48"/>
            <p:cNvSpPr/>
            <p:nvPr/>
          </p:nvSpPr>
          <p:spPr>
            <a:xfrm rot="7484129">
              <a:off x="1448372" y="261767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48"/>
            <p:cNvSpPr/>
            <p:nvPr/>
          </p:nvSpPr>
          <p:spPr>
            <a:xfrm rot="-8510606">
              <a:off x="1553192" y="258420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4" name="Google Shape;4424;p48"/>
            <p:cNvSpPr/>
            <p:nvPr/>
          </p:nvSpPr>
          <p:spPr>
            <a:xfrm rot="8716295">
              <a:off x="1738777" y="23925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5" name="Google Shape;4425;p48"/>
            <p:cNvSpPr/>
            <p:nvPr/>
          </p:nvSpPr>
          <p:spPr>
            <a:xfrm rot="8716295">
              <a:off x="1686972" y="228893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6" name="Google Shape;4426;p48"/>
            <p:cNvSpPr/>
            <p:nvPr/>
          </p:nvSpPr>
          <p:spPr>
            <a:xfrm rot="8716295">
              <a:off x="1443726" y="231915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7" name="Google Shape;4427;p48"/>
            <p:cNvSpPr/>
            <p:nvPr/>
          </p:nvSpPr>
          <p:spPr>
            <a:xfrm rot="8716295">
              <a:off x="1621178" y="21599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8" name="Google Shape;4428;p48"/>
            <p:cNvSpPr/>
            <p:nvPr/>
          </p:nvSpPr>
          <p:spPr>
            <a:xfrm rot="8716295">
              <a:off x="1299565" y="320667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9" name="Google Shape;4429;p48"/>
            <p:cNvSpPr/>
            <p:nvPr/>
          </p:nvSpPr>
          <p:spPr>
            <a:xfrm rot="8716295">
              <a:off x="1388957" y="323591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0" name="Google Shape;4430;p48"/>
            <p:cNvSpPr/>
            <p:nvPr/>
          </p:nvSpPr>
          <p:spPr>
            <a:xfrm rot="8716295">
              <a:off x="1344107" y="314963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1" name="Google Shape;4431;p48"/>
            <p:cNvSpPr/>
            <p:nvPr/>
          </p:nvSpPr>
          <p:spPr>
            <a:xfrm rot="8716295">
              <a:off x="1187331" y="329521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2" name="Google Shape;4432;p48"/>
            <p:cNvSpPr/>
            <p:nvPr/>
          </p:nvSpPr>
          <p:spPr>
            <a:xfrm rot="8716295">
              <a:off x="1062428" y="308654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3" name="Google Shape;4433;p48"/>
            <p:cNvSpPr/>
            <p:nvPr/>
          </p:nvSpPr>
          <p:spPr>
            <a:xfrm rot="8716295">
              <a:off x="1050376" y="294776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4" name="Google Shape;4434;p48"/>
            <p:cNvSpPr/>
            <p:nvPr/>
          </p:nvSpPr>
          <p:spPr>
            <a:xfrm rot="8716295">
              <a:off x="1277509" y="333617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5" name="Google Shape;4435;p48"/>
            <p:cNvSpPr/>
            <p:nvPr/>
          </p:nvSpPr>
          <p:spPr>
            <a:xfrm rot="8716295">
              <a:off x="1588664" y="295652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6" name="Google Shape;4436;p48"/>
            <p:cNvSpPr/>
            <p:nvPr/>
          </p:nvSpPr>
          <p:spPr>
            <a:xfrm rot="8716295">
              <a:off x="1678056" y="298576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7" name="Google Shape;4437;p48"/>
            <p:cNvSpPr/>
            <p:nvPr/>
          </p:nvSpPr>
          <p:spPr>
            <a:xfrm rot="8716295">
              <a:off x="1476430" y="304506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8" name="Google Shape;4438;p48"/>
            <p:cNvSpPr/>
            <p:nvPr/>
          </p:nvSpPr>
          <p:spPr>
            <a:xfrm rot="8716295">
              <a:off x="1351528" y="283639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9" name="Google Shape;4439;p48"/>
            <p:cNvSpPr/>
            <p:nvPr/>
          </p:nvSpPr>
          <p:spPr>
            <a:xfrm rot="8716295">
              <a:off x="1566608" y="308601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0" name="Google Shape;4440;p48"/>
            <p:cNvSpPr/>
            <p:nvPr/>
          </p:nvSpPr>
          <p:spPr>
            <a:xfrm rot="8716295">
              <a:off x="1325157" y="293641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1" name="Google Shape;4441;p48"/>
            <p:cNvSpPr/>
            <p:nvPr/>
          </p:nvSpPr>
          <p:spPr>
            <a:xfrm rot="7484129">
              <a:off x="1671539" y="327736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2" name="Google Shape;4442;p48"/>
            <p:cNvSpPr/>
            <p:nvPr/>
          </p:nvSpPr>
          <p:spPr>
            <a:xfrm rot="-8510606">
              <a:off x="1776359" y="324390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3" name="Google Shape;4443;p48"/>
            <p:cNvSpPr/>
            <p:nvPr/>
          </p:nvSpPr>
          <p:spPr>
            <a:xfrm rot="8716295">
              <a:off x="1961944" y="305222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4" name="Google Shape;4444;p48"/>
            <p:cNvSpPr/>
            <p:nvPr/>
          </p:nvSpPr>
          <p:spPr>
            <a:xfrm rot="8716295">
              <a:off x="1910139" y="294862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5" name="Google Shape;4445;p48"/>
            <p:cNvSpPr/>
            <p:nvPr/>
          </p:nvSpPr>
          <p:spPr>
            <a:xfrm rot="8716295">
              <a:off x="1666893" y="297885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6" name="Google Shape;4446;p48"/>
            <p:cNvSpPr/>
            <p:nvPr/>
          </p:nvSpPr>
          <p:spPr>
            <a:xfrm rot="8716295">
              <a:off x="1844345" y="281960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7" name="Google Shape;4447;p48"/>
            <p:cNvSpPr/>
            <p:nvPr/>
          </p:nvSpPr>
          <p:spPr>
            <a:xfrm rot="8716295">
              <a:off x="2092137" y="5100860"/>
              <a:ext cx="63833" cy="43384"/>
            </a:xfrm>
            <a:custGeom>
              <a:rect b="b" l="l" r="r" t="t"/>
              <a:pathLst>
                <a:path extrusionOk="0" h="43384" w="63833">
                  <a:moveTo>
                    <a:pt x="5923" y="43384"/>
                  </a:moveTo>
                  <a:lnTo>
                    <a:pt x="0" y="35182"/>
                  </a:lnTo>
                  <a:lnTo>
                    <a:pt x="37391" y="0"/>
                  </a:lnTo>
                  <a:lnTo>
                    <a:pt x="63833" y="1832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8" name="Google Shape;4448;p48"/>
            <p:cNvSpPr/>
            <p:nvPr/>
          </p:nvSpPr>
          <p:spPr>
            <a:xfrm rot="8716295">
              <a:off x="1789040" y="5044339"/>
              <a:ext cx="113322" cy="144291"/>
            </a:xfrm>
            <a:custGeom>
              <a:rect b="b" l="l" r="r" t="t"/>
              <a:pathLst>
                <a:path extrusionOk="0" h="144291" w="113322">
                  <a:moveTo>
                    <a:pt x="0" y="3741"/>
                  </a:moveTo>
                  <a:lnTo>
                    <a:pt x="0" y="0"/>
                  </a:lnTo>
                  <a:lnTo>
                    <a:pt x="5398" y="3741"/>
                  </a:lnTo>
                  <a:close/>
                  <a:moveTo>
                    <a:pt x="90709" y="144291"/>
                  </a:moveTo>
                  <a:lnTo>
                    <a:pt x="47847" y="64547"/>
                  </a:lnTo>
                  <a:lnTo>
                    <a:pt x="56901" y="39441"/>
                  </a:lnTo>
                  <a:lnTo>
                    <a:pt x="113322" y="78551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9" name="Google Shape;4449;p48"/>
            <p:cNvSpPr/>
            <p:nvPr/>
          </p:nvSpPr>
          <p:spPr>
            <a:xfrm rot="8716295">
              <a:off x="1701335" y="4927006"/>
              <a:ext cx="290643" cy="318535"/>
            </a:xfrm>
            <a:custGeom>
              <a:rect b="b" l="l" r="r" t="t"/>
              <a:pathLst>
                <a:path extrusionOk="0" h="318535" w="290643">
                  <a:moveTo>
                    <a:pt x="25298" y="288944"/>
                  </a:moveTo>
                  <a:cubicBezTo>
                    <a:pt x="5295" y="269528"/>
                    <a:pt x="0" y="235992"/>
                    <a:pt x="0" y="187748"/>
                  </a:cubicBezTo>
                  <a:lnTo>
                    <a:pt x="0" y="8302"/>
                  </a:lnTo>
                  <a:lnTo>
                    <a:pt x="16003" y="0"/>
                  </a:lnTo>
                  <a:lnTo>
                    <a:pt x="78793" y="43524"/>
                  </a:lnTo>
                  <a:lnTo>
                    <a:pt x="79427" y="131855"/>
                  </a:lnTo>
                  <a:cubicBezTo>
                    <a:pt x="77662" y="164803"/>
                    <a:pt x="82957" y="198338"/>
                    <a:pt x="93547" y="229521"/>
                  </a:cubicBezTo>
                  <a:cubicBezTo>
                    <a:pt x="102961" y="255408"/>
                    <a:pt x="127083" y="268352"/>
                    <a:pt x="164149" y="268352"/>
                  </a:cubicBezTo>
                  <a:cubicBezTo>
                    <a:pt x="182387" y="267763"/>
                    <a:pt x="200038" y="264233"/>
                    <a:pt x="217100" y="258938"/>
                  </a:cubicBezTo>
                  <a:cubicBezTo>
                    <a:pt x="241810" y="251290"/>
                    <a:pt x="265933" y="241288"/>
                    <a:pt x="289467" y="229521"/>
                  </a:cubicBezTo>
                  <a:cubicBezTo>
                    <a:pt x="290055" y="231874"/>
                    <a:pt x="290643" y="234816"/>
                    <a:pt x="290643" y="237169"/>
                  </a:cubicBezTo>
                  <a:lnTo>
                    <a:pt x="290643" y="243052"/>
                  </a:lnTo>
                  <a:cubicBezTo>
                    <a:pt x="228278" y="296592"/>
                    <a:pt x="146498" y="315419"/>
                    <a:pt x="97665" y="318361"/>
                  </a:cubicBezTo>
                  <a:cubicBezTo>
                    <a:pt x="70602" y="320126"/>
                    <a:pt x="44126" y="308359"/>
                    <a:pt x="25298" y="288944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0" name="Google Shape;4450;p48"/>
            <p:cNvSpPr/>
            <p:nvPr/>
          </p:nvSpPr>
          <p:spPr>
            <a:xfrm rot="8716295">
              <a:off x="2251190" y="4935850"/>
              <a:ext cx="142167" cy="232388"/>
            </a:xfrm>
            <a:custGeom>
              <a:rect b="b" l="l" r="r" t="t"/>
              <a:pathLst>
                <a:path extrusionOk="0" h="232388" w="142167">
                  <a:moveTo>
                    <a:pt x="81108" y="232388"/>
                  </a:moveTo>
                  <a:lnTo>
                    <a:pt x="81108" y="69716"/>
                  </a:lnTo>
                  <a:cubicBezTo>
                    <a:pt x="81108" y="68350"/>
                    <a:pt x="81108" y="66983"/>
                    <a:pt x="81108" y="65616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63990" y="0"/>
                  </a:lnTo>
                  <a:lnTo>
                    <a:pt x="142167" y="54190"/>
                  </a:lnTo>
                  <a:lnTo>
                    <a:pt x="142167" y="208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1" name="Google Shape;4451;p48"/>
            <p:cNvSpPr/>
            <p:nvPr/>
          </p:nvSpPr>
          <p:spPr>
            <a:xfrm rot="8716295">
              <a:off x="2456859" y="4924575"/>
              <a:ext cx="131246" cy="253348"/>
            </a:xfrm>
            <a:custGeom>
              <a:rect b="b" l="l" r="r" t="t"/>
              <a:pathLst>
                <a:path extrusionOk="0" h="253348" w="131246">
                  <a:moveTo>
                    <a:pt x="51490" y="253348"/>
                  </a:moveTo>
                  <a:lnTo>
                    <a:pt x="51489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44807" y="0"/>
                  </a:lnTo>
                  <a:lnTo>
                    <a:pt x="104802" y="41587"/>
                  </a:lnTo>
                  <a:lnTo>
                    <a:pt x="104802" y="73817"/>
                  </a:lnTo>
                  <a:lnTo>
                    <a:pt x="106169" y="73817"/>
                  </a:lnTo>
                  <a:lnTo>
                    <a:pt x="115569" y="49050"/>
                  </a:lnTo>
                  <a:lnTo>
                    <a:pt x="131246" y="59916"/>
                  </a:lnTo>
                  <a:lnTo>
                    <a:pt x="127358" y="64191"/>
                  </a:lnTo>
                  <a:cubicBezTo>
                    <a:pt x="117675" y="79968"/>
                    <a:pt x="111638" y="101840"/>
                    <a:pt x="111638" y="126218"/>
                  </a:cubicBezTo>
                  <a:lnTo>
                    <a:pt x="111638" y="21233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2" name="Google Shape;4452;p48"/>
            <p:cNvSpPr/>
            <p:nvPr/>
          </p:nvSpPr>
          <p:spPr>
            <a:xfrm rot="8716295">
              <a:off x="2139785" y="502413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3" name="Google Shape;4453;p48"/>
            <p:cNvSpPr/>
            <p:nvPr/>
          </p:nvSpPr>
          <p:spPr>
            <a:xfrm rot="8716295">
              <a:off x="2014883" y="481546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4" name="Google Shape;4454;p48"/>
            <p:cNvSpPr/>
            <p:nvPr/>
          </p:nvSpPr>
          <p:spPr>
            <a:xfrm rot="8716295">
              <a:off x="2190257" y="5090583"/>
              <a:ext cx="60147" cy="76898"/>
            </a:xfrm>
            <a:custGeom>
              <a:rect b="b" l="l" r="r" t="t"/>
              <a:pathLst>
                <a:path extrusionOk="0" h="76898" w="60147">
                  <a:moveTo>
                    <a:pt x="60147" y="76898"/>
                  </a:moveTo>
                  <a:lnTo>
                    <a:pt x="0" y="19028"/>
                  </a:lnTo>
                  <a:lnTo>
                    <a:pt x="0" y="0"/>
                  </a:lnTo>
                  <a:lnTo>
                    <a:pt x="60147" y="4169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5" name="Google Shape;4455;p48"/>
            <p:cNvSpPr/>
            <p:nvPr/>
          </p:nvSpPr>
          <p:spPr>
            <a:xfrm rot="8716295">
              <a:off x="1988512" y="491548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6" name="Google Shape;4456;p48"/>
            <p:cNvSpPr/>
            <p:nvPr/>
          </p:nvSpPr>
          <p:spPr>
            <a:xfrm rot="8716295">
              <a:off x="2650789" y="5021708"/>
              <a:ext cx="177699" cy="117559"/>
            </a:xfrm>
            <a:custGeom>
              <a:rect b="b" l="l" r="r" t="t"/>
              <a:pathLst>
                <a:path extrusionOk="0" h="117559" w="177699">
                  <a:moveTo>
                    <a:pt x="6986" y="117559"/>
                  </a:moveTo>
                  <a:lnTo>
                    <a:pt x="0" y="107886"/>
                  </a:lnTo>
                  <a:lnTo>
                    <a:pt x="114658" y="0"/>
                  </a:lnTo>
                  <a:lnTo>
                    <a:pt x="177699" y="4369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7" name="Google Shape;4457;p48"/>
            <p:cNvSpPr/>
            <p:nvPr/>
          </p:nvSpPr>
          <p:spPr>
            <a:xfrm rot="8716295">
              <a:off x="2573494" y="492769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8" name="Google Shape;4458;p48"/>
            <p:cNvSpPr/>
            <p:nvPr/>
          </p:nvSpPr>
          <p:spPr>
            <a:xfrm rot="8716295">
              <a:off x="2330248" y="49579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9" name="Google Shape;4459;p48"/>
            <p:cNvSpPr/>
            <p:nvPr/>
          </p:nvSpPr>
          <p:spPr>
            <a:xfrm rot="8716295">
              <a:off x="2507700" y="47986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0" name="Google Shape;4460;p48"/>
            <p:cNvSpPr/>
            <p:nvPr/>
          </p:nvSpPr>
          <p:spPr>
            <a:xfrm rot="8716295">
              <a:off x="1518235" y="38650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1" name="Google Shape;4461;p48"/>
            <p:cNvSpPr/>
            <p:nvPr/>
          </p:nvSpPr>
          <p:spPr>
            <a:xfrm rot="8716295">
              <a:off x="1607627" y="38943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2" name="Google Shape;4462;p48"/>
            <p:cNvSpPr/>
            <p:nvPr/>
          </p:nvSpPr>
          <p:spPr>
            <a:xfrm rot="8716295">
              <a:off x="1562777" y="3808032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3" name="Google Shape;4463;p48"/>
            <p:cNvSpPr/>
            <p:nvPr/>
          </p:nvSpPr>
          <p:spPr>
            <a:xfrm rot="8716295">
              <a:off x="1406001" y="39536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4" name="Google Shape;4464;p48"/>
            <p:cNvSpPr/>
            <p:nvPr/>
          </p:nvSpPr>
          <p:spPr>
            <a:xfrm rot="8716295">
              <a:off x="1281098" y="37449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5" name="Google Shape;4465;p48"/>
            <p:cNvSpPr/>
            <p:nvPr/>
          </p:nvSpPr>
          <p:spPr>
            <a:xfrm rot="8716295">
              <a:off x="1269046" y="3606161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6" name="Google Shape;4466;p48"/>
            <p:cNvSpPr/>
            <p:nvPr/>
          </p:nvSpPr>
          <p:spPr>
            <a:xfrm rot="8716295">
              <a:off x="1496179" y="399456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7" name="Google Shape;4467;p48"/>
            <p:cNvSpPr/>
            <p:nvPr/>
          </p:nvSpPr>
          <p:spPr>
            <a:xfrm rot="8716295">
              <a:off x="1807334" y="36149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8" name="Google Shape;4468;p48"/>
            <p:cNvSpPr/>
            <p:nvPr/>
          </p:nvSpPr>
          <p:spPr>
            <a:xfrm rot="8716295">
              <a:off x="1896726" y="36441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69" name="Google Shape;4469;p48"/>
            <p:cNvSpPr/>
            <p:nvPr/>
          </p:nvSpPr>
          <p:spPr>
            <a:xfrm rot="8716295">
              <a:off x="1695100" y="370346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0" name="Google Shape;4470;p48"/>
            <p:cNvSpPr/>
            <p:nvPr/>
          </p:nvSpPr>
          <p:spPr>
            <a:xfrm rot="8716295">
              <a:off x="1570198" y="349478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1" name="Google Shape;4471;p48"/>
            <p:cNvSpPr/>
            <p:nvPr/>
          </p:nvSpPr>
          <p:spPr>
            <a:xfrm rot="8716295">
              <a:off x="1785278" y="37444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2" name="Google Shape;4472;p48"/>
            <p:cNvSpPr/>
            <p:nvPr/>
          </p:nvSpPr>
          <p:spPr>
            <a:xfrm rot="8716295">
              <a:off x="1543827" y="3594814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3" name="Google Shape;4473;p48"/>
            <p:cNvSpPr/>
            <p:nvPr/>
          </p:nvSpPr>
          <p:spPr>
            <a:xfrm rot="7484129">
              <a:off x="1890209" y="393576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4" name="Google Shape;4474;p48"/>
            <p:cNvSpPr/>
            <p:nvPr/>
          </p:nvSpPr>
          <p:spPr>
            <a:xfrm rot="-8510606">
              <a:off x="1995029" y="3902299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5" name="Google Shape;4475;p48"/>
            <p:cNvSpPr/>
            <p:nvPr/>
          </p:nvSpPr>
          <p:spPr>
            <a:xfrm rot="8716295">
              <a:off x="2180614" y="37106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6" name="Google Shape;4476;p48"/>
            <p:cNvSpPr/>
            <p:nvPr/>
          </p:nvSpPr>
          <p:spPr>
            <a:xfrm rot="8716295">
              <a:off x="2128809" y="36070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7" name="Google Shape;4477;p48"/>
            <p:cNvSpPr/>
            <p:nvPr/>
          </p:nvSpPr>
          <p:spPr>
            <a:xfrm rot="8716295">
              <a:off x="1885563" y="36372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8" name="Google Shape;4478;p48"/>
            <p:cNvSpPr/>
            <p:nvPr/>
          </p:nvSpPr>
          <p:spPr>
            <a:xfrm rot="8716295">
              <a:off x="2063015" y="34780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9" name="Google Shape;4479;p48"/>
            <p:cNvSpPr/>
            <p:nvPr/>
          </p:nvSpPr>
          <p:spPr>
            <a:xfrm rot="8716295">
              <a:off x="1741402" y="452476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0" name="Google Shape;4480;p48"/>
            <p:cNvSpPr/>
            <p:nvPr/>
          </p:nvSpPr>
          <p:spPr>
            <a:xfrm rot="8716295">
              <a:off x="1830794" y="455401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1" name="Google Shape;4481;p48"/>
            <p:cNvSpPr/>
            <p:nvPr/>
          </p:nvSpPr>
          <p:spPr>
            <a:xfrm rot="8716295">
              <a:off x="1785944" y="4467731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2" name="Google Shape;4482;p48"/>
            <p:cNvSpPr/>
            <p:nvPr/>
          </p:nvSpPr>
          <p:spPr>
            <a:xfrm rot="8716295">
              <a:off x="1629168" y="461331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3" name="Google Shape;4483;p48"/>
            <p:cNvSpPr/>
            <p:nvPr/>
          </p:nvSpPr>
          <p:spPr>
            <a:xfrm rot="8716295">
              <a:off x="1504265" y="440464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4" name="Google Shape;4484;p48"/>
            <p:cNvSpPr/>
            <p:nvPr/>
          </p:nvSpPr>
          <p:spPr>
            <a:xfrm rot="8716295">
              <a:off x="1492213" y="4265860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5" name="Google Shape;4485;p48"/>
            <p:cNvSpPr/>
            <p:nvPr/>
          </p:nvSpPr>
          <p:spPr>
            <a:xfrm rot="8716295">
              <a:off x="1719346" y="465426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6" name="Google Shape;4486;p48"/>
            <p:cNvSpPr/>
            <p:nvPr/>
          </p:nvSpPr>
          <p:spPr>
            <a:xfrm rot="8716295">
              <a:off x="2030501" y="427461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7" name="Google Shape;4487;p48"/>
            <p:cNvSpPr/>
            <p:nvPr/>
          </p:nvSpPr>
          <p:spPr>
            <a:xfrm rot="8716295">
              <a:off x="2119893" y="430385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8" name="Google Shape;4488;p48"/>
            <p:cNvSpPr/>
            <p:nvPr/>
          </p:nvSpPr>
          <p:spPr>
            <a:xfrm rot="8716295">
              <a:off x="1918267" y="436316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9" name="Google Shape;4489;p48"/>
            <p:cNvSpPr/>
            <p:nvPr/>
          </p:nvSpPr>
          <p:spPr>
            <a:xfrm rot="8716295">
              <a:off x="1793365" y="415448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0" name="Google Shape;4490;p48"/>
            <p:cNvSpPr/>
            <p:nvPr/>
          </p:nvSpPr>
          <p:spPr>
            <a:xfrm rot="8716295">
              <a:off x="2008445" y="4404113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1" name="Google Shape;4491;p48"/>
            <p:cNvSpPr/>
            <p:nvPr/>
          </p:nvSpPr>
          <p:spPr>
            <a:xfrm rot="8716295">
              <a:off x="1766994" y="4254513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2" name="Google Shape;4492;p48"/>
            <p:cNvSpPr/>
            <p:nvPr/>
          </p:nvSpPr>
          <p:spPr>
            <a:xfrm rot="7484129">
              <a:off x="2113376" y="459546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3" name="Google Shape;4493;p48"/>
            <p:cNvSpPr/>
            <p:nvPr/>
          </p:nvSpPr>
          <p:spPr>
            <a:xfrm rot="-8510606">
              <a:off x="2218196" y="4561998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4" name="Google Shape;4494;p48"/>
            <p:cNvSpPr/>
            <p:nvPr/>
          </p:nvSpPr>
          <p:spPr>
            <a:xfrm rot="8716295">
              <a:off x="2403781" y="4370317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5" name="Google Shape;4495;p48"/>
            <p:cNvSpPr/>
            <p:nvPr/>
          </p:nvSpPr>
          <p:spPr>
            <a:xfrm rot="8716295">
              <a:off x="2351976" y="426672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6" name="Google Shape;4496;p48"/>
            <p:cNvSpPr/>
            <p:nvPr/>
          </p:nvSpPr>
          <p:spPr>
            <a:xfrm rot="8716295">
              <a:off x="2108730" y="42969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7" name="Google Shape;4497;p48"/>
            <p:cNvSpPr/>
            <p:nvPr/>
          </p:nvSpPr>
          <p:spPr>
            <a:xfrm rot="8716295">
              <a:off x="2286182" y="413770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8" name="Google Shape;4498;p48"/>
            <p:cNvSpPr/>
            <p:nvPr/>
          </p:nvSpPr>
          <p:spPr>
            <a:xfrm rot="8716295">
              <a:off x="854880" y="188600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9" name="Google Shape;4499;p48"/>
            <p:cNvSpPr/>
            <p:nvPr/>
          </p:nvSpPr>
          <p:spPr>
            <a:xfrm rot="8716295">
              <a:off x="944272" y="191524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0" name="Google Shape;4500;p48"/>
            <p:cNvSpPr/>
            <p:nvPr/>
          </p:nvSpPr>
          <p:spPr>
            <a:xfrm rot="8716295">
              <a:off x="899422" y="1828963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1" name="Google Shape;4501;p48"/>
            <p:cNvSpPr/>
            <p:nvPr/>
          </p:nvSpPr>
          <p:spPr>
            <a:xfrm rot="8716295">
              <a:off x="742646" y="197454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2" name="Google Shape;4502;p48"/>
            <p:cNvSpPr/>
            <p:nvPr/>
          </p:nvSpPr>
          <p:spPr>
            <a:xfrm rot="8716295">
              <a:off x="617743" y="176587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3" name="Google Shape;4503;p48"/>
            <p:cNvSpPr/>
            <p:nvPr/>
          </p:nvSpPr>
          <p:spPr>
            <a:xfrm rot="8716295">
              <a:off x="605691" y="1627092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4" name="Google Shape;4504;p48"/>
            <p:cNvSpPr/>
            <p:nvPr/>
          </p:nvSpPr>
          <p:spPr>
            <a:xfrm rot="8716295">
              <a:off x="832824" y="2015497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5" name="Google Shape;4505;p48"/>
            <p:cNvSpPr/>
            <p:nvPr/>
          </p:nvSpPr>
          <p:spPr>
            <a:xfrm rot="8716295">
              <a:off x="1143979" y="1635849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6" name="Google Shape;4506;p48"/>
            <p:cNvSpPr/>
            <p:nvPr/>
          </p:nvSpPr>
          <p:spPr>
            <a:xfrm rot="8716295">
              <a:off x="1233371" y="166509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7" name="Google Shape;4507;p48"/>
            <p:cNvSpPr/>
            <p:nvPr/>
          </p:nvSpPr>
          <p:spPr>
            <a:xfrm rot="8716295">
              <a:off x="1031745" y="172439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8" name="Google Shape;4508;p48"/>
            <p:cNvSpPr/>
            <p:nvPr/>
          </p:nvSpPr>
          <p:spPr>
            <a:xfrm rot="8716295">
              <a:off x="906843" y="151572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9" name="Google Shape;4509;p48"/>
            <p:cNvSpPr/>
            <p:nvPr/>
          </p:nvSpPr>
          <p:spPr>
            <a:xfrm rot="8716295">
              <a:off x="1121923" y="1765345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0" name="Google Shape;4510;p48"/>
            <p:cNvSpPr/>
            <p:nvPr/>
          </p:nvSpPr>
          <p:spPr>
            <a:xfrm rot="8716295">
              <a:off x="880472" y="1615745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1" name="Google Shape;4511;p48"/>
            <p:cNvSpPr/>
            <p:nvPr/>
          </p:nvSpPr>
          <p:spPr>
            <a:xfrm rot="7484129">
              <a:off x="1226854" y="195669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2" name="Google Shape;4512;p48"/>
            <p:cNvSpPr/>
            <p:nvPr/>
          </p:nvSpPr>
          <p:spPr>
            <a:xfrm rot="-8510606">
              <a:off x="1331674" y="192323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3" name="Google Shape;4513;p48"/>
            <p:cNvSpPr/>
            <p:nvPr/>
          </p:nvSpPr>
          <p:spPr>
            <a:xfrm rot="8716295">
              <a:off x="1517259" y="173154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4" name="Google Shape;4514;p48"/>
            <p:cNvSpPr/>
            <p:nvPr/>
          </p:nvSpPr>
          <p:spPr>
            <a:xfrm rot="8716295">
              <a:off x="1465454" y="16279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5" name="Google Shape;4515;p48"/>
            <p:cNvSpPr/>
            <p:nvPr/>
          </p:nvSpPr>
          <p:spPr>
            <a:xfrm rot="8716295">
              <a:off x="1222208" y="165817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6" name="Google Shape;4516;p48"/>
            <p:cNvSpPr/>
            <p:nvPr/>
          </p:nvSpPr>
          <p:spPr>
            <a:xfrm rot="8716295">
              <a:off x="1399660" y="149893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7" name="Google Shape;4517;p48"/>
            <p:cNvSpPr/>
            <p:nvPr/>
          </p:nvSpPr>
          <p:spPr>
            <a:xfrm rot="8716295">
              <a:off x="631713" y="12263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8" name="Google Shape;4518;p48"/>
            <p:cNvSpPr/>
            <p:nvPr/>
          </p:nvSpPr>
          <p:spPr>
            <a:xfrm rot="8716295">
              <a:off x="721105" y="12555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9" name="Google Shape;4519;p48"/>
            <p:cNvSpPr/>
            <p:nvPr/>
          </p:nvSpPr>
          <p:spPr>
            <a:xfrm rot="8716295">
              <a:off x="676255" y="116926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0" name="Google Shape;4520;p48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1" name="Google Shape;4521;p48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2" name="Google Shape;4522;p48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3" name="Google Shape;4523;p48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4" name="Google Shape;4524;p48"/>
            <p:cNvSpPr/>
            <p:nvPr/>
          </p:nvSpPr>
          <p:spPr>
            <a:xfrm rot="8716295">
              <a:off x="920812" y="97615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5" name="Google Shape;4525;p48"/>
            <p:cNvSpPr/>
            <p:nvPr/>
          </p:nvSpPr>
          <p:spPr>
            <a:xfrm rot="8716295">
              <a:off x="1010204" y="100539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6" name="Google Shape;4526;p48"/>
            <p:cNvSpPr/>
            <p:nvPr/>
          </p:nvSpPr>
          <p:spPr>
            <a:xfrm rot="8716295">
              <a:off x="808578" y="106469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7" name="Google Shape;4527;p48"/>
            <p:cNvSpPr/>
            <p:nvPr/>
          </p:nvSpPr>
          <p:spPr>
            <a:xfrm rot="8716295">
              <a:off x="683676" y="85602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8" name="Google Shape;4528;p48"/>
            <p:cNvSpPr/>
            <p:nvPr/>
          </p:nvSpPr>
          <p:spPr>
            <a:xfrm rot="8716295">
              <a:off x="898756" y="110564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9" name="Google Shape;4529;p48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0" name="Google Shape;4530;p48"/>
            <p:cNvSpPr/>
            <p:nvPr/>
          </p:nvSpPr>
          <p:spPr>
            <a:xfrm rot="7484129">
              <a:off x="1003687" y="129699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1" name="Google Shape;4531;p48"/>
            <p:cNvSpPr/>
            <p:nvPr/>
          </p:nvSpPr>
          <p:spPr>
            <a:xfrm rot="-8510606">
              <a:off x="1108507" y="1263531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2" name="Google Shape;4532;p48"/>
            <p:cNvSpPr/>
            <p:nvPr/>
          </p:nvSpPr>
          <p:spPr>
            <a:xfrm rot="8716295">
              <a:off x="1294092" y="107185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3" name="Google Shape;4533;p48"/>
            <p:cNvSpPr/>
            <p:nvPr/>
          </p:nvSpPr>
          <p:spPr>
            <a:xfrm rot="8716295">
              <a:off x="1242287" y="9682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4" name="Google Shape;4534;p48"/>
            <p:cNvSpPr/>
            <p:nvPr/>
          </p:nvSpPr>
          <p:spPr>
            <a:xfrm rot="8716295">
              <a:off x="999041" y="99847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5" name="Google Shape;4535;p48"/>
            <p:cNvSpPr/>
            <p:nvPr/>
          </p:nvSpPr>
          <p:spPr>
            <a:xfrm rot="8716295">
              <a:off x="1176493" y="83923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6" name="Google Shape;4536;p48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7" name="Google Shape;4537;p48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8" name="Google Shape;4538;p48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9" name="Google Shape;4539;p48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0" name="Google Shape;4540;p48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1" name="Google Shape;4541;p48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2" name="Google Shape;4542;p48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3" name="Google Shape;4543;p48"/>
            <p:cNvSpPr/>
            <p:nvPr/>
          </p:nvSpPr>
          <p:spPr>
            <a:xfrm rot="8716295">
              <a:off x="701873" y="31409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4" name="Google Shape;4544;p48"/>
            <p:cNvSpPr/>
            <p:nvPr/>
          </p:nvSpPr>
          <p:spPr>
            <a:xfrm rot="8716295">
              <a:off x="791265" y="34333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5" name="Google Shape;4545;p48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6" name="Google Shape;4546;p48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7" name="Google Shape;4547;p48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8" name="Google Shape;4548;p48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9" name="Google Shape;4549;p48"/>
            <p:cNvSpPr/>
            <p:nvPr/>
          </p:nvSpPr>
          <p:spPr>
            <a:xfrm rot="7484129">
              <a:off x="784748" y="63493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0" name="Google Shape;4550;p48"/>
            <p:cNvSpPr/>
            <p:nvPr/>
          </p:nvSpPr>
          <p:spPr>
            <a:xfrm rot="-8510606">
              <a:off x="889568" y="60147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1" name="Google Shape;4551;p48"/>
            <p:cNvSpPr/>
            <p:nvPr/>
          </p:nvSpPr>
          <p:spPr>
            <a:xfrm rot="8716295">
              <a:off x="1075153" y="40979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2" name="Google Shape;4552;p48"/>
            <p:cNvSpPr/>
            <p:nvPr/>
          </p:nvSpPr>
          <p:spPr>
            <a:xfrm rot="8716295">
              <a:off x="1023348" y="30619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3" name="Google Shape;4553;p48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4" name="Google Shape;4554;p48"/>
            <p:cNvSpPr/>
            <p:nvPr/>
          </p:nvSpPr>
          <p:spPr>
            <a:xfrm rot="8716295">
              <a:off x="957554" y="1771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5" name="Google Shape;4555;p48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6" name="Google Shape;4556;p48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7" name="Google Shape;4557;p48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8" name="Google Shape;4558;p48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9" name="Google Shape;4559;p48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0" name="Google Shape;4560;p48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1" name="Google Shape;4561;p48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2" name="Google Shape;4562;p48"/>
            <p:cNvSpPr/>
            <p:nvPr/>
          </p:nvSpPr>
          <p:spPr>
            <a:xfrm rot="-8510606">
              <a:off x="775514" y="-27038"/>
              <a:ext cx="149688" cy="328219"/>
            </a:xfrm>
            <a:custGeom>
              <a:rect b="b" l="l" r="r" t="t"/>
              <a:pathLst>
                <a:path extrusionOk="0" h="328219" w="149688">
                  <a:moveTo>
                    <a:pt x="149688" y="279622"/>
                  </a:moveTo>
                  <a:lnTo>
                    <a:pt x="87835" y="328219"/>
                  </a:lnTo>
                  <a:lnTo>
                    <a:pt x="54765" y="322521"/>
                  </a:lnTo>
                  <a:cubicBezTo>
                    <a:pt x="43178" y="317693"/>
                    <a:pt x="32555" y="310382"/>
                    <a:pt x="23727" y="301277"/>
                  </a:cubicBezTo>
                  <a:cubicBezTo>
                    <a:pt x="4966" y="283069"/>
                    <a:pt x="0" y="251616"/>
                    <a:pt x="0" y="206369"/>
                  </a:cubicBez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3" name="Google Shape;4563;p48"/>
            <p:cNvSpPr/>
            <p:nvPr/>
          </p:nvSpPr>
          <p:spPr>
            <a:xfrm rot="8716295">
              <a:off x="3366575" y="56973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4" name="Google Shape;4564;p48"/>
            <p:cNvSpPr/>
            <p:nvPr/>
          </p:nvSpPr>
          <p:spPr>
            <a:xfrm rot="8716295">
              <a:off x="3237162" y="360980"/>
              <a:ext cx="203847" cy="195873"/>
            </a:xfrm>
            <a:custGeom>
              <a:rect b="b" l="l" r="r" t="t"/>
              <a:pathLst>
                <a:path extrusionOk="0" h="195873" w="203847">
                  <a:moveTo>
                    <a:pt x="90710" y="195873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52719"/>
                  </a:lnTo>
                  <a:lnTo>
                    <a:pt x="43605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5" name="Google Shape;4565;p48"/>
            <p:cNvSpPr/>
            <p:nvPr/>
          </p:nvSpPr>
          <p:spPr>
            <a:xfrm rot="8716295">
              <a:off x="3189574" y="231224"/>
              <a:ext cx="290249" cy="221342"/>
            </a:xfrm>
            <a:custGeom>
              <a:rect b="b" l="l" r="r" t="t"/>
              <a:pathLst>
                <a:path extrusionOk="0" h="221342" w="290249">
                  <a:moveTo>
                    <a:pt x="24905" y="191751"/>
                  </a:moveTo>
                  <a:cubicBezTo>
                    <a:pt x="14903" y="182043"/>
                    <a:pt x="8578" y="168805"/>
                    <a:pt x="4754" y="151964"/>
                  </a:cubicBezTo>
                  <a:lnTo>
                    <a:pt x="0" y="95252"/>
                  </a:lnTo>
                  <a:lnTo>
                    <a:pt x="78785" y="0"/>
                  </a:lnTo>
                  <a:lnTo>
                    <a:pt x="79033" y="34662"/>
                  </a:lnTo>
                  <a:cubicBezTo>
                    <a:pt x="77268" y="67610"/>
                    <a:pt x="82563" y="101145"/>
                    <a:pt x="93153" y="132328"/>
                  </a:cubicBezTo>
                  <a:cubicBezTo>
                    <a:pt x="102567" y="158215"/>
                    <a:pt x="126689" y="171159"/>
                    <a:pt x="163754" y="171159"/>
                  </a:cubicBezTo>
                  <a:cubicBezTo>
                    <a:pt x="181994" y="170570"/>
                    <a:pt x="199644" y="167040"/>
                    <a:pt x="216706" y="161745"/>
                  </a:cubicBezTo>
                  <a:cubicBezTo>
                    <a:pt x="241416" y="154096"/>
                    <a:pt x="265539" y="144095"/>
                    <a:pt x="289073" y="132328"/>
                  </a:cubicBezTo>
                  <a:cubicBezTo>
                    <a:pt x="289661" y="134681"/>
                    <a:pt x="290249" y="137623"/>
                    <a:pt x="290249" y="139976"/>
                  </a:cubicBezTo>
                  <a:lnTo>
                    <a:pt x="290249" y="145860"/>
                  </a:lnTo>
                  <a:cubicBezTo>
                    <a:pt x="227885" y="199399"/>
                    <a:pt x="146104" y="218227"/>
                    <a:pt x="97272" y="221168"/>
                  </a:cubicBezTo>
                  <a:cubicBezTo>
                    <a:pt x="70208" y="222933"/>
                    <a:pt x="43732" y="211166"/>
                    <a:pt x="24905" y="191751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6" name="Google Shape;4566;p48"/>
            <p:cNvSpPr/>
            <p:nvPr/>
          </p:nvSpPr>
          <p:spPr>
            <a:xfrm rot="8716295">
              <a:off x="3411629" y="650113"/>
              <a:ext cx="21023" cy="45645"/>
            </a:xfrm>
            <a:custGeom>
              <a:rect b="b" l="l" r="r" t="t"/>
              <a:pathLst>
                <a:path extrusionOk="0" h="45645" w="21023">
                  <a:moveTo>
                    <a:pt x="21023" y="45645"/>
                  </a:moveTo>
                  <a:lnTo>
                    <a:pt x="0" y="25418"/>
                  </a:lnTo>
                  <a:lnTo>
                    <a:pt x="21023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7" name="Google Shape;4567;p48"/>
            <p:cNvSpPr/>
            <p:nvPr/>
          </p:nvSpPr>
          <p:spPr>
            <a:xfrm rot="8716295">
              <a:off x="3298850" y="-42720"/>
              <a:ext cx="123263" cy="85442"/>
            </a:xfrm>
            <a:custGeom>
              <a:rect b="b" l="l" r="r" t="t"/>
              <a:pathLst>
                <a:path extrusionOk="0" h="85442" w="123263">
                  <a:moveTo>
                    <a:pt x="123263" y="85442"/>
                  </a:moveTo>
                  <a:lnTo>
                    <a:pt x="0" y="0"/>
                  </a:lnTo>
                  <a:lnTo>
                    <a:pt x="66305" y="0"/>
                  </a:lnTo>
                  <a:cubicBezTo>
                    <a:pt x="103214" y="0"/>
                    <a:pt x="123263" y="15948"/>
                    <a:pt x="123263" y="501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8" name="Google Shape;4568;p48"/>
            <p:cNvSpPr/>
            <p:nvPr/>
          </p:nvSpPr>
          <p:spPr>
            <a:xfrm rot="8716295">
              <a:off x="3402681" y="37518"/>
              <a:ext cx="82257" cy="93201"/>
            </a:xfrm>
            <a:custGeom>
              <a:rect b="b" l="l" r="r" t="t"/>
              <a:pathLst>
                <a:path extrusionOk="0" h="93201" w="82257">
                  <a:moveTo>
                    <a:pt x="20287" y="93201"/>
                  </a:moveTo>
                  <a:lnTo>
                    <a:pt x="20287" y="76797"/>
                  </a:lnTo>
                  <a:cubicBezTo>
                    <a:pt x="20287" y="64494"/>
                    <a:pt x="16756" y="54128"/>
                    <a:pt x="10775" y="46837"/>
                  </a:cubicBezTo>
                  <a:lnTo>
                    <a:pt x="0" y="41716"/>
                  </a:lnTo>
                  <a:lnTo>
                    <a:pt x="34504" y="0"/>
                  </a:lnTo>
                  <a:lnTo>
                    <a:pt x="38620" y="715"/>
                  </a:lnTo>
                  <a:cubicBezTo>
                    <a:pt x="66366" y="12207"/>
                    <a:pt x="82257" y="41255"/>
                    <a:pt x="82257" y="83632"/>
                  </a:cubicBezTo>
                  <a:lnTo>
                    <a:pt x="82257" y="89556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9" name="Google Shape;4569;p48"/>
            <p:cNvSpPr/>
            <p:nvPr/>
          </p:nvSpPr>
          <p:spPr>
            <a:xfrm rot="8716295">
              <a:off x="3234083" y="-52726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0" name="Google Shape;4570;p48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1" name="Google Shape;4571;p48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2" name="Google Shape;4572;p48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3" name="Google Shape;4573;p48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4" name="Google Shape;4574;p48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5" name="Google Shape;4575;p48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6" name="Google Shape;4576;p48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7" name="Google Shape;4577;p48"/>
            <p:cNvSpPr/>
            <p:nvPr/>
          </p:nvSpPr>
          <p:spPr>
            <a:xfrm rot="8716295">
              <a:off x="501240" y="2794876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8" name="Google Shape;4578;p48"/>
            <p:cNvSpPr/>
            <p:nvPr/>
          </p:nvSpPr>
          <p:spPr>
            <a:xfrm rot="8716295">
              <a:off x="590632" y="2824118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9" name="Google Shape;4579;p48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0" name="Google Shape;4580;p48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1" name="Google Shape;4581;p48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2" name="Google Shape;4582;p48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3" name="Google Shape;4583;p48"/>
            <p:cNvSpPr/>
            <p:nvPr/>
          </p:nvSpPr>
          <p:spPr>
            <a:xfrm rot="7484129">
              <a:off x="584115" y="311572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4" name="Google Shape;4584;p48"/>
            <p:cNvSpPr/>
            <p:nvPr/>
          </p:nvSpPr>
          <p:spPr>
            <a:xfrm rot="-8510606">
              <a:off x="688935" y="3082257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5" name="Google Shape;4585;p48"/>
            <p:cNvSpPr/>
            <p:nvPr/>
          </p:nvSpPr>
          <p:spPr>
            <a:xfrm rot="8716295">
              <a:off x="874520" y="2890576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6" name="Google Shape;4586;p48"/>
            <p:cNvSpPr/>
            <p:nvPr/>
          </p:nvSpPr>
          <p:spPr>
            <a:xfrm rot="8716295">
              <a:off x="822715" y="2786983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7" name="Google Shape;4587;p48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8" name="Google Shape;4588;p48"/>
            <p:cNvSpPr/>
            <p:nvPr/>
          </p:nvSpPr>
          <p:spPr>
            <a:xfrm rot="8716295">
              <a:off x="756921" y="265796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9" name="Google Shape;4589;p48"/>
            <p:cNvSpPr/>
            <p:nvPr/>
          </p:nvSpPr>
          <p:spPr>
            <a:xfrm rot="8716295">
              <a:off x="435308" y="3704727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0" name="Google Shape;4590;p48"/>
            <p:cNvSpPr/>
            <p:nvPr/>
          </p:nvSpPr>
          <p:spPr>
            <a:xfrm rot="8716295">
              <a:off x="524700" y="3733969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1" name="Google Shape;4591;p48"/>
            <p:cNvSpPr/>
            <p:nvPr/>
          </p:nvSpPr>
          <p:spPr>
            <a:xfrm rot="8716295">
              <a:off x="479850" y="3647689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2" name="Google Shape;4592;p48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3" name="Google Shape;4593;p48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4" name="Google Shape;4594;p48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5" name="Google Shape;4595;p48"/>
            <p:cNvSpPr/>
            <p:nvPr/>
          </p:nvSpPr>
          <p:spPr>
            <a:xfrm rot="8716295">
              <a:off x="413252" y="3834223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6" name="Google Shape;4596;p48"/>
            <p:cNvSpPr/>
            <p:nvPr/>
          </p:nvSpPr>
          <p:spPr>
            <a:xfrm rot="8716295">
              <a:off x="724407" y="3454575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7" name="Google Shape;4597;p48"/>
            <p:cNvSpPr/>
            <p:nvPr/>
          </p:nvSpPr>
          <p:spPr>
            <a:xfrm rot="8716295">
              <a:off x="813799" y="3483817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8" name="Google Shape;4598;p48"/>
            <p:cNvSpPr/>
            <p:nvPr/>
          </p:nvSpPr>
          <p:spPr>
            <a:xfrm rot="8716295">
              <a:off x="612173" y="354311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9" name="Google Shape;4599;p48"/>
            <p:cNvSpPr/>
            <p:nvPr/>
          </p:nvSpPr>
          <p:spPr>
            <a:xfrm rot="8716295">
              <a:off x="487271" y="333444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0" name="Google Shape;4600;p48"/>
            <p:cNvSpPr/>
            <p:nvPr/>
          </p:nvSpPr>
          <p:spPr>
            <a:xfrm rot="8716295">
              <a:off x="702351" y="3584071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1" name="Google Shape;4601;p48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2" name="Google Shape;4602;p48"/>
            <p:cNvSpPr/>
            <p:nvPr/>
          </p:nvSpPr>
          <p:spPr>
            <a:xfrm rot="7484129">
              <a:off x="807282" y="377542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3" name="Google Shape;4603;p48"/>
            <p:cNvSpPr/>
            <p:nvPr/>
          </p:nvSpPr>
          <p:spPr>
            <a:xfrm rot="-8510606">
              <a:off x="912102" y="374195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4" name="Google Shape;4604;p48"/>
            <p:cNvSpPr/>
            <p:nvPr/>
          </p:nvSpPr>
          <p:spPr>
            <a:xfrm rot="8716295">
              <a:off x="1097687" y="355027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5" name="Google Shape;4605;p48"/>
            <p:cNvSpPr/>
            <p:nvPr/>
          </p:nvSpPr>
          <p:spPr>
            <a:xfrm rot="8716295">
              <a:off x="1045882" y="344668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6" name="Google Shape;4606;p48"/>
            <p:cNvSpPr/>
            <p:nvPr/>
          </p:nvSpPr>
          <p:spPr>
            <a:xfrm rot="8716295">
              <a:off x="802636" y="3476903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7" name="Google Shape;4607;p48"/>
            <p:cNvSpPr/>
            <p:nvPr/>
          </p:nvSpPr>
          <p:spPr>
            <a:xfrm rot="8716295">
              <a:off x="980088" y="331766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8" name="Google Shape;4608;p48"/>
            <p:cNvSpPr/>
            <p:nvPr/>
          </p:nvSpPr>
          <p:spPr>
            <a:xfrm rot="8716295">
              <a:off x="653978" y="436312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9" name="Google Shape;4609;p48"/>
            <p:cNvSpPr/>
            <p:nvPr/>
          </p:nvSpPr>
          <p:spPr>
            <a:xfrm rot="8716295">
              <a:off x="743370" y="439236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0" name="Google Shape;4610;p48"/>
            <p:cNvSpPr/>
            <p:nvPr/>
          </p:nvSpPr>
          <p:spPr>
            <a:xfrm rot="8716295">
              <a:off x="698520" y="4306085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1" name="Google Shape;4611;p48"/>
            <p:cNvSpPr/>
            <p:nvPr/>
          </p:nvSpPr>
          <p:spPr>
            <a:xfrm rot="8716295">
              <a:off x="541744" y="4451667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2" name="Google Shape;4612;p48"/>
            <p:cNvSpPr/>
            <p:nvPr/>
          </p:nvSpPr>
          <p:spPr>
            <a:xfrm rot="8716295">
              <a:off x="416841" y="4242994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3" name="Google Shape;4613;p48"/>
            <p:cNvSpPr/>
            <p:nvPr/>
          </p:nvSpPr>
          <p:spPr>
            <a:xfrm rot="8716295">
              <a:off x="404789" y="4104214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4" name="Google Shape;4614;p48"/>
            <p:cNvSpPr/>
            <p:nvPr/>
          </p:nvSpPr>
          <p:spPr>
            <a:xfrm rot="8716295">
              <a:off x="631922" y="4492619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5" name="Google Shape;4615;p48"/>
            <p:cNvSpPr/>
            <p:nvPr/>
          </p:nvSpPr>
          <p:spPr>
            <a:xfrm rot="8716295">
              <a:off x="943077" y="4112971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6" name="Google Shape;4616;p48"/>
            <p:cNvSpPr/>
            <p:nvPr/>
          </p:nvSpPr>
          <p:spPr>
            <a:xfrm rot="8716295">
              <a:off x="1032469" y="4142213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7" name="Google Shape;4617;p48"/>
            <p:cNvSpPr/>
            <p:nvPr/>
          </p:nvSpPr>
          <p:spPr>
            <a:xfrm rot="8716295">
              <a:off x="830843" y="4201515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8" name="Google Shape;4618;p48"/>
            <p:cNvSpPr/>
            <p:nvPr/>
          </p:nvSpPr>
          <p:spPr>
            <a:xfrm rot="8716295">
              <a:off x="705941" y="3992842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9" name="Google Shape;4619;p48"/>
            <p:cNvSpPr/>
            <p:nvPr/>
          </p:nvSpPr>
          <p:spPr>
            <a:xfrm rot="8716295">
              <a:off x="921021" y="4242467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0" name="Google Shape;4620;p48"/>
            <p:cNvSpPr/>
            <p:nvPr/>
          </p:nvSpPr>
          <p:spPr>
            <a:xfrm rot="8716295">
              <a:off x="679570" y="4092867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1" name="Google Shape;4621;p48"/>
            <p:cNvSpPr/>
            <p:nvPr/>
          </p:nvSpPr>
          <p:spPr>
            <a:xfrm rot="7484129">
              <a:off x="1025952" y="443381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2" name="Google Shape;4622;p48"/>
            <p:cNvSpPr/>
            <p:nvPr/>
          </p:nvSpPr>
          <p:spPr>
            <a:xfrm rot="-8510606">
              <a:off x="1130772" y="4400352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3" name="Google Shape;4623;p48"/>
            <p:cNvSpPr/>
            <p:nvPr/>
          </p:nvSpPr>
          <p:spPr>
            <a:xfrm rot="8716295">
              <a:off x="1316357" y="4208671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4" name="Google Shape;4624;p48"/>
            <p:cNvSpPr/>
            <p:nvPr/>
          </p:nvSpPr>
          <p:spPr>
            <a:xfrm rot="8716295">
              <a:off x="1264552" y="410507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5" name="Google Shape;4625;p48"/>
            <p:cNvSpPr/>
            <p:nvPr/>
          </p:nvSpPr>
          <p:spPr>
            <a:xfrm rot="8716295">
              <a:off x="1021306" y="4135299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6" name="Google Shape;4626;p48"/>
            <p:cNvSpPr/>
            <p:nvPr/>
          </p:nvSpPr>
          <p:spPr>
            <a:xfrm rot="8716295">
              <a:off x="1198758" y="397605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7" name="Google Shape;4627;p48"/>
            <p:cNvSpPr/>
            <p:nvPr/>
          </p:nvSpPr>
          <p:spPr>
            <a:xfrm rot="8716295">
              <a:off x="849927" y="5056695"/>
              <a:ext cx="61059" cy="114384"/>
            </a:xfrm>
            <a:custGeom>
              <a:rect b="b" l="l" r="r" t="t"/>
              <a:pathLst>
                <a:path extrusionOk="0" h="114384" w="61059">
                  <a:moveTo>
                    <a:pt x="0" y="114384"/>
                  </a:moveTo>
                  <a:lnTo>
                    <a:pt x="0" y="0"/>
                  </a:lnTo>
                  <a:lnTo>
                    <a:pt x="61059" y="42324"/>
                  </a:lnTo>
                  <a:lnTo>
                    <a:pt x="61059" y="9023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8" name="Google Shape;4628;p48"/>
            <p:cNvSpPr/>
            <p:nvPr/>
          </p:nvSpPr>
          <p:spPr>
            <a:xfrm rot="8716295">
              <a:off x="1072880" y="5030752"/>
              <a:ext cx="60148" cy="142578"/>
            </a:xfrm>
            <a:custGeom>
              <a:rect b="b" l="l" r="r" t="t"/>
              <a:pathLst>
                <a:path extrusionOk="0" h="142578" w="60148">
                  <a:moveTo>
                    <a:pt x="0" y="142578"/>
                  </a:moveTo>
                  <a:lnTo>
                    <a:pt x="0" y="0"/>
                  </a:lnTo>
                  <a:lnTo>
                    <a:pt x="60148" y="41693"/>
                  </a:lnTo>
                  <a:lnTo>
                    <a:pt x="60148" y="10156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9" name="Google Shape;4629;p48"/>
            <p:cNvSpPr/>
            <p:nvPr/>
          </p:nvSpPr>
          <p:spPr>
            <a:xfrm rot="8716295">
              <a:off x="921687" y="4965784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0" name="Google Shape;4630;p48"/>
            <p:cNvSpPr/>
            <p:nvPr/>
          </p:nvSpPr>
          <p:spPr>
            <a:xfrm rot="8716295">
              <a:off x="762271" y="5108547"/>
              <a:ext cx="53742" cy="49705"/>
            </a:xfrm>
            <a:custGeom>
              <a:rect b="b" l="l" r="r" t="t"/>
              <a:pathLst>
                <a:path extrusionOk="0" h="49705" w="53742">
                  <a:moveTo>
                    <a:pt x="8658" y="41503"/>
                  </a:moveTo>
                  <a:cubicBezTo>
                    <a:pt x="3190" y="36035"/>
                    <a:pt x="0" y="28744"/>
                    <a:pt x="0" y="20999"/>
                  </a:cubicBezTo>
                  <a:lnTo>
                    <a:pt x="0" y="20542"/>
                  </a:lnTo>
                  <a:cubicBezTo>
                    <a:pt x="0" y="12796"/>
                    <a:pt x="3190" y="5506"/>
                    <a:pt x="8658" y="38"/>
                  </a:cubicBezTo>
                  <a:lnTo>
                    <a:pt x="8747" y="0"/>
                  </a:lnTo>
                  <a:lnTo>
                    <a:pt x="53742" y="31189"/>
                  </a:lnTo>
                  <a:lnTo>
                    <a:pt x="49668" y="41048"/>
                  </a:lnTo>
                  <a:cubicBezTo>
                    <a:pt x="44200" y="46516"/>
                    <a:pt x="36909" y="49705"/>
                    <a:pt x="29162" y="49705"/>
                  </a:cubicBezTo>
                  <a:cubicBezTo>
                    <a:pt x="21416" y="49705"/>
                    <a:pt x="14126" y="46971"/>
                    <a:pt x="8658" y="4150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1" name="Google Shape;4631;p48"/>
            <p:cNvSpPr/>
            <p:nvPr/>
          </p:nvSpPr>
          <p:spPr>
            <a:xfrm rot="8716295">
              <a:off x="635497" y="4902607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09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203847" y="0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2" name="Google Shape;4632;p48"/>
            <p:cNvSpPr/>
            <p:nvPr/>
          </p:nvSpPr>
          <p:spPr>
            <a:xfrm rot="8716295">
              <a:off x="627956" y="476391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3" name="Google Shape;4633;p48"/>
            <p:cNvSpPr/>
            <p:nvPr/>
          </p:nvSpPr>
          <p:spPr>
            <a:xfrm rot="8716295">
              <a:off x="1166244" y="4772670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4" name="Google Shape;4634;p48"/>
            <p:cNvSpPr/>
            <p:nvPr/>
          </p:nvSpPr>
          <p:spPr>
            <a:xfrm rot="8716295">
              <a:off x="1255636" y="4801912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5" name="Google Shape;4635;p48"/>
            <p:cNvSpPr/>
            <p:nvPr/>
          </p:nvSpPr>
          <p:spPr>
            <a:xfrm rot="8716295">
              <a:off x="1054010" y="486121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6" name="Google Shape;4636;p48"/>
            <p:cNvSpPr/>
            <p:nvPr/>
          </p:nvSpPr>
          <p:spPr>
            <a:xfrm rot="8716295">
              <a:off x="929108" y="4652541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7" name="Google Shape;4637;p48"/>
            <p:cNvSpPr/>
            <p:nvPr/>
          </p:nvSpPr>
          <p:spPr>
            <a:xfrm rot="8716295">
              <a:off x="1144188" y="4902166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8" name="Google Shape;4638;p48"/>
            <p:cNvSpPr/>
            <p:nvPr/>
          </p:nvSpPr>
          <p:spPr>
            <a:xfrm rot="8716295">
              <a:off x="902737" y="475256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9" name="Google Shape;4639;p48"/>
            <p:cNvSpPr/>
            <p:nvPr/>
          </p:nvSpPr>
          <p:spPr>
            <a:xfrm rot="7484129">
              <a:off x="1313689" y="5058219"/>
              <a:ext cx="97325" cy="159603"/>
            </a:xfrm>
            <a:custGeom>
              <a:rect b="b" l="l" r="r" t="t"/>
              <a:pathLst>
                <a:path extrusionOk="0" h="159603" w="97325">
                  <a:moveTo>
                    <a:pt x="0" y="19052"/>
                  </a:moveTo>
                  <a:lnTo>
                    <a:pt x="0" y="0"/>
                  </a:lnTo>
                  <a:lnTo>
                    <a:pt x="13209" y="19052"/>
                  </a:lnTo>
                  <a:close/>
                  <a:moveTo>
                    <a:pt x="90710" y="159603"/>
                  </a:moveTo>
                  <a:lnTo>
                    <a:pt x="47847" y="79858"/>
                  </a:lnTo>
                  <a:lnTo>
                    <a:pt x="50421" y="72721"/>
                  </a:lnTo>
                  <a:lnTo>
                    <a:pt x="97325" y="14037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0" name="Google Shape;4640;p48"/>
            <p:cNvSpPr/>
            <p:nvPr/>
          </p:nvSpPr>
          <p:spPr>
            <a:xfrm rot="-8510606">
              <a:off x="1435176" y="5064332"/>
              <a:ext cx="213297" cy="83320"/>
            </a:xfrm>
            <a:custGeom>
              <a:rect b="b" l="l" r="r" t="t"/>
              <a:pathLst>
                <a:path extrusionOk="0" h="83320" w="213297">
                  <a:moveTo>
                    <a:pt x="213297" y="12691"/>
                  </a:moveTo>
                  <a:cubicBezTo>
                    <a:pt x="154807" y="62904"/>
                    <a:pt x="78108" y="80561"/>
                    <a:pt x="32310" y="83320"/>
                  </a:cubicBezTo>
                  <a:lnTo>
                    <a:pt x="0" y="77753"/>
                  </a:lnTo>
                  <a:lnTo>
                    <a:pt x="69926" y="22813"/>
                  </a:lnTo>
                  <a:lnTo>
                    <a:pt x="94662" y="36418"/>
                  </a:lnTo>
                  <a:cubicBezTo>
                    <a:pt x="111768" y="35866"/>
                    <a:pt x="128321" y="32555"/>
                    <a:pt x="144323" y="27589"/>
                  </a:cubicBezTo>
                  <a:cubicBezTo>
                    <a:pt x="167498" y="20416"/>
                    <a:pt x="190122" y="11036"/>
                    <a:pt x="212193" y="0"/>
                  </a:cubicBezTo>
                  <a:cubicBezTo>
                    <a:pt x="212745" y="2207"/>
                    <a:pt x="213297" y="4966"/>
                    <a:pt x="213297" y="717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1" name="Google Shape;4641;p48"/>
            <p:cNvSpPr/>
            <p:nvPr/>
          </p:nvSpPr>
          <p:spPr>
            <a:xfrm rot="8716295">
              <a:off x="1539524" y="486837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2" name="Google Shape;4642;p48"/>
            <p:cNvSpPr/>
            <p:nvPr/>
          </p:nvSpPr>
          <p:spPr>
            <a:xfrm rot="8716295">
              <a:off x="1487719" y="4764777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3" name="Google Shape;4643;p48"/>
            <p:cNvSpPr/>
            <p:nvPr/>
          </p:nvSpPr>
          <p:spPr>
            <a:xfrm rot="8716295">
              <a:off x="1244473" y="479499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4" name="Google Shape;4644;p48"/>
            <p:cNvSpPr/>
            <p:nvPr/>
          </p:nvSpPr>
          <p:spPr>
            <a:xfrm rot="8716295">
              <a:off x="1421925" y="463575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5" name="Google Shape;4645;p48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6" name="Google Shape;4646;p48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7" name="Google Shape;4647;p48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8" name="Google Shape;4648;p48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9" name="Google Shape;4649;p48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0" name="Google Shape;4650;p48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1" name="Google Shape;4651;p48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2" name="Google Shape;4652;p48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48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4" name="Google Shape;4654;p48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5" name="Google Shape;4655;p48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6" name="Google Shape;4656;p48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7" name="Google Shape;4657;p48"/>
            <p:cNvSpPr/>
            <p:nvPr/>
          </p:nvSpPr>
          <p:spPr>
            <a:xfrm rot="-8510606">
              <a:off x="467417" y="2421283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8" name="Google Shape;4658;p48"/>
            <p:cNvSpPr/>
            <p:nvPr/>
          </p:nvSpPr>
          <p:spPr>
            <a:xfrm rot="8716295">
              <a:off x="653002" y="2229602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9" name="Google Shape;4659;p48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0" name="Google Shape;4660;p48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1" name="Google Shape;4661;p48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2" name="Google Shape;4662;p48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3" name="Google Shape;4663;p48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4" name="Google Shape;4664;p48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5" name="Google Shape;4665;p48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6" name="Google Shape;4666;p48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7" name="Google Shape;4667;p48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8" name="Google Shape;4668;p48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9" name="Google Shape;4669;p48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0" name="Google Shape;4670;p48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1" name="Google Shape;4671;p48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2" name="Google Shape;4672;p48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3" name="Google Shape;4673;p48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4" name="Google Shape;4674;p48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5" name="Google Shape;4675;p48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6" name="Google Shape;4676;p48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7" name="Google Shape;4677;p48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8" name="Google Shape;4678;p48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9" name="Google Shape;4679;p48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0" name="Google Shape;4680;p48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1" name="Google Shape;4681;p48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2" name="Google Shape;4682;p48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3" name="Google Shape;4683;p48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4" name="Google Shape;4684;p48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5" name="Google Shape;4685;p48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6" name="Google Shape;4686;p48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7" name="Google Shape;4687;p48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8" name="Google Shape;4688;p48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9" name="Google Shape;4689;p48"/>
            <p:cNvSpPr/>
            <p:nvPr/>
          </p:nvSpPr>
          <p:spPr>
            <a:xfrm rot="8716295">
              <a:off x="592036" y="5123131"/>
              <a:ext cx="56900" cy="40151"/>
            </a:xfrm>
            <a:custGeom>
              <a:rect b="b" l="l" r="r" t="t"/>
              <a:pathLst>
                <a:path extrusionOk="0" h="40151" w="56900">
                  <a:moveTo>
                    <a:pt x="13826" y="23593"/>
                  </a:moveTo>
                  <a:cubicBezTo>
                    <a:pt x="8307" y="18074"/>
                    <a:pt x="3938" y="11636"/>
                    <a:pt x="948" y="4622"/>
                  </a:cubicBezTo>
                  <a:lnTo>
                    <a:pt x="0" y="0"/>
                  </a:lnTo>
                  <a:lnTo>
                    <a:pt x="56900" y="39441"/>
                  </a:lnTo>
                  <a:lnTo>
                    <a:pt x="55218" y="40151"/>
                  </a:lnTo>
                  <a:cubicBezTo>
                    <a:pt x="39581" y="40151"/>
                    <a:pt x="24864" y="34631"/>
                    <a:pt x="13826" y="2359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0" name="Google Shape;4690;p48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1" name="Google Shape;4691;p48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2" name="Google Shape;4692;p48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3" name="Google Shape;4693;p48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4" name="Google Shape;4694;p48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5" name="Google Shape;4695;p48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6" name="Google Shape;4696;p48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7" name="Google Shape;4697;p48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8" name="Google Shape;4698;p48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9" name="Google Shape;4699;p48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0" name="Google Shape;4700;p48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1" name="Google Shape;4701;p48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2" name="Google Shape;4702;p48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3" name="Google Shape;4703;p48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4" name="Google Shape;4704;p48"/>
            <p:cNvSpPr/>
            <p:nvPr/>
          </p:nvSpPr>
          <p:spPr>
            <a:xfrm rot="-8510606">
              <a:off x="313263" y="4907079"/>
              <a:ext cx="272584" cy="221720"/>
            </a:xfrm>
            <a:custGeom>
              <a:rect b="b" l="l" r="r" t="t"/>
              <a:pathLst>
                <a:path extrusionOk="0" h="221720" w="272584">
                  <a:moveTo>
                    <a:pt x="272584" y="150928"/>
                  </a:moveTo>
                  <a:cubicBezTo>
                    <a:pt x="214094" y="201141"/>
                    <a:pt x="137395" y="218798"/>
                    <a:pt x="91597" y="221557"/>
                  </a:cubicBezTo>
                  <a:cubicBezTo>
                    <a:pt x="66215" y="223213"/>
                    <a:pt x="41384" y="212177"/>
                    <a:pt x="23727" y="193967"/>
                  </a:cubicBezTo>
                  <a:cubicBezTo>
                    <a:pt x="4966" y="175759"/>
                    <a:pt x="0" y="144306"/>
                    <a:pt x="0" y="99060"/>
                  </a:cubicBezTo>
                  <a:lnTo>
                    <a:pt x="0" y="58265"/>
                  </a:lnTo>
                  <a:lnTo>
                    <a:pt x="74157" y="0"/>
                  </a:lnTo>
                  <a:lnTo>
                    <a:pt x="74492" y="46640"/>
                  </a:lnTo>
                  <a:cubicBezTo>
                    <a:pt x="72836" y="77540"/>
                    <a:pt x="77802" y="108992"/>
                    <a:pt x="87734" y="138237"/>
                  </a:cubicBezTo>
                  <a:cubicBezTo>
                    <a:pt x="96563" y="162515"/>
                    <a:pt x="119186" y="174655"/>
                    <a:pt x="153949" y="174655"/>
                  </a:cubicBezTo>
                  <a:cubicBezTo>
                    <a:pt x="171055" y="174103"/>
                    <a:pt x="187608" y="170792"/>
                    <a:pt x="203610" y="165826"/>
                  </a:cubicBezTo>
                  <a:cubicBezTo>
                    <a:pt x="226785" y="158653"/>
                    <a:pt x="249409" y="149273"/>
                    <a:pt x="271480" y="138237"/>
                  </a:cubicBezTo>
                  <a:cubicBezTo>
                    <a:pt x="272032" y="140444"/>
                    <a:pt x="272584" y="143203"/>
                    <a:pt x="272584" y="14541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5" name="Google Shape;4705;p48"/>
            <p:cNvSpPr/>
            <p:nvPr/>
          </p:nvSpPr>
          <p:spPr>
            <a:xfrm rot="8716295">
              <a:off x="466598" y="4707718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6" name="Google Shape;4706;p48"/>
            <p:cNvSpPr/>
            <p:nvPr/>
          </p:nvSpPr>
          <p:spPr>
            <a:xfrm rot="8716295">
              <a:off x="414793" y="460412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7" name="Google Shape;4707;p48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8" name="Google Shape;4708;p48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4705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09" name="Google Shape;4709;p48"/>
          <p:cNvSpPr txBox="1"/>
          <p:nvPr>
            <p:ph idx="1" type="body"/>
          </p:nvPr>
        </p:nvSpPr>
        <p:spPr>
          <a:xfrm>
            <a:off x="429470" y="3802408"/>
            <a:ext cx="108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0" name="Google Shape;4710;p48"/>
          <p:cNvSpPr txBox="1"/>
          <p:nvPr>
            <p:ph idx="3" type="body"/>
          </p:nvPr>
        </p:nvSpPr>
        <p:spPr>
          <a:xfrm>
            <a:off x="1512561" y="3802408"/>
            <a:ext cx="108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1" name="Google Shape;4711;p48"/>
          <p:cNvSpPr txBox="1"/>
          <p:nvPr>
            <p:ph idx="4" type="body"/>
          </p:nvPr>
        </p:nvSpPr>
        <p:spPr>
          <a:xfrm>
            <a:off x="443993" y="482179"/>
            <a:ext cx="2495932" cy="302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2" name="Google Shape;4712;p48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ayures / Texte + Image">
  <p:cSld name="Rayures / Texte + Image">
    <p:bg>
      <p:bgPr>
        <a:solidFill>
          <a:schemeClr val="dk2"/>
        </a:solidFill>
      </p:bgPr>
    </p:bg>
    <p:spTree>
      <p:nvGrpSpPr>
        <p:cNvPr id="4713" name="Shape 4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4" name="Google Shape;4714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341631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5" name="Google Shape;4715;p49"/>
          <p:cNvSpPr/>
          <p:nvPr>
            <p:ph idx="2" type="pic"/>
          </p:nvPr>
        </p:nvSpPr>
        <p:spPr>
          <a:xfrm>
            <a:off x="3246551" y="-1"/>
            <a:ext cx="5897449" cy="514350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4716" name="Google Shape;4716;p49"/>
          <p:cNvSpPr txBox="1"/>
          <p:nvPr>
            <p:ph idx="1" type="body"/>
          </p:nvPr>
        </p:nvSpPr>
        <p:spPr>
          <a:xfrm>
            <a:off x="429470" y="3802408"/>
            <a:ext cx="1080000" cy="457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7" name="Google Shape;4717;p49"/>
          <p:cNvSpPr txBox="1"/>
          <p:nvPr>
            <p:ph idx="3" type="body"/>
          </p:nvPr>
        </p:nvSpPr>
        <p:spPr>
          <a:xfrm>
            <a:off x="1512561" y="3802408"/>
            <a:ext cx="1080000" cy="4571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8" name="Google Shape;4718;p49"/>
          <p:cNvSpPr txBox="1"/>
          <p:nvPr>
            <p:ph idx="4" type="body"/>
          </p:nvPr>
        </p:nvSpPr>
        <p:spPr>
          <a:xfrm>
            <a:off x="443993" y="482179"/>
            <a:ext cx="2495932" cy="3028054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sz="1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  <a:defRPr sz="10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19" name="Google Shape;4719;p49"/>
          <p:cNvSpPr txBox="1"/>
          <p:nvPr>
            <p:ph idx="12" type="sldNum"/>
          </p:nvPr>
        </p:nvSpPr>
        <p:spPr>
          <a:xfrm>
            <a:off x="3048000" y="2811362"/>
            <a:ext cx="519702" cy="23321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&amp; Réseaux sociaux - Fond foncé">
  <p:cSld name="Contact &amp; Réseaux sociaux - Fond foncé">
    <p:bg>
      <p:bgPr>
        <a:solidFill>
          <a:schemeClr val="dk1"/>
        </a:solidFill>
      </p:bgPr>
    </p:bg>
    <p:spTree>
      <p:nvGrpSpPr>
        <p:cNvPr id="4720" name="Shape 4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1" name="Google Shape;4721;p50">
            <a:hlinkClick r:id="rId2"/>
          </p:cNvPr>
          <p:cNvSpPr/>
          <p:nvPr/>
        </p:nvSpPr>
        <p:spPr>
          <a:xfrm>
            <a:off x="3294590" y="1121624"/>
            <a:ext cx="9092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2" name="Google Shape;4722;p5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9202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3" name="Google Shape;4723;p50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972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4" name="Google Shape;4724;p50">
            <a:hlinkClick r:id="rId7"/>
          </p:cNvPr>
          <p:cNvSpPr/>
          <p:nvPr/>
        </p:nvSpPr>
        <p:spPr>
          <a:xfrm>
            <a:off x="6620360" y="1121624"/>
            <a:ext cx="9092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5" name="Google Shape;4725;p50">
            <a:hlinkClick r:id="rId8"/>
          </p:cNvPr>
          <p:cNvSpPr/>
          <p:nvPr/>
        </p:nvSpPr>
        <p:spPr>
          <a:xfrm>
            <a:off x="2277866" y="2154670"/>
            <a:ext cx="127631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26" name="Google Shape;4726;p50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6022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7" name="Google Shape;4727;p50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2820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8" name="Google Shape;4728;p50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04363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9" name="Google Shape;4729;p50">
            <a:hlinkClick r:id="rId15"/>
          </p:cNvPr>
          <p:cNvSpPr/>
          <p:nvPr/>
        </p:nvSpPr>
        <p:spPr>
          <a:xfrm>
            <a:off x="1560019" y="1121624"/>
            <a:ext cx="104868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www.u-bordeaux.fr</a:t>
            </a:r>
            <a:endParaRPr/>
          </a:p>
        </p:txBody>
      </p:sp>
      <p:pic>
        <p:nvPicPr>
          <p:cNvPr id="4730" name="Google Shape;4730;p50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60942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1" name="Google Shape;4731;p50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00221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2" name="Google Shape;4732;p50"/>
          <p:cNvSpPr/>
          <p:nvPr/>
        </p:nvSpPr>
        <p:spPr>
          <a:xfrm>
            <a:off x="4029281" y="2154670"/>
            <a:ext cx="108876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Appli mobile U&amp;me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3" name="Google Shape;4733;p50"/>
          <p:cNvSpPr/>
          <p:nvPr/>
        </p:nvSpPr>
        <p:spPr>
          <a:xfrm>
            <a:off x="5780492" y="2154670"/>
            <a:ext cx="90922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4" name="Google Shape;4734;p50">
            <a:hlinkClick r:id="rId19"/>
          </p:cNvPr>
          <p:cNvSpPr/>
          <p:nvPr/>
        </p:nvSpPr>
        <p:spPr>
          <a:xfrm>
            <a:off x="4774665" y="1121624"/>
            <a:ext cx="127631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b="0" i="0" sz="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35" name="Google Shape;4735;p50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42261" y="3601712"/>
            <a:ext cx="2659479" cy="793651"/>
          </a:xfrm>
          <a:prstGeom prst="rect">
            <a:avLst/>
          </a:prstGeom>
          <a:noFill/>
          <a:ln>
            <a:noFill/>
          </a:ln>
        </p:spPr>
      </p:pic>
      <p:sp>
        <p:nvSpPr>
          <p:cNvPr id="4736" name="Google Shape;4736;p50"/>
          <p:cNvSpPr txBox="1"/>
          <p:nvPr>
            <p:ph idx="1" type="body"/>
          </p:nvPr>
        </p:nvSpPr>
        <p:spPr>
          <a:xfrm>
            <a:off x="1614417" y="2973427"/>
            <a:ext cx="5915166" cy="313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737" name="Google Shape;4737;p50"/>
          <p:cNvSpPr txBox="1"/>
          <p:nvPr>
            <p:ph idx="2" type="body"/>
          </p:nvPr>
        </p:nvSpPr>
        <p:spPr>
          <a:xfrm>
            <a:off x="445689" y="1"/>
            <a:ext cx="457523" cy="201773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4738" name="Google Shape;4738;p50"/>
          <p:cNvGrpSpPr/>
          <p:nvPr/>
        </p:nvGrpSpPr>
        <p:grpSpPr>
          <a:xfrm flipH="1" rot="10800000">
            <a:off x="-159823" y="-25173"/>
            <a:ext cx="1153647" cy="5252024"/>
            <a:chOff x="-159823" y="-80990"/>
            <a:chExt cx="1153647" cy="5252024"/>
          </a:xfrm>
        </p:grpSpPr>
        <p:sp>
          <p:nvSpPr>
            <p:cNvPr id="4739" name="Google Shape;4739;p50"/>
            <p:cNvSpPr/>
            <p:nvPr/>
          </p:nvSpPr>
          <p:spPr>
            <a:xfrm rot="8716295">
              <a:off x="617786" y="1780350"/>
              <a:ext cx="152726" cy="195873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0" name="Google Shape;4740;p50"/>
            <p:cNvSpPr/>
            <p:nvPr/>
          </p:nvSpPr>
          <p:spPr>
            <a:xfrm rot="8716295">
              <a:off x="534441" y="1654353"/>
              <a:ext cx="262864" cy="103234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1" name="Google Shape;4741;p50"/>
            <p:cNvSpPr/>
            <p:nvPr/>
          </p:nvSpPr>
          <p:spPr>
            <a:xfrm rot="8716295">
              <a:off x="632719" y="1232432"/>
              <a:ext cx="121558" cy="232388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2" name="Google Shape;4742;p50"/>
            <p:cNvSpPr/>
            <p:nvPr/>
          </p:nvSpPr>
          <p:spPr>
            <a:xfrm rot="8716295">
              <a:off x="763454" y="1474783"/>
              <a:ext cx="14143" cy="1431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3" name="Google Shape;4743;p50"/>
            <p:cNvSpPr/>
            <p:nvPr/>
          </p:nvSpPr>
          <p:spPr>
            <a:xfrm rot="8716295">
              <a:off x="672878" y="1171577"/>
              <a:ext cx="183964" cy="137618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4" name="Google Shape;4744;p50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5" name="Google Shape;4745;p50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6" name="Google Shape;4746;p50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7" name="Google Shape;4747;p50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8" name="Google Shape;4748;p50"/>
            <p:cNvSpPr/>
            <p:nvPr/>
          </p:nvSpPr>
          <p:spPr>
            <a:xfrm rot="8716295">
              <a:off x="683426" y="869567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9" name="Google Shape;4749;p50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0" name="Google Shape;4750;p50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1" name="Google Shape;4751;p50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2" name="Google Shape;4752;p50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3" name="Google Shape;4753;p50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4" name="Google Shape;4754;p50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5" name="Google Shape;4755;p50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6" name="Google Shape;4756;p50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7" name="Google Shape;4757;p50"/>
            <p:cNvSpPr/>
            <p:nvPr/>
          </p:nvSpPr>
          <p:spPr>
            <a:xfrm rot="8716295">
              <a:off x="702015" y="317459"/>
              <a:ext cx="131260" cy="232388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8" name="Google Shape;4758;p50"/>
            <p:cNvSpPr/>
            <p:nvPr/>
          </p:nvSpPr>
          <p:spPr>
            <a:xfrm rot="8716295">
              <a:off x="834978" y="558357"/>
              <a:ext cx="24341" cy="23495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9" name="Google Shape;4759;p50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0" name="Google Shape;4760;p50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1" name="Google Shape;4761;p50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2" name="Google Shape;4762;p50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3" name="Google Shape;4763;p50"/>
            <p:cNvSpPr/>
            <p:nvPr/>
          </p:nvSpPr>
          <p:spPr>
            <a:xfrm rot="7484129">
              <a:off x="811674" y="658874"/>
              <a:ext cx="31078" cy="46141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4" name="Google Shape;4764;p50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5" name="Google Shape;4765;p50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6" name="Google Shape;4766;p50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7" name="Google Shape;4767;p50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8" name="Google Shape;4768;p50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9" name="Google Shape;4769;p50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0" name="Google Shape;4770;p50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1" name="Google Shape;4771;p50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2" name="Google Shape;4772;p50"/>
            <p:cNvSpPr/>
            <p:nvPr/>
          </p:nvSpPr>
          <p:spPr>
            <a:xfrm rot="-8510606">
              <a:off x="767127" y="-2787"/>
              <a:ext cx="149688" cy="30106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3" name="Google Shape;4773;p50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4" name="Google Shape;4774;p50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5" name="Google Shape;4775;p50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6" name="Google Shape;4776;p50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7" name="Google Shape;4777;p50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8" name="Google Shape;4778;p50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9" name="Google Shape;4779;p50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0" name="Google Shape;4780;p50"/>
            <p:cNvSpPr/>
            <p:nvPr/>
          </p:nvSpPr>
          <p:spPr>
            <a:xfrm rot="8716295">
              <a:off x="502599" y="2802136"/>
              <a:ext cx="117588" cy="232388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1" name="Google Shape;4781;p50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2" name="Google Shape;4782;p50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3" name="Google Shape;4783;p50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4" name="Google Shape;4784;p50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5" name="Google Shape;4785;p50"/>
            <p:cNvSpPr/>
            <p:nvPr/>
          </p:nvSpPr>
          <p:spPr>
            <a:xfrm rot="7484129">
              <a:off x="609980" y="3142825"/>
              <a:ext cx="20881" cy="31001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6" name="Google Shape;4786;p50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7" name="Google Shape;4787;p50"/>
            <p:cNvSpPr/>
            <p:nvPr/>
          </p:nvSpPr>
          <p:spPr>
            <a:xfrm rot="8716295">
              <a:off x="437995" y="3716235"/>
              <a:ext cx="102679" cy="232388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8" name="Google Shape;4788;p50"/>
            <p:cNvSpPr/>
            <p:nvPr/>
          </p:nvSpPr>
          <p:spPr>
            <a:xfrm rot="8716295">
              <a:off x="482715" y="3669965"/>
              <a:ext cx="154563" cy="124897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9" name="Google Shape;4789;p50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0" name="Google Shape;4790;p50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1" name="Google Shape;4791;p50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2" name="Google Shape;4792;p50"/>
            <p:cNvSpPr/>
            <p:nvPr/>
          </p:nvSpPr>
          <p:spPr>
            <a:xfrm rot="8716295">
              <a:off x="410218" y="3834716"/>
              <a:ext cx="103435" cy="219174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3" name="Google Shape;4793;p50"/>
            <p:cNvSpPr/>
            <p:nvPr/>
          </p:nvSpPr>
          <p:spPr>
            <a:xfrm rot="8716295">
              <a:off x="487452" y="3349370"/>
              <a:ext cx="151162" cy="195873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4" name="Google Shape;4794;p50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5" name="Google Shape;4795;p50"/>
            <p:cNvSpPr/>
            <p:nvPr/>
          </p:nvSpPr>
          <p:spPr>
            <a:xfrm rot="8716295">
              <a:off x="417336" y="4258920"/>
              <a:ext cx="147637" cy="195874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6" name="Google Shape;4796;p50"/>
            <p:cNvSpPr/>
            <p:nvPr/>
          </p:nvSpPr>
          <p:spPr>
            <a:xfrm rot="8716295">
              <a:off x="330834" y="4134902"/>
              <a:ext cx="254613" cy="91157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7" name="Google Shape;4797;p50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8" name="Google Shape;4798;p50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9" name="Google Shape;4799;p50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0" name="Google Shape;4800;p50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1" name="Google Shape;4801;p50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2" name="Google Shape;4802;p50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3" name="Google Shape;4803;p50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4" name="Google Shape;4804;p50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5" name="Google Shape;4805;p50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6" name="Google Shape;4806;p50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7" name="Google Shape;4807;p50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8" name="Google Shape;4808;p50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9" name="Google Shape;4809;p50"/>
            <p:cNvSpPr/>
            <p:nvPr/>
          </p:nvSpPr>
          <p:spPr>
            <a:xfrm rot="-8510606">
              <a:off x="463440" y="2426400"/>
              <a:ext cx="272584" cy="319064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0" name="Google Shape;4810;p50"/>
            <p:cNvSpPr/>
            <p:nvPr/>
          </p:nvSpPr>
          <p:spPr>
            <a:xfrm rot="8716295">
              <a:off x="675867" y="2357327"/>
              <a:ext cx="38012" cy="45752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1" name="Google Shape;4811;p50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2" name="Google Shape;4812;p50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3" name="Google Shape;4813;p50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4" name="Google Shape;4814;p50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5" name="Google Shape;4815;p50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6" name="Google Shape;4816;p50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7" name="Google Shape;4817;p50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8" name="Google Shape;4818;p50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9" name="Google Shape;4819;p50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0" name="Google Shape;4820;p50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1" name="Google Shape;4821;p50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2" name="Google Shape;4822;p50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3" name="Google Shape;4823;p50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4" name="Google Shape;4824;p50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5" name="Google Shape;4825;p50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6" name="Google Shape;4826;p50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7" name="Google Shape;4827;p50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8" name="Google Shape;4828;p50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9" name="Google Shape;4829;p50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0" name="Google Shape;4830;p50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1" name="Google Shape;4831;p50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2" name="Google Shape;4832;p50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3" name="Google Shape;4833;p50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4" name="Google Shape;4834;p50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5" name="Google Shape;4835;p50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6" name="Google Shape;4836;p50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7" name="Google Shape;4837;p50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8" name="Google Shape;4838;p50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9" name="Google Shape;4839;p50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0" name="Google Shape;4840;p50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1" name="Google Shape;4841;p50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2" name="Google Shape;4842;p50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3" name="Google Shape;4843;p50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4" name="Google Shape;4844;p50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5" name="Google Shape;4845;p50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6" name="Google Shape;4846;p50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7" name="Google Shape;4847;p50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8" name="Google Shape;4848;p50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9" name="Google Shape;4849;p50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0" name="Google Shape;4850;p50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1" name="Google Shape;4851;p50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2" name="Google Shape;4852;p50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3" name="Google Shape;4853;p50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4" name="Google Shape;4854;p50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5" name="Google Shape;4855;p50"/>
            <p:cNvSpPr/>
            <p:nvPr/>
          </p:nvSpPr>
          <p:spPr>
            <a:xfrm rot="-8510606">
              <a:off x="313551" y="4906246"/>
              <a:ext cx="221827" cy="20509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6" name="Google Shape;4856;p50"/>
            <p:cNvSpPr/>
            <p:nvPr/>
          </p:nvSpPr>
          <p:spPr>
            <a:xfrm rot="8716295">
              <a:off x="406370" y="4600606"/>
              <a:ext cx="113655" cy="117117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7" name="Google Shape;4857;p50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8" name="Google Shape;4858;p50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3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&amp; Réseaux sociaux - Fond clair">
  <p:cSld name="Contact &amp; Réseaux sociaux - Fond clair">
    <p:bg>
      <p:bgPr>
        <a:solidFill>
          <a:srgbClr val="3A1B0B"/>
        </a:solidFill>
      </p:bgPr>
    </p:bg>
    <p:spTree>
      <p:nvGrpSpPr>
        <p:cNvPr id="4859" name="Shape 4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0" name="Google Shape;4860;p51"/>
          <p:cNvSpPr/>
          <p:nvPr/>
        </p:nvSpPr>
        <p:spPr>
          <a:xfrm>
            <a:off x="448701" y="0"/>
            <a:ext cx="8695299" cy="5143500"/>
          </a:xfrm>
          <a:custGeom>
            <a:rect b="b" l="l" r="r" t="t"/>
            <a:pathLst>
              <a:path extrusionOk="0" h="5143500" w="8695299">
                <a:moveTo>
                  <a:pt x="0" y="0"/>
                </a:moveTo>
                <a:lnTo>
                  <a:pt x="8695299" y="0"/>
                </a:lnTo>
                <a:lnTo>
                  <a:pt x="8695299" y="5143500"/>
                </a:lnTo>
                <a:lnTo>
                  <a:pt x="444304" y="5143500"/>
                </a:lnTo>
                <a:lnTo>
                  <a:pt x="171091" y="1980633"/>
                </a:lnTo>
                <a:lnTo>
                  <a:pt x="443837" y="1"/>
                </a:lnTo>
                <a:lnTo>
                  <a:pt x="262116" y="1"/>
                </a:lnTo>
                <a:lnTo>
                  <a:pt x="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861" name="Google Shape;4861;p51"/>
          <p:cNvGrpSpPr/>
          <p:nvPr/>
        </p:nvGrpSpPr>
        <p:grpSpPr>
          <a:xfrm>
            <a:off x="3242261" y="3601412"/>
            <a:ext cx="2665787" cy="796168"/>
            <a:chOff x="5898130" y="3867608"/>
            <a:chExt cx="2665787" cy="796168"/>
          </a:xfrm>
        </p:grpSpPr>
        <p:sp>
          <p:nvSpPr>
            <p:cNvPr id="4862" name="Google Shape;4862;p51"/>
            <p:cNvSpPr/>
            <p:nvPr/>
          </p:nvSpPr>
          <p:spPr>
            <a:xfrm>
              <a:off x="5898130" y="4006913"/>
              <a:ext cx="93070" cy="153115"/>
            </a:xfrm>
            <a:custGeom>
              <a:rect b="b" l="l" r="r" t="t"/>
              <a:pathLst>
                <a:path extrusionOk="0" h="153115" w="93070">
                  <a:moveTo>
                    <a:pt x="93671" y="33025"/>
                  </a:moveTo>
                  <a:lnTo>
                    <a:pt x="93671" y="137203"/>
                  </a:lnTo>
                  <a:lnTo>
                    <a:pt x="53440" y="153115"/>
                  </a:lnTo>
                  <a:lnTo>
                    <a:pt x="53440" y="45935"/>
                  </a:lnTo>
                  <a:cubicBezTo>
                    <a:pt x="53440" y="45034"/>
                    <a:pt x="53440" y="44133"/>
                    <a:pt x="53440" y="43233"/>
                  </a:cubicBezTo>
                  <a:cubicBezTo>
                    <a:pt x="52540" y="36628"/>
                    <a:pt x="46535" y="32124"/>
                    <a:pt x="39930" y="33025"/>
                  </a:cubicBezTo>
                  <a:lnTo>
                    <a:pt x="0" y="33025"/>
                  </a:lnTo>
                  <a:lnTo>
                    <a:pt x="0" y="0"/>
                  </a:lnTo>
                  <a:lnTo>
                    <a:pt x="56142" y="0"/>
                  </a:lnTo>
                  <a:cubicBezTo>
                    <a:pt x="80461" y="0"/>
                    <a:pt x="93671" y="10508"/>
                    <a:pt x="93671" y="33025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3" name="Google Shape;4863;p51"/>
            <p:cNvSpPr/>
            <p:nvPr/>
          </p:nvSpPr>
          <p:spPr>
            <a:xfrm>
              <a:off x="7134164" y="4001471"/>
              <a:ext cx="171129" cy="165125"/>
            </a:xfrm>
            <a:custGeom>
              <a:rect b="b" l="l" r="r" t="t"/>
              <a:pathLst>
                <a:path extrusionOk="0" h="165124" w="171129">
                  <a:moveTo>
                    <a:pt x="171730" y="58282"/>
                  </a:moveTo>
                  <a:lnTo>
                    <a:pt x="171730" y="62185"/>
                  </a:lnTo>
                  <a:lnTo>
                    <a:pt x="130899" y="64587"/>
                  </a:lnTo>
                  <a:lnTo>
                    <a:pt x="130899" y="53778"/>
                  </a:lnTo>
                  <a:cubicBezTo>
                    <a:pt x="130899" y="37566"/>
                    <a:pt x="121592" y="26458"/>
                    <a:pt x="108682" y="26458"/>
                  </a:cubicBezTo>
                  <a:cubicBezTo>
                    <a:pt x="89468" y="26458"/>
                    <a:pt x="73556" y="51977"/>
                    <a:pt x="73556" y="84101"/>
                  </a:cubicBezTo>
                  <a:lnTo>
                    <a:pt x="73556" y="140844"/>
                  </a:lnTo>
                  <a:lnTo>
                    <a:pt x="33926" y="167864"/>
                  </a:lnTo>
                  <a:lnTo>
                    <a:pt x="33926" y="30061"/>
                  </a:lnTo>
                  <a:lnTo>
                    <a:pt x="0" y="30061"/>
                  </a:lnTo>
                  <a:lnTo>
                    <a:pt x="0" y="939"/>
                  </a:lnTo>
                  <a:lnTo>
                    <a:pt x="69052" y="939"/>
                  </a:lnTo>
                  <a:lnTo>
                    <a:pt x="69052" y="49575"/>
                  </a:lnTo>
                  <a:lnTo>
                    <a:pt x="69953" y="49575"/>
                  </a:lnTo>
                  <a:cubicBezTo>
                    <a:pt x="79560" y="21054"/>
                    <a:pt x="87066" y="9945"/>
                    <a:pt x="101477" y="3941"/>
                  </a:cubicBezTo>
                  <a:cubicBezTo>
                    <a:pt x="108082" y="1239"/>
                    <a:pt x="114987" y="-262"/>
                    <a:pt x="122192" y="38"/>
                  </a:cubicBezTo>
                  <a:cubicBezTo>
                    <a:pt x="153116" y="-563"/>
                    <a:pt x="171730" y="21054"/>
                    <a:pt x="171730" y="58282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4" name="Google Shape;4864;p51"/>
            <p:cNvSpPr/>
            <p:nvPr/>
          </p:nvSpPr>
          <p:spPr>
            <a:xfrm>
              <a:off x="7993113" y="3867608"/>
              <a:ext cx="123093" cy="90068"/>
            </a:xfrm>
            <a:custGeom>
              <a:rect b="b" l="l" r="r" t="t"/>
              <a:pathLst>
                <a:path extrusionOk="0" h="90067" w="123092">
                  <a:moveTo>
                    <a:pt x="108382" y="45634"/>
                  </a:moveTo>
                  <a:lnTo>
                    <a:pt x="108682" y="45634"/>
                  </a:lnTo>
                  <a:lnTo>
                    <a:pt x="3903" y="90969"/>
                  </a:lnTo>
                  <a:lnTo>
                    <a:pt x="0" y="85565"/>
                  </a:lnTo>
                  <a:lnTo>
                    <a:pt x="71154" y="18614"/>
                  </a:lnTo>
                  <a:cubicBezTo>
                    <a:pt x="80161" y="8106"/>
                    <a:pt x="93070" y="1501"/>
                    <a:pt x="107181" y="0"/>
                  </a:cubicBezTo>
                  <a:cubicBezTo>
                    <a:pt x="121592" y="0"/>
                    <a:pt x="125795" y="12610"/>
                    <a:pt x="125795" y="22217"/>
                  </a:cubicBezTo>
                  <a:cubicBezTo>
                    <a:pt x="124894" y="32725"/>
                    <a:pt x="117989" y="41431"/>
                    <a:pt x="108382" y="45634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5" name="Google Shape;4865;p51"/>
            <p:cNvSpPr/>
            <p:nvPr/>
          </p:nvSpPr>
          <p:spPr>
            <a:xfrm>
              <a:off x="6523803" y="3918346"/>
              <a:ext cx="36027" cy="36027"/>
            </a:xfrm>
            <a:custGeom>
              <a:rect b="b" l="l" r="r" t="t"/>
              <a:pathLst>
                <a:path extrusionOk="0" h="36027" w="36027">
                  <a:moveTo>
                    <a:pt x="32725" y="32725"/>
                  </a:moveTo>
                  <a:cubicBezTo>
                    <a:pt x="29122" y="36327"/>
                    <a:pt x="24318" y="38429"/>
                    <a:pt x="19215" y="38429"/>
                  </a:cubicBezTo>
                  <a:cubicBezTo>
                    <a:pt x="14111" y="38429"/>
                    <a:pt x="9307" y="36628"/>
                    <a:pt x="5704" y="33025"/>
                  </a:cubicBezTo>
                  <a:cubicBezTo>
                    <a:pt x="2102" y="29422"/>
                    <a:pt x="0" y="24619"/>
                    <a:pt x="0" y="19515"/>
                  </a:cubicBezTo>
                  <a:lnTo>
                    <a:pt x="0" y="19214"/>
                  </a:lnTo>
                  <a:cubicBezTo>
                    <a:pt x="0" y="14111"/>
                    <a:pt x="2102" y="9307"/>
                    <a:pt x="5704" y="5704"/>
                  </a:cubicBezTo>
                  <a:cubicBezTo>
                    <a:pt x="9307" y="2102"/>
                    <a:pt x="14111" y="0"/>
                    <a:pt x="19215" y="0"/>
                  </a:cubicBezTo>
                  <a:cubicBezTo>
                    <a:pt x="24318" y="0"/>
                    <a:pt x="29122" y="2102"/>
                    <a:pt x="32725" y="5704"/>
                  </a:cubicBezTo>
                  <a:cubicBezTo>
                    <a:pt x="40230" y="12910"/>
                    <a:pt x="40230" y="25219"/>
                    <a:pt x="32725" y="32725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6" name="Google Shape;4866;p51"/>
            <p:cNvSpPr/>
            <p:nvPr/>
          </p:nvSpPr>
          <p:spPr>
            <a:xfrm>
              <a:off x="6763083" y="4006913"/>
              <a:ext cx="120091" cy="117088"/>
            </a:xfrm>
            <a:custGeom>
              <a:rect b="b" l="l" r="r" t="t"/>
              <a:pathLst>
                <a:path extrusionOk="0" h="117088" w="120090">
                  <a:moveTo>
                    <a:pt x="122793" y="0"/>
                  </a:moveTo>
                  <a:lnTo>
                    <a:pt x="122793" y="33325"/>
                  </a:lnTo>
                  <a:lnTo>
                    <a:pt x="83763" y="33325"/>
                  </a:lnTo>
                  <a:lnTo>
                    <a:pt x="54641" y="117989"/>
                  </a:lnTo>
                  <a:lnTo>
                    <a:pt x="28822" y="69953"/>
                  </a:lnTo>
                  <a:lnTo>
                    <a:pt x="42032" y="33325"/>
                  </a:lnTo>
                  <a:lnTo>
                    <a:pt x="0" y="333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7" name="Google Shape;4867;p51"/>
            <p:cNvSpPr/>
            <p:nvPr/>
          </p:nvSpPr>
          <p:spPr>
            <a:xfrm>
              <a:off x="7314421" y="4184121"/>
              <a:ext cx="120091" cy="114086"/>
            </a:xfrm>
            <a:custGeom>
              <a:rect b="b" l="l" r="r" t="t"/>
              <a:pathLst>
                <a:path extrusionOk="0" h="114086" w="120090">
                  <a:moveTo>
                    <a:pt x="121170" y="114311"/>
                  </a:moveTo>
                  <a:lnTo>
                    <a:pt x="118168" y="114311"/>
                  </a:lnTo>
                  <a:cubicBezTo>
                    <a:pt x="46114" y="114311"/>
                    <a:pt x="179" y="65675"/>
                    <a:pt x="179" y="33250"/>
                  </a:cubicBezTo>
                  <a:cubicBezTo>
                    <a:pt x="-1622" y="16738"/>
                    <a:pt x="10387" y="2027"/>
                    <a:pt x="26899" y="225"/>
                  </a:cubicBezTo>
                  <a:cubicBezTo>
                    <a:pt x="28700" y="-75"/>
                    <a:pt x="30802" y="-75"/>
                    <a:pt x="32603" y="225"/>
                  </a:cubicBezTo>
                  <a:cubicBezTo>
                    <a:pt x="46414" y="1426"/>
                    <a:pt x="57222" y="11934"/>
                    <a:pt x="59324" y="25144"/>
                  </a:cubicBezTo>
                  <a:cubicBezTo>
                    <a:pt x="59924" y="37753"/>
                    <a:pt x="51518" y="48862"/>
                    <a:pt x="39208" y="52164"/>
                  </a:cubicBezTo>
                  <a:lnTo>
                    <a:pt x="121170" y="114311"/>
                  </a:ln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8" name="Google Shape;4868;p51"/>
            <p:cNvSpPr/>
            <p:nvPr/>
          </p:nvSpPr>
          <p:spPr>
            <a:xfrm>
              <a:off x="7744225" y="4120699"/>
              <a:ext cx="147111" cy="177134"/>
            </a:xfrm>
            <a:custGeom>
              <a:rect b="b" l="l" r="r" t="t"/>
              <a:pathLst>
                <a:path extrusionOk="0" h="177133" w="147111">
                  <a:moveTo>
                    <a:pt x="148312" y="137504"/>
                  </a:moveTo>
                  <a:lnTo>
                    <a:pt x="148312" y="140506"/>
                  </a:lnTo>
                  <a:cubicBezTo>
                    <a:pt x="116488" y="167827"/>
                    <a:pt x="74756" y="177434"/>
                    <a:pt x="49838" y="178935"/>
                  </a:cubicBezTo>
                  <a:cubicBezTo>
                    <a:pt x="36027" y="179836"/>
                    <a:pt x="22517" y="173831"/>
                    <a:pt x="12910" y="163924"/>
                  </a:cubicBezTo>
                  <a:cubicBezTo>
                    <a:pt x="2702" y="154016"/>
                    <a:pt x="0" y="136903"/>
                    <a:pt x="0" y="112285"/>
                  </a:cubicBezTo>
                  <a:lnTo>
                    <a:pt x="0" y="20716"/>
                  </a:lnTo>
                  <a:lnTo>
                    <a:pt x="39930" y="0"/>
                  </a:lnTo>
                  <a:lnTo>
                    <a:pt x="40531" y="83763"/>
                  </a:lnTo>
                  <a:cubicBezTo>
                    <a:pt x="39630" y="100576"/>
                    <a:pt x="42332" y="117689"/>
                    <a:pt x="47736" y="133601"/>
                  </a:cubicBezTo>
                  <a:cubicBezTo>
                    <a:pt x="52540" y="146811"/>
                    <a:pt x="64849" y="153416"/>
                    <a:pt x="83763" y="153416"/>
                  </a:cubicBezTo>
                  <a:cubicBezTo>
                    <a:pt x="93070" y="153115"/>
                    <a:pt x="102077" y="151314"/>
                    <a:pt x="110784" y="148612"/>
                  </a:cubicBezTo>
                  <a:cubicBezTo>
                    <a:pt x="123393" y="144709"/>
                    <a:pt x="135702" y="139605"/>
                    <a:pt x="147711" y="133601"/>
                  </a:cubicBezTo>
                  <a:cubicBezTo>
                    <a:pt x="148012" y="134802"/>
                    <a:pt x="148312" y="136303"/>
                    <a:pt x="148312" y="137504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9" name="Google Shape;4869;p51"/>
            <p:cNvSpPr/>
            <p:nvPr/>
          </p:nvSpPr>
          <p:spPr>
            <a:xfrm>
              <a:off x="5951546" y="4012317"/>
              <a:ext cx="195147" cy="288217"/>
            </a:xfrm>
            <a:custGeom>
              <a:rect b="b" l="l" r="r" t="t"/>
              <a:pathLst>
                <a:path extrusionOk="0" h="288217" w="195147">
                  <a:moveTo>
                    <a:pt x="190368" y="0"/>
                  </a:moveTo>
                  <a:lnTo>
                    <a:pt x="161847" y="0"/>
                  </a:lnTo>
                  <a:cubicBezTo>
                    <a:pt x="157944" y="0"/>
                    <a:pt x="156443" y="1501"/>
                    <a:pt x="156443" y="5404"/>
                  </a:cubicBezTo>
                  <a:lnTo>
                    <a:pt x="156443" y="190344"/>
                  </a:lnTo>
                  <a:cubicBezTo>
                    <a:pt x="156443" y="205955"/>
                    <a:pt x="150138" y="220967"/>
                    <a:pt x="138729" y="231775"/>
                  </a:cubicBezTo>
                  <a:cubicBezTo>
                    <a:pt x="128221" y="243183"/>
                    <a:pt x="113510" y="249188"/>
                    <a:pt x="98199" y="248888"/>
                  </a:cubicBezTo>
                  <a:cubicBezTo>
                    <a:pt x="82587" y="249188"/>
                    <a:pt x="67575" y="243183"/>
                    <a:pt x="57067" y="231775"/>
                  </a:cubicBezTo>
                  <a:cubicBezTo>
                    <a:pt x="45959" y="220967"/>
                    <a:pt x="39654" y="205955"/>
                    <a:pt x="39955" y="190344"/>
                  </a:cubicBezTo>
                  <a:lnTo>
                    <a:pt x="39955" y="131499"/>
                  </a:lnTo>
                  <a:lnTo>
                    <a:pt x="24" y="147711"/>
                  </a:lnTo>
                  <a:lnTo>
                    <a:pt x="24" y="190644"/>
                  </a:lnTo>
                  <a:cubicBezTo>
                    <a:pt x="-576" y="216763"/>
                    <a:pt x="9932" y="241982"/>
                    <a:pt x="28546" y="260597"/>
                  </a:cubicBezTo>
                  <a:cubicBezTo>
                    <a:pt x="46860" y="279511"/>
                    <a:pt x="71779" y="290019"/>
                    <a:pt x="98199" y="290019"/>
                  </a:cubicBezTo>
                  <a:cubicBezTo>
                    <a:pt x="124318" y="290019"/>
                    <a:pt x="149237" y="279511"/>
                    <a:pt x="167251" y="260296"/>
                  </a:cubicBezTo>
                  <a:cubicBezTo>
                    <a:pt x="186165" y="241982"/>
                    <a:pt x="196673" y="216763"/>
                    <a:pt x="196373" y="190344"/>
                  </a:cubicBezTo>
                  <a:lnTo>
                    <a:pt x="196373" y="5404"/>
                  </a:lnTo>
                  <a:cubicBezTo>
                    <a:pt x="196073" y="1501"/>
                    <a:pt x="193971" y="0"/>
                    <a:pt x="190368" y="0"/>
                  </a:cubicBez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0" name="Google Shape;4870;p51"/>
            <p:cNvSpPr/>
            <p:nvPr/>
          </p:nvSpPr>
          <p:spPr>
            <a:xfrm>
              <a:off x="6234678" y="3999143"/>
              <a:ext cx="198150" cy="288217"/>
            </a:xfrm>
            <a:custGeom>
              <a:rect b="b" l="l" r="r" t="t"/>
              <a:pathLst>
                <a:path extrusionOk="0" h="288217" w="198149">
                  <a:moveTo>
                    <a:pt x="192452" y="289382"/>
                  </a:moveTo>
                  <a:lnTo>
                    <a:pt x="164230" y="289382"/>
                  </a:lnTo>
                  <a:cubicBezTo>
                    <a:pt x="161228" y="289682"/>
                    <a:pt x="158526" y="287580"/>
                    <a:pt x="158226" y="284578"/>
                  </a:cubicBezTo>
                  <a:cubicBezTo>
                    <a:pt x="158226" y="284278"/>
                    <a:pt x="158226" y="283677"/>
                    <a:pt x="158226" y="283377"/>
                  </a:cubicBezTo>
                  <a:lnTo>
                    <a:pt x="158226" y="98438"/>
                  </a:lnTo>
                  <a:cubicBezTo>
                    <a:pt x="158526" y="82826"/>
                    <a:pt x="152221" y="68115"/>
                    <a:pt x="140813" y="57307"/>
                  </a:cubicBezTo>
                  <a:cubicBezTo>
                    <a:pt x="117995" y="34490"/>
                    <a:pt x="80767" y="34490"/>
                    <a:pt x="57950" y="57006"/>
                  </a:cubicBezTo>
                  <a:cubicBezTo>
                    <a:pt x="57950" y="57006"/>
                    <a:pt x="57650" y="57307"/>
                    <a:pt x="57650" y="57307"/>
                  </a:cubicBezTo>
                  <a:cubicBezTo>
                    <a:pt x="46842" y="68115"/>
                    <a:pt x="40837" y="83126"/>
                    <a:pt x="41137" y="98438"/>
                  </a:cubicBezTo>
                  <a:lnTo>
                    <a:pt x="41137" y="283377"/>
                  </a:lnTo>
                  <a:cubicBezTo>
                    <a:pt x="41738" y="286380"/>
                    <a:pt x="39636" y="289082"/>
                    <a:pt x="36634" y="289382"/>
                  </a:cubicBezTo>
                  <a:cubicBezTo>
                    <a:pt x="36033" y="289382"/>
                    <a:pt x="35433" y="289382"/>
                    <a:pt x="34833" y="289382"/>
                  </a:cubicBezTo>
                  <a:lnTo>
                    <a:pt x="6011" y="289382"/>
                  </a:lnTo>
                  <a:cubicBezTo>
                    <a:pt x="3009" y="289682"/>
                    <a:pt x="306" y="287580"/>
                    <a:pt x="6" y="284578"/>
                  </a:cubicBezTo>
                  <a:cubicBezTo>
                    <a:pt x="6" y="284278"/>
                    <a:pt x="6" y="283677"/>
                    <a:pt x="6" y="283377"/>
                  </a:cubicBezTo>
                  <a:lnTo>
                    <a:pt x="6" y="98438"/>
                  </a:lnTo>
                  <a:cubicBezTo>
                    <a:pt x="-294" y="72318"/>
                    <a:pt x="10214" y="47099"/>
                    <a:pt x="29428" y="28785"/>
                  </a:cubicBezTo>
                  <a:cubicBezTo>
                    <a:pt x="67858" y="-9344"/>
                    <a:pt x="130004" y="-9644"/>
                    <a:pt x="168734" y="28185"/>
                  </a:cubicBezTo>
                  <a:cubicBezTo>
                    <a:pt x="169034" y="28485"/>
                    <a:pt x="169034" y="28485"/>
                    <a:pt x="169334" y="28785"/>
                  </a:cubicBezTo>
                  <a:cubicBezTo>
                    <a:pt x="188248" y="47099"/>
                    <a:pt x="198756" y="72318"/>
                    <a:pt x="198456" y="98438"/>
                  </a:cubicBezTo>
                  <a:lnTo>
                    <a:pt x="198456" y="283377"/>
                  </a:lnTo>
                  <a:cubicBezTo>
                    <a:pt x="198756" y="286380"/>
                    <a:pt x="196355" y="289082"/>
                    <a:pt x="193352" y="289382"/>
                  </a:cubicBezTo>
                  <a:cubicBezTo>
                    <a:pt x="193052" y="289382"/>
                    <a:pt x="192752" y="289382"/>
                    <a:pt x="192452" y="2893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1" name="Google Shape;4871;p51"/>
            <p:cNvSpPr/>
            <p:nvPr/>
          </p:nvSpPr>
          <p:spPr>
            <a:xfrm>
              <a:off x="6523803" y="4111091"/>
              <a:ext cx="39029" cy="177134"/>
            </a:xfrm>
            <a:custGeom>
              <a:rect b="b" l="l" r="r" t="t"/>
              <a:pathLst>
                <a:path extrusionOk="0" h="177133" w="39029">
                  <a:moveTo>
                    <a:pt x="39930" y="37528"/>
                  </a:moveTo>
                  <a:lnTo>
                    <a:pt x="39930" y="173231"/>
                  </a:lnTo>
                  <a:cubicBezTo>
                    <a:pt x="40230" y="176233"/>
                    <a:pt x="38129" y="178935"/>
                    <a:pt x="34826" y="179235"/>
                  </a:cubicBezTo>
                  <a:cubicBezTo>
                    <a:pt x="34526" y="179235"/>
                    <a:pt x="34226" y="179235"/>
                    <a:pt x="33625" y="179235"/>
                  </a:cubicBezTo>
                  <a:lnTo>
                    <a:pt x="6005" y="179235"/>
                  </a:lnTo>
                  <a:cubicBezTo>
                    <a:pt x="3002" y="179836"/>
                    <a:pt x="300" y="177734"/>
                    <a:pt x="0" y="174732"/>
                  </a:cubicBezTo>
                  <a:cubicBezTo>
                    <a:pt x="0" y="174131"/>
                    <a:pt x="0" y="173531"/>
                    <a:pt x="0" y="172930"/>
                  </a:cubicBezTo>
                  <a:lnTo>
                    <a:pt x="0" y="0"/>
                  </a:lnTo>
                  <a:lnTo>
                    <a:pt x="39930" y="37528"/>
                  </a:lnTo>
                  <a:lnTo>
                    <a:pt x="39930" y="37528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2" name="Google Shape;4872;p51"/>
            <p:cNvSpPr/>
            <p:nvPr/>
          </p:nvSpPr>
          <p:spPr>
            <a:xfrm>
              <a:off x="6624477" y="4006913"/>
              <a:ext cx="192145" cy="282213"/>
            </a:xfrm>
            <a:custGeom>
              <a:rect b="b" l="l" r="r" t="t"/>
              <a:pathLst>
                <a:path extrusionOk="0" h="282212" w="192145">
                  <a:moveTo>
                    <a:pt x="193248" y="117989"/>
                  </a:moveTo>
                  <a:lnTo>
                    <a:pt x="135004" y="277709"/>
                  </a:lnTo>
                  <a:cubicBezTo>
                    <a:pt x="134404" y="280712"/>
                    <a:pt x="131702" y="282813"/>
                    <a:pt x="128699" y="282813"/>
                  </a:cubicBezTo>
                  <a:lnTo>
                    <a:pt x="105882" y="282813"/>
                  </a:lnTo>
                  <a:cubicBezTo>
                    <a:pt x="102580" y="282813"/>
                    <a:pt x="100778" y="281012"/>
                    <a:pt x="99577" y="277709"/>
                  </a:cubicBezTo>
                  <a:lnTo>
                    <a:pt x="803" y="8406"/>
                  </a:lnTo>
                  <a:cubicBezTo>
                    <a:pt x="-1299" y="3002"/>
                    <a:pt x="803" y="0"/>
                    <a:pt x="6207" y="0"/>
                  </a:cubicBezTo>
                  <a:lnTo>
                    <a:pt x="36230" y="0"/>
                  </a:lnTo>
                  <a:cubicBezTo>
                    <a:pt x="39832" y="0"/>
                    <a:pt x="42835" y="2402"/>
                    <a:pt x="43435" y="5704"/>
                  </a:cubicBezTo>
                  <a:lnTo>
                    <a:pt x="112787" y="195447"/>
                  </a:lnTo>
                  <a:cubicBezTo>
                    <a:pt x="113088" y="197249"/>
                    <a:pt x="114889" y="198450"/>
                    <a:pt x="116690" y="198149"/>
                  </a:cubicBezTo>
                  <a:cubicBezTo>
                    <a:pt x="118792" y="198450"/>
                    <a:pt x="120593" y="197249"/>
                    <a:pt x="121194" y="195447"/>
                  </a:cubicBezTo>
                  <a:lnTo>
                    <a:pt x="167128" y="69953"/>
                  </a:lnTo>
                  <a:lnTo>
                    <a:pt x="193248" y="117989"/>
                  </a:lnTo>
                  <a:lnTo>
                    <a:pt x="193248" y="11798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3" name="Google Shape;4873;p51"/>
            <p:cNvSpPr/>
            <p:nvPr/>
          </p:nvSpPr>
          <p:spPr>
            <a:xfrm>
              <a:off x="6902066" y="3999101"/>
              <a:ext cx="201152" cy="297224"/>
            </a:xfrm>
            <a:custGeom>
              <a:rect b="b" l="l" r="r" t="t"/>
              <a:pathLst>
                <a:path extrusionOk="0" h="297224" w="201151">
                  <a:moveTo>
                    <a:pt x="197872" y="166632"/>
                  </a:moveTo>
                  <a:lnTo>
                    <a:pt x="47158" y="166632"/>
                  </a:lnTo>
                  <a:cubicBezTo>
                    <a:pt x="44156" y="166332"/>
                    <a:pt x="41154" y="168433"/>
                    <a:pt x="40853" y="171736"/>
                  </a:cubicBezTo>
                  <a:cubicBezTo>
                    <a:pt x="40853" y="172036"/>
                    <a:pt x="40853" y="172336"/>
                    <a:pt x="40853" y="172937"/>
                  </a:cubicBezTo>
                  <a:lnTo>
                    <a:pt x="40853" y="190049"/>
                  </a:lnTo>
                  <a:cubicBezTo>
                    <a:pt x="40553" y="207763"/>
                    <a:pt x="47458" y="224876"/>
                    <a:pt x="60368" y="237185"/>
                  </a:cubicBezTo>
                  <a:cubicBezTo>
                    <a:pt x="72377" y="249794"/>
                    <a:pt x="89490" y="257000"/>
                    <a:pt x="106903" y="257000"/>
                  </a:cubicBezTo>
                  <a:cubicBezTo>
                    <a:pt x="129420" y="257300"/>
                    <a:pt x="151637" y="250095"/>
                    <a:pt x="170251" y="237185"/>
                  </a:cubicBezTo>
                  <a:cubicBezTo>
                    <a:pt x="172053" y="235384"/>
                    <a:pt x="175055" y="235384"/>
                    <a:pt x="177156" y="237185"/>
                  </a:cubicBezTo>
                  <a:cubicBezTo>
                    <a:pt x="177457" y="237485"/>
                    <a:pt x="177757" y="237785"/>
                    <a:pt x="178057" y="238386"/>
                  </a:cubicBezTo>
                  <a:lnTo>
                    <a:pt x="194570" y="262404"/>
                  </a:lnTo>
                  <a:cubicBezTo>
                    <a:pt x="196671" y="264506"/>
                    <a:pt x="196371" y="267808"/>
                    <a:pt x="194269" y="269609"/>
                  </a:cubicBezTo>
                  <a:cubicBezTo>
                    <a:pt x="193969" y="269910"/>
                    <a:pt x="193369" y="270210"/>
                    <a:pt x="193068" y="270510"/>
                  </a:cubicBezTo>
                  <a:cubicBezTo>
                    <a:pt x="168150" y="288824"/>
                    <a:pt x="138127" y="298431"/>
                    <a:pt x="107204" y="298131"/>
                  </a:cubicBezTo>
                  <a:cubicBezTo>
                    <a:pt x="78682" y="298431"/>
                    <a:pt x="51361" y="287023"/>
                    <a:pt x="31546" y="266607"/>
                  </a:cubicBezTo>
                  <a:cubicBezTo>
                    <a:pt x="10831" y="246792"/>
                    <a:pt x="-578" y="219171"/>
                    <a:pt x="23" y="190950"/>
                  </a:cubicBezTo>
                  <a:lnTo>
                    <a:pt x="23" y="101483"/>
                  </a:lnTo>
                  <a:cubicBezTo>
                    <a:pt x="-278" y="45641"/>
                    <a:pt x="45357" y="306"/>
                    <a:pt x="101499" y="6"/>
                  </a:cubicBezTo>
                  <a:cubicBezTo>
                    <a:pt x="128820" y="-294"/>
                    <a:pt x="154940" y="10514"/>
                    <a:pt x="173554" y="30029"/>
                  </a:cubicBezTo>
                  <a:cubicBezTo>
                    <a:pt x="193068" y="48643"/>
                    <a:pt x="203576" y="74462"/>
                    <a:pt x="202976" y="101483"/>
                  </a:cubicBezTo>
                  <a:lnTo>
                    <a:pt x="202976" y="160627"/>
                  </a:lnTo>
                  <a:cubicBezTo>
                    <a:pt x="202976" y="164530"/>
                    <a:pt x="201175" y="166632"/>
                    <a:pt x="197272" y="166632"/>
                  </a:cubicBezTo>
                  <a:moveTo>
                    <a:pt x="162445" y="101783"/>
                  </a:moveTo>
                  <a:cubicBezTo>
                    <a:pt x="162746" y="68458"/>
                    <a:pt x="135725" y="41137"/>
                    <a:pt x="102400" y="40837"/>
                  </a:cubicBezTo>
                  <a:cubicBezTo>
                    <a:pt x="102100" y="40837"/>
                    <a:pt x="101799" y="40837"/>
                    <a:pt x="101499" y="40837"/>
                  </a:cubicBezTo>
                  <a:cubicBezTo>
                    <a:pt x="85287" y="40537"/>
                    <a:pt x="69975" y="46841"/>
                    <a:pt x="58867" y="58550"/>
                  </a:cubicBezTo>
                  <a:cubicBezTo>
                    <a:pt x="47458" y="69959"/>
                    <a:pt x="41154" y="85270"/>
                    <a:pt x="41454" y="101483"/>
                  </a:cubicBezTo>
                  <a:lnTo>
                    <a:pt x="41454" y="120397"/>
                  </a:lnTo>
                  <a:cubicBezTo>
                    <a:pt x="41154" y="123399"/>
                    <a:pt x="43555" y="126101"/>
                    <a:pt x="46558" y="126401"/>
                  </a:cubicBezTo>
                  <a:cubicBezTo>
                    <a:pt x="46858" y="126401"/>
                    <a:pt x="47158" y="126401"/>
                    <a:pt x="47759" y="126401"/>
                  </a:cubicBezTo>
                  <a:lnTo>
                    <a:pt x="157942" y="126401"/>
                  </a:lnTo>
                  <a:cubicBezTo>
                    <a:pt x="161845" y="126401"/>
                    <a:pt x="163346" y="124300"/>
                    <a:pt x="163346" y="120397"/>
                  </a:cubicBezTo>
                  <a:lnTo>
                    <a:pt x="162445" y="10178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4" name="Google Shape;4874;p51"/>
            <p:cNvSpPr/>
            <p:nvPr/>
          </p:nvSpPr>
          <p:spPr>
            <a:xfrm>
              <a:off x="7168089" y="4142015"/>
              <a:ext cx="39029" cy="147111"/>
            </a:xfrm>
            <a:custGeom>
              <a:rect b="b" l="l" r="r" t="t"/>
              <a:pathLst>
                <a:path extrusionOk="0" h="147110" w="39029">
                  <a:moveTo>
                    <a:pt x="39630" y="0"/>
                  </a:moveTo>
                  <a:lnTo>
                    <a:pt x="39630" y="143808"/>
                  </a:lnTo>
                  <a:cubicBezTo>
                    <a:pt x="39930" y="146811"/>
                    <a:pt x="37829" y="149513"/>
                    <a:pt x="34826" y="149813"/>
                  </a:cubicBezTo>
                  <a:cubicBezTo>
                    <a:pt x="34526" y="149813"/>
                    <a:pt x="33926" y="149813"/>
                    <a:pt x="33625" y="149813"/>
                  </a:cubicBezTo>
                  <a:lnTo>
                    <a:pt x="6005" y="149813"/>
                  </a:lnTo>
                  <a:cubicBezTo>
                    <a:pt x="3002" y="150113"/>
                    <a:pt x="300" y="148012"/>
                    <a:pt x="0" y="144709"/>
                  </a:cubicBezTo>
                  <a:cubicBezTo>
                    <a:pt x="0" y="144409"/>
                    <a:pt x="0" y="144109"/>
                    <a:pt x="0" y="143508"/>
                  </a:cubicBezTo>
                  <a:lnTo>
                    <a:pt x="0" y="26720"/>
                  </a:lnTo>
                  <a:lnTo>
                    <a:pt x="39630" y="0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5" name="Google Shape;4875;p51"/>
            <p:cNvSpPr/>
            <p:nvPr/>
          </p:nvSpPr>
          <p:spPr>
            <a:xfrm>
              <a:off x="7592289" y="3898809"/>
              <a:ext cx="51039" cy="390294"/>
            </a:xfrm>
            <a:custGeom>
              <a:rect b="b" l="l" r="r" t="t"/>
              <a:pathLst>
                <a:path extrusionOk="0" h="390294" w="51038">
                  <a:moveTo>
                    <a:pt x="44454" y="46558"/>
                  </a:moveTo>
                  <a:cubicBezTo>
                    <a:pt x="39651" y="51962"/>
                    <a:pt x="33046" y="55264"/>
                    <a:pt x="25840" y="54964"/>
                  </a:cubicBezTo>
                  <a:cubicBezTo>
                    <a:pt x="18935" y="54964"/>
                    <a:pt x="12330" y="51962"/>
                    <a:pt x="7827" y="46558"/>
                  </a:cubicBezTo>
                  <a:cubicBezTo>
                    <a:pt x="2723" y="41754"/>
                    <a:pt x="-280" y="34849"/>
                    <a:pt x="21" y="27343"/>
                  </a:cubicBezTo>
                  <a:cubicBezTo>
                    <a:pt x="-280" y="19837"/>
                    <a:pt x="2723" y="12632"/>
                    <a:pt x="7827" y="7828"/>
                  </a:cubicBezTo>
                  <a:cubicBezTo>
                    <a:pt x="12330" y="2424"/>
                    <a:pt x="18935" y="-278"/>
                    <a:pt x="25840" y="23"/>
                  </a:cubicBezTo>
                  <a:cubicBezTo>
                    <a:pt x="32745" y="-278"/>
                    <a:pt x="39651" y="2424"/>
                    <a:pt x="44454" y="7828"/>
                  </a:cubicBezTo>
                  <a:cubicBezTo>
                    <a:pt x="49858" y="12932"/>
                    <a:pt x="52560" y="20138"/>
                    <a:pt x="52560" y="27343"/>
                  </a:cubicBezTo>
                  <a:cubicBezTo>
                    <a:pt x="52260" y="34849"/>
                    <a:pt x="49558" y="41754"/>
                    <a:pt x="44454" y="46558"/>
                  </a:cubicBezTo>
                  <a:moveTo>
                    <a:pt x="39651" y="392719"/>
                  </a:moveTo>
                  <a:lnTo>
                    <a:pt x="12630" y="392719"/>
                  </a:lnTo>
                  <a:cubicBezTo>
                    <a:pt x="8427" y="392719"/>
                    <a:pt x="6926" y="390617"/>
                    <a:pt x="6926" y="386714"/>
                  </a:cubicBezTo>
                  <a:lnTo>
                    <a:pt x="6926" y="112307"/>
                  </a:lnTo>
                  <a:cubicBezTo>
                    <a:pt x="6926" y="108404"/>
                    <a:pt x="8427" y="106603"/>
                    <a:pt x="12630" y="106603"/>
                  </a:cubicBezTo>
                  <a:lnTo>
                    <a:pt x="39651" y="106603"/>
                  </a:lnTo>
                  <a:cubicBezTo>
                    <a:pt x="43553" y="106603"/>
                    <a:pt x="45655" y="108404"/>
                    <a:pt x="45655" y="112307"/>
                  </a:cubicBezTo>
                  <a:lnTo>
                    <a:pt x="45655" y="386414"/>
                  </a:lnTo>
                  <a:cubicBezTo>
                    <a:pt x="45955" y="389416"/>
                    <a:pt x="43854" y="392118"/>
                    <a:pt x="40852" y="392418"/>
                  </a:cubicBezTo>
                  <a:cubicBezTo>
                    <a:pt x="40551" y="392719"/>
                    <a:pt x="39951" y="392719"/>
                    <a:pt x="39651" y="392719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6" name="Google Shape;4876;p51"/>
            <p:cNvSpPr/>
            <p:nvPr/>
          </p:nvSpPr>
          <p:spPr>
            <a:xfrm>
              <a:off x="7927941" y="3999084"/>
              <a:ext cx="201152" cy="297224"/>
            </a:xfrm>
            <a:custGeom>
              <a:rect b="b" l="l" r="r" t="t"/>
              <a:pathLst>
                <a:path extrusionOk="0" h="297224" w="201151">
                  <a:moveTo>
                    <a:pt x="197872" y="166649"/>
                  </a:moveTo>
                  <a:lnTo>
                    <a:pt x="46858" y="166649"/>
                  </a:lnTo>
                  <a:cubicBezTo>
                    <a:pt x="43856" y="166349"/>
                    <a:pt x="41154" y="168450"/>
                    <a:pt x="40854" y="171452"/>
                  </a:cubicBezTo>
                  <a:cubicBezTo>
                    <a:pt x="40854" y="171753"/>
                    <a:pt x="40854" y="172353"/>
                    <a:pt x="40854" y="172653"/>
                  </a:cubicBezTo>
                  <a:lnTo>
                    <a:pt x="40854" y="189766"/>
                  </a:lnTo>
                  <a:cubicBezTo>
                    <a:pt x="40553" y="207480"/>
                    <a:pt x="47459" y="224593"/>
                    <a:pt x="60368" y="236902"/>
                  </a:cubicBezTo>
                  <a:cubicBezTo>
                    <a:pt x="72677" y="249812"/>
                    <a:pt x="89790" y="257017"/>
                    <a:pt x="107504" y="256717"/>
                  </a:cubicBezTo>
                  <a:cubicBezTo>
                    <a:pt x="130021" y="257017"/>
                    <a:pt x="152238" y="249812"/>
                    <a:pt x="170852" y="236902"/>
                  </a:cubicBezTo>
                  <a:cubicBezTo>
                    <a:pt x="172953" y="235100"/>
                    <a:pt x="175956" y="235100"/>
                    <a:pt x="177757" y="236902"/>
                  </a:cubicBezTo>
                  <a:cubicBezTo>
                    <a:pt x="178057" y="237202"/>
                    <a:pt x="178357" y="237502"/>
                    <a:pt x="178357" y="237802"/>
                  </a:cubicBezTo>
                  <a:lnTo>
                    <a:pt x="194870" y="261821"/>
                  </a:lnTo>
                  <a:cubicBezTo>
                    <a:pt x="196671" y="263922"/>
                    <a:pt x="196671" y="267225"/>
                    <a:pt x="194570" y="269026"/>
                  </a:cubicBezTo>
                  <a:cubicBezTo>
                    <a:pt x="194269" y="269326"/>
                    <a:pt x="193669" y="269626"/>
                    <a:pt x="193369" y="269927"/>
                  </a:cubicBezTo>
                  <a:cubicBezTo>
                    <a:pt x="168450" y="288241"/>
                    <a:pt x="138427" y="297548"/>
                    <a:pt x="107504" y="297247"/>
                  </a:cubicBezTo>
                  <a:cubicBezTo>
                    <a:pt x="78682" y="297848"/>
                    <a:pt x="51061" y="286139"/>
                    <a:pt x="31546" y="265724"/>
                  </a:cubicBezTo>
                  <a:cubicBezTo>
                    <a:pt x="10831" y="245909"/>
                    <a:pt x="-578" y="218288"/>
                    <a:pt x="23" y="190066"/>
                  </a:cubicBezTo>
                  <a:lnTo>
                    <a:pt x="23" y="101199"/>
                  </a:lnTo>
                  <a:cubicBezTo>
                    <a:pt x="-278" y="45357"/>
                    <a:pt x="45357" y="323"/>
                    <a:pt x="101499" y="23"/>
                  </a:cubicBezTo>
                  <a:lnTo>
                    <a:pt x="101499" y="23"/>
                  </a:lnTo>
                  <a:cubicBezTo>
                    <a:pt x="128820" y="-577"/>
                    <a:pt x="154940" y="10531"/>
                    <a:pt x="173554" y="29746"/>
                  </a:cubicBezTo>
                  <a:cubicBezTo>
                    <a:pt x="193069" y="48360"/>
                    <a:pt x="203576" y="74179"/>
                    <a:pt x="202976" y="101199"/>
                  </a:cubicBezTo>
                  <a:lnTo>
                    <a:pt x="202976" y="160344"/>
                  </a:lnTo>
                  <a:cubicBezTo>
                    <a:pt x="202976" y="164247"/>
                    <a:pt x="201175" y="166349"/>
                    <a:pt x="197272" y="166349"/>
                  </a:cubicBezTo>
                  <a:moveTo>
                    <a:pt x="162445" y="101800"/>
                  </a:moveTo>
                  <a:cubicBezTo>
                    <a:pt x="162746" y="85588"/>
                    <a:pt x="156441" y="69976"/>
                    <a:pt x="144732" y="58567"/>
                  </a:cubicBezTo>
                  <a:cubicBezTo>
                    <a:pt x="133323" y="46858"/>
                    <a:pt x="117711" y="40554"/>
                    <a:pt x="101499" y="40854"/>
                  </a:cubicBezTo>
                  <a:cubicBezTo>
                    <a:pt x="85287" y="40554"/>
                    <a:pt x="69976" y="46858"/>
                    <a:pt x="58867" y="58567"/>
                  </a:cubicBezTo>
                  <a:cubicBezTo>
                    <a:pt x="46858" y="69976"/>
                    <a:pt x="40253" y="85588"/>
                    <a:pt x="40553" y="101800"/>
                  </a:cubicBezTo>
                  <a:lnTo>
                    <a:pt x="40553" y="120714"/>
                  </a:lnTo>
                  <a:cubicBezTo>
                    <a:pt x="40253" y="123716"/>
                    <a:pt x="42355" y="126418"/>
                    <a:pt x="45357" y="126719"/>
                  </a:cubicBezTo>
                  <a:cubicBezTo>
                    <a:pt x="45657" y="126719"/>
                    <a:pt x="46258" y="126719"/>
                    <a:pt x="46558" y="126719"/>
                  </a:cubicBezTo>
                  <a:lnTo>
                    <a:pt x="157041" y="126719"/>
                  </a:lnTo>
                  <a:cubicBezTo>
                    <a:pt x="160944" y="126719"/>
                    <a:pt x="162746" y="124617"/>
                    <a:pt x="162746" y="120714"/>
                  </a:cubicBezTo>
                  <a:lnTo>
                    <a:pt x="162746" y="10180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7" name="Google Shape;4877;p51"/>
            <p:cNvSpPr/>
            <p:nvPr/>
          </p:nvSpPr>
          <p:spPr>
            <a:xfrm>
              <a:off x="7334113" y="3998799"/>
              <a:ext cx="189143" cy="297224"/>
            </a:xfrm>
            <a:custGeom>
              <a:rect b="b" l="l" r="r" t="t"/>
              <a:pathLst>
                <a:path extrusionOk="0" h="297224" w="189142">
                  <a:moveTo>
                    <a:pt x="18016" y="238687"/>
                  </a:moveTo>
                  <a:cubicBezTo>
                    <a:pt x="43835" y="252498"/>
                    <a:pt x="72657" y="259703"/>
                    <a:pt x="102079" y="260003"/>
                  </a:cubicBezTo>
                  <a:cubicBezTo>
                    <a:pt x="114689" y="260304"/>
                    <a:pt x="126998" y="255200"/>
                    <a:pt x="135705" y="245893"/>
                  </a:cubicBezTo>
                  <a:cubicBezTo>
                    <a:pt x="144711" y="237186"/>
                    <a:pt x="149815" y="224877"/>
                    <a:pt x="149815" y="212267"/>
                  </a:cubicBezTo>
                  <a:cubicBezTo>
                    <a:pt x="149515" y="202660"/>
                    <a:pt x="146212" y="193353"/>
                    <a:pt x="140208" y="185847"/>
                  </a:cubicBezTo>
                  <a:cubicBezTo>
                    <a:pt x="134504" y="178042"/>
                    <a:pt x="126097" y="172637"/>
                    <a:pt x="116790" y="169935"/>
                  </a:cubicBezTo>
                  <a:lnTo>
                    <a:pt x="57646" y="153723"/>
                  </a:lnTo>
                  <a:cubicBezTo>
                    <a:pt x="23720" y="144716"/>
                    <a:pt x="2" y="114093"/>
                    <a:pt x="2" y="78967"/>
                  </a:cubicBezTo>
                  <a:cubicBezTo>
                    <a:pt x="-298" y="35734"/>
                    <a:pt x="34228" y="608"/>
                    <a:pt x="77761" y="7"/>
                  </a:cubicBezTo>
                  <a:cubicBezTo>
                    <a:pt x="78361" y="7"/>
                    <a:pt x="78962" y="7"/>
                    <a:pt x="79262" y="7"/>
                  </a:cubicBezTo>
                  <a:cubicBezTo>
                    <a:pt x="113788" y="-293"/>
                    <a:pt x="147413" y="8714"/>
                    <a:pt x="177136" y="26427"/>
                  </a:cubicBezTo>
                  <a:cubicBezTo>
                    <a:pt x="179838" y="27628"/>
                    <a:pt x="181039" y="30931"/>
                    <a:pt x="179538" y="33633"/>
                  </a:cubicBezTo>
                  <a:cubicBezTo>
                    <a:pt x="179237" y="33933"/>
                    <a:pt x="178937" y="34533"/>
                    <a:pt x="178637" y="34834"/>
                  </a:cubicBezTo>
                  <a:lnTo>
                    <a:pt x="164226" y="58852"/>
                  </a:lnTo>
                  <a:cubicBezTo>
                    <a:pt x="162124" y="62755"/>
                    <a:pt x="159122" y="63355"/>
                    <a:pt x="156420" y="61554"/>
                  </a:cubicBezTo>
                  <a:cubicBezTo>
                    <a:pt x="133002" y="47143"/>
                    <a:pt x="105982" y="39637"/>
                    <a:pt x="78361" y="39637"/>
                  </a:cubicBezTo>
                  <a:cubicBezTo>
                    <a:pt x="67853" y="39337"/>
                    <a:pt x="57946" y="43540"/>
                    <a:pt x="50740" y="51046"/>
                  </a:cubicBezTo>
                  <a:cubicBezTo>
                    <a:pt x="43835" y="57951"/>
                    <a:pt x="39932" y="67558"/>
                    <a:pt x="40232" y="77466"/>
                  </a:cubicBezTo>
                  <a:cubicBezTo>
                    <a:pt x="39031" y="94579"/>
                    <a:pt x="50740" y="109890"/>
                    <a:pt x="67553" y="112892"/>
                  </a:cubicBezTo>
                  <a:lnTo>
                    <a:pt x="126398" y="128504"/>
                  </a:lnTo>
                  <a:cubicBezTo>
                    <a:pt x="145011" y="133308"/>
                    <a:pt x="161524" y="144116"/>
                    <a:pt x="172933" y="159427"/>
                  </a:cubicBezTo>
                  <a:cubicBezTo>
                    <a:pt x="201754" y="198757"/>
                    <a:pt x="193048" y="253999"/>
                    <a:pt x="153418" y="282821"/>
                  </a:cubicBezTo>
                  <a:cubicBezTo>
                    <a:pt x="138407" y="293629"/>
                    <a:pt x="120393" y="299633"/>
                    <a:pt x="101779" y="299633"/>
                  </a:cubicBezTo>
                  <a:lnTo>
                    <a:pt x="101779" y="299633"/>
                  </a:lnTo>
                  <a:lnTo>
                    <a:pt x="18016" y="238687"/>
                  </a:lnTo>
                  <a:lnTo>
                    <a:pt x="18016" y="238687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8" name="Google Shape;4878;p51"/>
            <p:cNvSpPr/>
            <p:nvPr/>
          </p:nvSpPr>
          <p:spPr>
            <a:xfrm>
              <a:off x="7700091" y="3921920"/>
              <a:ext cx="180136" cy="219165"/>
            </a:xfrm>
            <a:custGeom>
              <a:rect b="b" l="l" r="r" t="t"/>
              <a:pathLst>
                <a:path extrusionOk="0" h="219165" w="180136">
                  <a:moveTo>
                    <a:pt x="44133" y="219494"/>
                  </a:moveTo>
                  <a:lnTo>
                    <a:pt x="44133" y="132128"/>
                  </a:lnTo>
                  <a:cubicBezTo>
                    <a:pt x="44133" y="128225"/>
                    <a:pt x="42032" y="126424"/>
                    <a:pt x="38129" y="126424"/>
                  </a:cubicBezTo>
                  <a:lnTo>
                    <a:pt x="6005" y="126424"/>
                  </a:lnTo>
                  <a:cubicBezTo>
                    <a:pt x="1501" y="126424"/>
                    <a:pt x="0" y="124322"/>
                    <a:pt x="0" y="120419"/>
                  </a:cubicBezTo>
                  <a:lnTo>
                    <a:pt x="0" y="91598"/>
                  </a:lnTo>
                  <a:cubicBezTo>
                    <a:pt x="0" y="87695"/>
                    <a:pt x="1501" y="86193"/>
                    <a:pt x="6005" y="86193"/>
                  </a:cubicBezTo>
                  <a:lnTo>
                    <a:pt x="37829" y="86193"/>
                  </a:lnTo>
                  <a:cubicBezTo>
                    <a:pt x="40831" y="86494"/>
                    <a:pt x="43533" y="84392"/>
                    <a:pt x="43833" y="81390"/>
                  </a:cubicBezTo>
                  <a:cubicBezTo>
                    <a:pt x="43833" y="81090"/>
                    <a:pt x="43833" y="80489"/>
                    <a:pt x="43833" y="80189"/>
                  </a:cubicBezTo>
                  <a:lnTo>
                    <a:pt x="43833" y="6033"/>
                  </a:lnTo>
                  <a:cubicBezTo>
                    <a:pt x="43533" y="3031"/>
                    <a:pt x="45935" y="329"/>
                    <a:pt x="48937" y="28"/>
                  </a:cubicBezTo>
                  <a:cubicBezTo>
                    <a:pt x="49237" y="28"/>
                    <a:pt x="49537" y="28"/>
                    <a:pt x="50138" y="28"/>
                  </a:cubicBezTo>
                  <a:lnTo>
                    <a:pt x="78059" y="28"/>
                  </a:lnTo>
                  <a:cubicBezTo>
                    <a:pt x="81061" y="-272"/>
                    <a:pt x="83763" y="1830"/>
                    <a:pt x="84064" y="5132"/>
                  </a:cubicBezTo>
                  <a:cubicBezTo>
                    <a:pt x="84064" y="5433"/>
                    <a:pt x="84064" y="5733"/>
                    <a:pt x="84064" y="6333"/>
                  </a:cubicBezTo>
                  <a:lnTo>
                    <a:pt x="84064" y="80189"/>
                  </a:lnTo>
                  <a:cubicBezTo>
                    <a:pt x="83763" y="83191"/>
                    <a:pt x="86165" y="85893"/>
                    <a:pt x="89167" y="86193"/>
                  </a:cubicBezTo>
                  <a:cubicBezTo>
                    <a:pt x="89468" y="86193"/>
                    <a:pt x="89768" y="86193"/>
                    <a:pt x="90368" y="86193"/>
                  </a:cubicBezTo>
                  <a:lnTo>
                    <a:pt x="174732" y="86193"/>
                  </a:lnTo>
                  <a:cubicBezTo>
                    <a:pt x="179235" y="86193"/>
                    <a:pt x="180737" y="87695"/>
                    <a:pt x="180737" y="91598"/>
                  </a:cubicBezTo>
                  <a:lnTo>
                    <a:pt x="180737" y="120419"/>
                  </a:lnTo>
                  <a:cubicBezTo>
                    <a:pt x="180737" y="124322"/>
                    <a:pt x="179235" y="126424"/>
                    <a:pt x="174732" y="126424"/>
                  </a:cubicBezTo>
                  <a:lnTo>
                    <a:pt x="90068" y="126424"/>
                  </a:lnTo>
                  <a:cubicBezTo>
                    <a:pt x="86165" y="126424"/>
                    <a:pt x="84064" y="128225"/>
                    <a:pt x="84064" y="132128"/>
                  </a:cubicBezTo>
                  <a:lnTo>
                    <a:pt x="84064" y="198778"/>
                  </a:lnTo>
                  <a:lnTo>
                    <a:pt x="44133" y="219494"/>
                  </a:lnTo>
                  <a:lnTo>
                    <a:pt x="44133" y="219494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9" name="Google Shape;4879;p51"/>
            <p:cNvSpPr/>
            <p:nvPr/>
          </p:nvSpPr>
          <p:spPr>
            <a:xfrm>
              <a:off x="6709034" y="4369579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156127" y="130306"/>
                  </a:moveTo>
                  <a:cubicBezTo>
                    <a:pt x="166935" y="115595"/>
                    <a:pt x="172639" y="97882"/>
                    <a:pt x="172039" y="79568"/>
                  </a:cubicBezTo>
                  <a:cubicBezTo>
                    <a:pt x="172339" y="58552"/>
                    <a:pt x="163933" y="38137"/>
                    <a:pt x="149221" y="23425"/>
                  </a:cubicBezTo>
                  <a:cubicBezTo>
                    <a:pt x="134811" y="8114"/>
                    <a:pt x="114996" y="-292"/>
                    <a:pt x="93980" y="8"/>
                  </a:cubicBezTo>
                  <a:lnTo>
                    <a:pt x="17722" y="8"/>
                  </a:lnTo>
                  <a:cubicBezTo>
                    <a:pt x="8115" y="8"/>
                    <a:pt x="309" y="7814"/>
                    <a:pt x="9" y="17721"/>
                  </a:cubicBezTo>
                  <a:cubicBezTo>
                    <a:pt x="9" y="18322"/>
                    <a:pt x="9" y="18922"/>
                    <a:pt x="9" y="19222"/>
                  </a:cubicBezTo>
                  <a:lnTo>
                    <a:pt x="9" y="271713"/>
                  </a:lnTo>
                  <a:cubicBezTo>
                    <a:pt x="-292" y="281620"/>
                    <a:pt x="7214" y="290027"/>
                    <a:pt x="16821" y="290327"/>
                  </a:cubicBezTo>
                  <a:cubicBezTo>
                    <a:pt x="17122" y="290327"/>
                    <a:pt x="17722" y="290327"/>
                    <a:pt x="18022" y="290327"/>
                  </a:cubicBezTo>
                  <a:lnTo>
                    <a:pt x="103587" y="290327"/>
                  </a:lnTo>
                  <a:cubicBezTo>
                    <a:pt x="125203" y="290627"/>
                    <a:pt x="145919" y="281920"/>
                    <a:pt x="160930" y="266008"/>
                  </a:cubicBezTo>
                  <a:cubicBezTo>
                    <a:pt x="176542" y="250697"/>
                    <a:pt x="185249" y="229381"/>
                    <a:pt x="185249" y="207164"/>
                  </a:cubicBezTo>
                  <a:lnTo>
                    <a:pt x="185249" y="195455"/>
                  </a:lnTo>
                  <a:cubicBezTo>
                    <a:pt x="185249" y="178943"/>
                    <a:pt x="180745" y="163031"/>
                    <a:pt x="172339" y="148920"/>
                  </a:cubicBezTo>
                  <a:cubicBezTo>
                    <a:pt x="168136" y="142015"/>
                    <a:pt x="163032" y="135410"/>
                    <a:pt x="157027" y="130006"/>
                  </a:cubicBezTo>
                  <a:moveTo>
                    <a:pt x="111093" y="100283"/>
                  </a:moveTo>
                  <a:cubicBezTo>
                    <a:pt x="105688" y="105687"/>
                    <a:pt x="98483" y="108389"/>
                    <a:pt x="90977" y="107789"/>
                  </a:cubicBezTo>
                  <a:lnTo>
                    <a:pt x="53749" y="107789"/>
                  </a:lnTo>
                  <a:lnTo>
                    <a:pt x="53749" y="55249"/>
                  </a:lnTo>
                  <a:lnTo>
                    <a:pt x="93980" y="55249"/>
                  </a:lnTo>
                  <a:cubicBezTo>
                    <a:pt x="100284" y="54949"/>
                    <a:pt x="106289" y="57351"/>
                    <a:pt x="110792" y="61854"/>
                  </a:cubicBezTo>
                  <a:cubicBezTo>
                    <a:pt x="115596" y="66358"/>
                    <a:pt x="117998" y="72663"/>
                    <a:pt x="117698" y="78967"/>
                  </a:cubicBezTo>
                  <a:cubicBezTo>
                    <a:pt x="117998" y="86773"/>
                    <a:pt x="115296" y="94279"/>
                    <a:pt x="110192" y="99683"/>
                  </a:cubicBezTo>
                  <a:moveTo>
                    <a:pt x="53749" y="163931"/>
                  </a:moveTo>
                  <a:lnTo>
                    <a:pt x="99384" y="163931"/>
                  </a:lnTo>
                  <a:cubicBezTo>
                    <a:pt x="107490" y="163931"/>
                    <a:pt x="115596" y="167234"/>
                    <a:pt x="121000" y="173238"/>
                  </a:cubicBezTo>
                  <a:cubicBezTo>
                    <a:pt x="127005" y="179243"/>
                    <a:pt x="130607" y="187349"/>
                    <a:pt x="130307" y="195755"/>
                  </a:cubicBezTo>
                  <a:lnTo>
                    <a:pt x="130307" y="206864"/>
                  </a:lnTo>
                  <a:cubicBezTo>
                    <a:pt x="130307" y="214069"/>
                    <a:pt x="127305" y="221275"/>
                    <a:pt x="122201" y="226078"/>
                  </a:cubicBezTo>
                  <a:cubicBezTo>
                    <a:pt x="117097" y="231482"/>
                    <a:pt x="110192" y="234485"/>
                    <a:pt x="102986" y="234485"/>
                  </a:cubicBezTo>
                  <a:lnTo>
                    <a:pt x="53749" y="234485"/>
                  </a:lnTo>
                  <a:lnTo>
                    <a:pt x="53749" y="163931"/>
                  </a:lnTo>
                  <a:lnTo>
                    <a:pt x="53749" y="163931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0" name="Google Shape;4880;p51"/>
            <p:cNvSpPr/>
            <p:nvPr/>
          </p:nvSpPr>
          <p:spPr>
            <a:xfrm>
              <a:off x="6940511" y="4365677"/>
              <a:ext cx="189143" cy="297224"/>
            </a:xfrm>
            <a:custGeom>
              <a:rect b="b" l="l" r="r" t="t"/>
              <a:pathLst>
                <a:path extrusionOk="0" h="297224" w="189142">
                  <a:moveTo>
                    <a:pt x="95479" y="6"/>
                  </a:moveTo>
                  <a:cubicBezTo>
                    <a:pt x="69959" y="-294"/>
                    <a:pt x="45641" y="9914"/>
                    <a:pt x="27928" y="28828"/>
                  </a:cubicBezTo>
                  <a:cubicBezTo>
                    <a:pt x="9614" y="47142"/>
                    <a:pt x="-294" y="72061"/>
                    <a:pt x="7" y="97880"/>
                  </a:cubicBezTo>
                  <a:lnTo>
                    <a:pt x="7" y="200858"/>
                  </a:lnTo>
                  <a:cubicBezTo>
                    <a:pt x="-294" y="226677"/>
                    <a:pt x="9914" y="251896"/>
                    <a:pt x="27928" y="269910"/>
                  </a:cubicBezTo>
                  <a:cubicBezTo>
                    <a:pt x="64856" y="307738"/>
                    <a:pt x="124901" y="308039"/>
                    <a:pt x="162429" y="270811"/>
                  </a:cubicBezTo>
                  <a:cubicBezTo>
                    <a:pt x="162730" y="270510"/>
                    <a:pt x="163030" y="270210"/>
                    <a:pt x="163330" y="269910"/>
                  </a:cubicBezTo>
                  <a:cubicBezTo>
                    <a:pt x="181644" y="251596"/>
                    <a:pt x="191852" y="226677"/>
                    <a:pt x="191551" y="200858"/>
                  </a:cubicBezTo>
                  <a:lnTo>
                    <a:pt x="191551" y="97880"/>
                  </a:lnTo>
                  <a:cubicBezTo>
                    <a:pt x="191852" y="71761"/>
                    <a:pt x="181644" y="46842"/>
                    <a:pt x="163330" y="28828"/>
                  </a:cubicBezTo>
                  <a:cubicBezTo>
                    <a:pt x="145617" y="9914"/>
                    <a:pt x="120998" y="-294"/>
                    <a:pt x="95479" y="6"/>
                  </a:cubicBezTo>
                  <a:moveTo>
                    <a:pt x="54348" y="97880"/>
                  </a:moveTo>
                  <a:cubicBezTo>
                    <a:pt x="54348" y="86472"/>
                    <a:pt x="58851" y="75363"/>
                    <a:pt x="67257" y="67858"/>
                  </a:cubicBezTo>
                  <a:cubicBezTo>
                    <a:pt x="83470" y="51645"/>
                    <a:pt x="109289" y="51645"/>
                    <a:pt x="125501" y="67858"/>
                  </a:cubicBezTo>
                  <a:cubicBezTo>
                    <a:pt x="133908" y="75663"/>
                    <a:pt x="138411" y="86472"/>
                    <a:pt x="138411" y="97880"/>
                  </a:cubicBezTo>
                  <a:lnTo>
                    <a:pt x="138411" y="200858"/>
                  </a:lnTo>
                  <a:cubicBezTo>
                    <a:pt x="138711" y="212267"/>
                    <a:pt x="133908" y="223075"/>
                    <a:pt x="125501" y="230580"/>
                  </a:cubicBezTo>
                  <a:cubicBezTo>
                    <a:pt x="110190" y="246793"/>
                    <a:pt x="84671" y="247393"/>
                    <a:pt x="68458" y="232081"/>
                  </a:cubicBezTo>
                  <a:cubicBezTo>
                    <a:pt x="67858" y="231781"/>
                    <a:pt x="67558" y="231181"/>
                    <a:pt x="67257" y="230580"/>
                  </a:cubicBezTo>
                  <a:cubicBezTo>
                    <a:pt x="59151" y="222774"/>
                    <a:pt x="54948" y="212267"/>
                    <a:pt x="54948" y="200858"/>
                  </a:cubicBezTo>
                  <a:lnTo>
                    <a:pt x="54348" y="9788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1" name="Google Shape;4881;p51"/>
            <p:cNvSpPr/>
            <p:nvPr/>
          </p:nvSpPr>
          <p:spPr>
            <a:xfrm>
              <a:off x="7438285" y="4369280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81070" y="306"/>
                  </a:moveTo>
                  <a:lnTo>
                    <a:pt x="18923" y="306"/>
                  </a:lnTo>
                  <a:cubicBezTo>
                    <a:pt x="9015" y="-294"/>
                    <a:pt x="609" y="7211"/>
                    <a:pt x="8" y="16819"/>
                  </a:cubicBezTo>
                  <a:cubicBezTo>
                    <a:pt x="8" y="17719"/>
                    <a:pt x="8" y="18620"/>
                    <a:pt x="8" y="19521"/>
                  </a:cubicBezTo>
                  <a:lnTo>
                    <a:pt x="8" y="272011"/>
                  </a:lnTo>
                  <a:cubicBezTo>
                    <a:pt x="-292" y="281919"/>
                    <a:pt x="7514" y="290325"/>
                    <a:pt x="17421" y="290625"/>
                  </a:cubicBezTo>
                  <a:cubicBezTo>
                    <a:pt x="17722" y="290625"/>
                    <a:pt x="18322" y="290625"/>
                    <a:pt x="18622" y="290625"/>
                  </a:cubicBezTo>
                  <a:lnTo>
                    <a:pt x="90377" y="290625"/>
                  </a:lnTo>
                  <a:cubicBezTo>
                    <a:pt x="115596" y="290925"/>
                    <a:pt x="139914" y="280718"/>
                    <a:pt x="157627" y="262704"/>
                  </a:cubicBezTo>
                  <a:cubicBezTo>
                    <a:pt x="175941" y="244690"/>
                    <a:pt x="185849" y="220072"/>
                    <a:pt x="185248" y="194553"/>
                  </a:cubicBezTo>
                  <a:lnTo>
                    <a:pt x="185248" y="104485"/>
                  </a:lnTo>
                  <a:cubicBezTo>
                    <a:pt x="185549" y="76864"/>
                    <a:pt x="174440" y="50144"/>
                    <a:pt x="154625" y="30629"/>
                  </a:cubicBezTo>
                  <a:cubicBezTo>
                    <a:pt x="135411" y="10814"/>
                    <a:pt x="108691" y="-294"/>
                    <a:pt x="80769" y="6"/>
                  </a:cubicBezTo>
                  <a:moveTo>
                    <a:pt x="89776" y="234483"/>
                  </a:moveTo>
                  <a:lnTo>
                    <a:pt x="54950" y="234483"/>
                  </a:lnTo>
                  <a:lnTo>
                    <a:pt x="54950" y="55848"/>
                  </a:lnTo>
                  <a:lnTo>
                    <a:pt x="80469" y="55848"/>
                  </a:lnTo>
                  <a:cubicBezTo>
                    <a:pt x="93379" y="55548"/>
                    <a:pt x="105988" y="60952"/>
                    <a:pt x="114995" y="70259"/>
                  </a:cubicBezTo>
                  <a:cubicBezTo>
                    <a:pt x="124603" y="79266"/>
                    <a:pt x="129706" y="91575"/>
                    <a:pt x="129706" y="104485"/>
                  </a:cubicBezTo>
                  <a:lnTo>
                    <a:pt x="129706" y="194553"/>
                  </a:lnTo>
                  <a:cubicBezTo>
                    <a:pt x="129406" y="216169"/>
                    <a:pt x="111693" y="233582"/>
                    <a:pt x="90076" y="2338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2" name="Google Shape;4882;p51"/>
            <p:cNvSpPr/>
            <p:nvPr/>
          </p:nvSpPr>
          <p:spPr>
            <a:xfrm>
              <a:off x="7680868" y="4369878"/>
              <a:ext cx="159120" cy="288217"/>
            </a:xfrm>
            <a:custGeom>
              <a:rect b="b" l="l" r="r" t="t"/>
              <a:pathLst>
                <a:path extrusionOk="0" h="288217" w="159120">
                  <a:moveTo>
                    <a:pt x="143517" y="233584"/>
                  </a:moveTo>
                  <a:lnTo>
                    <a:pt x="53449" y="233584"/>
                  </a:lnTo>
                  <a:lnTo>
                    <a:pt x="53449" y="163331"/>
                  </a:lnTo>
                  <a:lnTo>
                    <a:pt x="127905" y="163331"/>
                  </a:lnTo>
                  <a:cubicBezTo>
                    <a:pt x="137513" y="163331"/>
                    <a:pt x="145619" y="155525"/>
                    <a:pt x="145619" y="145318"/>
                  </a:cubicBezTo>
                  <a:cubicBezTo>
                    <a:pt x="145619" y="145017"/>
                    <a:pt x="145619" y="144717"/>
                    <a:pt x="145619" y="144417"/>
                  </a:cubicBezTo>
                  <a:lnTo>
                    <a:pt x="145619" y="125503"/>
                  </a:lnTo>
                  <a:cubicBezTo>
                    <a:pt x="146219" y="115895"/>
                    <a:pt x="139014" y="107489"/>
                    <a:pt x="129707" y="106889"/>
                  </a:cubicBezTo>
                  <a:cubicBezTo>
                    <a:pt x="129106" y="106889"/>
                    <a:pt x="128506" y="106889"/>
                    <a:pt x="127905" y="106889"/>
                  </a:cubicBezTo>
                  <a:lnTo>
                    <a:pt x="53449" y="106889"/>
                  </a:lnTo>
                  <a:lnTo>
                    <a:pt x="53449" y="54349"/>
                  </a:lnTo>
                  <a:lnTo>
                    <a:pt x="140515" y="54349"/>
                  </a:lnTo>
                  <a:cubicBezTo>
                    <a:pt x="150422" y="54649"/>
                    <a:pt x="158528" y="46543"/>
                    <a:pt x="158528" y="36636"/>
                  </a:cubicBezTo>
                  <a:cubicBezTo>
                    <a:pt x="158528" y="36335"/>
                    <a:pt x="158528" y="36035"/>
                    <a:pt x="158528" y="35735"/>
                  </a:cubicBezTo>
                  <a:lnTo>
                    <a:pt x="158528" y="18622"/>
                  </a:lnTo>
                  <a:cubicBezTo>
                    <a:pt x="158829" y="8715"/>
                    <a:pt x="151323" y="308"/>
                    <a:pt x="141716" y="8"/>
                  </a:cubicBezTo>
                  <a:cubicBezTo>
                    <a:pt x="141416" y="8"/>
                    <a:pt x="140815" y="8"/>
                    <a:pt x="140515" y="8"/>
                  </a:cubicBezTo>
                  <a:lnTo>
                    <a:pt x="17722" y="8"/>
                  </a:lnTo>
                  <a:cubicBezTo>
                    <a:pt x="8115" y="-292"/>
                    <a:pt x="309" y="7814"/>
                    <a:pt x="9" y="17421"/>
                  </a:cubicBezTo>
                  <a:cubicBezTo>
                    <a:pt x="9" y="17721"/>
                    <a:pt x="9" y="18322"/>
                    <a:pt x="9" y="18622"/>
                  </a:cubicBezTo>
                  <a:lnTo>
                    <a:pt x="9" y="271113"/>
                  </a:lnTo>
                  <a:cubicBezTo>
                    <a:pt x="-291" y="281020"/>
                    <a:pt x="7214" y="289426"/>
                    <a:pt x="16822" y="289727"/>
                  </a:cubicBezTo>
                  <a:cubicBezTo>
                    <a:pt x="17122" y="289727"/>
                    <a:pt x="17722" y="289727"/>
                    <a:pt x="18022" y="289727"/>
                  </a:cubicBezTo>
                  <a:lnTo>
                    <a:pt x="143217" y="289727"/>
                  </a:lnTo>
                  <a:cubicBezTo>
                    <a:pt x="152824" y="290027"/>
                    <a:pt x="160930" y="282221"/>
                    <a:pt x="161231" y="272313"/>
                  </a:cubicBezTo>
                  <a:cubicBezTo>
                    <a:pt x="161231" y="272013"/>
                    <a:pt x="161231" y="271413"/>
                    <a:pt x="161231" y="271113"/>
                  </a:cubicBezTo>
                  <a:lnTo>
                    <a:pt x="161231" y="252799"/>
                  </a:lnTo>
                  <a:cubicBezTo>
                    <a:pt x="161531" y="242891"/>
                    <a:pt x="154025" y="234485"/>
                    <a:pt x="144418" y="234185"/>
                  </a:cubicBezTo>
                  <a:cubicBezTo>
                    <a:pt x="144118" y="234185"/>
                    <a:pt x="143517" y="234185"/>
                    <a:pt x="143217" y="234185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3" name="Google Shape;4883;p51"/>
            <p:cNvSpPr/>
            <p:nvPr/>
          </p:nvSpPr>
          <p:spPr>
            <a:xfrm>
              <a:off x="7885323" y="4369575"/>
              <a:ext cx="219166" cy="288217"/>
            </a:xfrm>
            <a:custGeom>
              <a:rect b="b" l="l" r="r" t="t"/>
              <a:pathLst>
                <a:path extrusionOk="0" h="288217" w="219165">
                  <a:moveTo>
                    <a:pt x="144418" y="13221"/>
                  </a:moveTo>
                  <a:cubicBezTo>
                    <a:pt x="142316" y="5415"/>
                    <a:pt x="135111" y="11"/>
                    <a:pt x="127305" y="11"/>
                  </a:cubicBezTo>
                  <a:lnTo>
                    <a:pt x="94280" y="11"/>
                  </a:lnTo>
                  <a:cubicBezTo>
                    <a:pt x="86174" y="-289"/>
                    <a:pt x="78968" y="5415"/>
                    <a:pt x="76867" y="13221"/>
                  </a:cubicBezTo>
                  <a:lnTo>
                    <a:pt x="1510" y="264211"/>
                  </a:lnTo>
                  <a:cubicBezTo>
                    <a:pt x="309" y="266612"/>
                    <a:pt x="9" y="269014"/>
                    <a:pt x="9" y="271716"/>
                  </a:cubicBezTo>
                  <a:cubicBezTo>
                    <a:pt x="-292" y="281624"/>
                    <a:pt x="7214" y="290030"/>
                    <a:pt x="17121" y="290330"/>
                  </a:cubicBezTo>
                  <a:cubicBezTo>
                    <a:pt x="17422" y="290330"/>
                    <a:pt x="18022" y="290330"/>
                    <a:pt x="18322" y="290330"/>
                  </a:cubicBezTo>
                  <a:lnTo>
                    <a:pt x="36636" y="290330"/>
                  </a:lnTo>
                  <a:cubicBezTo>
                    <a:pt x="44742" y="290630"/>
                    <a:pt x="51948" y="285226"/>
                    <a:pt x="54050" y="277120"/>
                  </a:cubicBezTo>
                  <a:lnTo>
                    <a:pt x="76266" y="203565"/>
                  </a:lnTo>
                  <a:lnTo>
                    <a:pt x="144118" y="203565"/>
                  </a:lnTo>
                  <a:lnTo>
                    <a:pt x="166635" y="277721"/>
                  </a:lnTo>
                  <a:lnTo>
                    <a:pt x="166635" y="278922"/>
                  </a:lnTo>
                  <a:cubicBezTo>
                    <a:pt x="169337" y="286127"/>
                    <a:pt x="176242" y="290931"/>
                    <a:pt x="183747" y="290630"/>
                  </a:cubicBezTo>
                  <a:lnTo>
                    <a:pt x="202361" y="290630"/>
                  </a:lnTo>
                  <a:cubicBezTo>
                    <a:pt x="212269" y="290630"/>
                    <a:pt x="220375" y="282825"/>
                    <a:pt x="220675" y="272617"/>
                  </a:cubicBezTo>
                  <a:cubicBezTo>
                    <a:pt x="220675" y="272317"/>
                    <a:pt x="220675" y="272317"/>
                    <a:pt x="220675" y="272016"/>
                  </a:cubicBezTo>
                  <a:cubicBezTo>
                    <a:pt x="220675" y="269615"/>
                    <a:pt x="220375" y="267213"/>
                    <a:pt x="219474" y="265111"/>
                  </a:cubicBezTo>
                  <a:lnTo>
                    <a:pt x="144418" y="13221"/>
                  </a:lnTo>
                  <a:close/>
                  <a:moveTo>
                    <a:pt x="131208" y="147723"/>
                  </a:moveTo>
                  <a:lnTo>
                    <a:pt x="90677" y="147723"/>
                  </a:lnTo>
                  <a:lnTo>
                    <a:pt x="110792" y="78370"/>
                  </a:lnTo>
                  <a:lnTo>
                    <a:pt x="131208" y="147723"/>
                  </a:lnTo>
                  <a:lnTo>
                    <a:pt x="131208" y="14772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4" name="Google Shape;4884;p51"/>
            <p:cNvSpPr/>
            <p:nvPr/>
          </p:nvSpPr>
          <p:spPr>
            <a:xfrm>
              <a:off x="8147703" y="4369554"/>
              <a:ext cx="180136" cy="294222"/>
            </a:xfrm>
            <a:custGeom>
              <a:rect b="b" l="l" r="r" t="t"/>
              <a:pathLst>
                <a:path extrusionOk="0" h="294221" w="180136">
                  <a:moveTo>
                    <a:pt x="161849" y="32"/>
                  </a:moveTo>
                  <a:lnTo>
                    <a:pt x="143835" y="32"/>
                  </a:lnTo>
                  <a:cubicBezTo>
                    <a:pt x="133928" y="-568"/>
                    <a:pt x="125521" y="7238"/>
                    <a:pt x="125221" y="17145"/>
                  </a:cubicBezTo>
                  <a:cubicBezTo>
                    <a:pt x="125221" y="17746"/>
                    <a:pt x="125221" y="18646"/>
                    <a:pt x="125221" y="19247"/>
                  </a:cubicBezTo>
                  <a:lnTo>
                    <a:pt x="125221" y="203286"/>
                  </a:lnTo>
                  <a:cubicBezTo>
                    <a:pt x="125521" y="212893"/>
                    <a:pt x="121919" y="222200"/>
                    <a:pt x="115013" y="228805"/>
                  </a:cubicBezTo>
                  <a:cubicBezTo>
                    <a:pt x="100903" y="242615"/>
                    <a:pt x="78086" y="242315"/>
                    <a:pt x="64575" y="227904"/>
                  </a:cubicBezTo>
                  <a:cubicBezTo>
                    <a:pt x="58271" y="221299"/>
                    <a:pt x="54668" y="212593"/>
                    <a:pt x="54668" y="203286"/>
                  </a:cubicBezTo>
                  <a:lnTo>
                    <a:pt x="54668" y="19247"/>
                  </a:lnTo>
                  <a:cubicBezTo>
                    <a:pt x="55268" y="9640"/>
                    <a:pt x="48063" y="1233"/>
                    <a:pt x="38155" y="633"/>
                  </a:cubicBezTo>
                  <a:cubicBezTo>
                    <a:pt x="37555" y="633"/>
                    <a:pt x="36954" y="633"/>
                    <a:pt x="36354" y="633"/>
                  </a:cubicBezTo>
                  <a:lnTo>
                    <a:pt x="18341" y="633"/>
                  </a:lnTo>
                  <a:cubicBezTo>
                    <a:pt x="8433" y="333"/>
                    <a:pt x="327" y="8139"/>
                    <a:pt x="27" y="18046"/>
                  </a:cubicBezTo>
                  <a:cubicBezTo>
                    <a:pt x="27" y="18346"/>
                    <a:pt x="27" y="18947"/>
                    <a:pt x="27" y="19247"/>
                  </a:cubicBezTo>
                  <a:lnTo>
                    <a:pt x="27" y="203286"/>
                  </a:lnTo>
                  <a:cubicBezTo>
                    <a:pt x="-574" y="227604"/>
                    <a:pt x="9033" y="251022"/>
                    <a:pt x="26146" y="268135"/>
                  </a:cubicBezTo>
                  <a:cubicBezTo>
                    <a:pt x="60973" y="303862"/>
                    <a:pt x="118016" y="304162"/>
                    <a:pt x="153443" y="268735"/>
                  </a:cubicBezTo>
                  <a:cubicBezTo>
                    <a:pt x="153743" y="268435"/>
                    <a:pt x="154043" y="268135"/>
                    <a:pt x="154043" y="268135"/>
                  </a:cubicBezTo>
                  <a:cubicBezTo>
                    <a:pt x="171156" y="251022"/>
                    <a:pt x="180463" y="227604"/>
                    <a:pt x="180163" y="203286"/>
                  </a:cubicBezTo>
                  <a:lnTo>
                    <a:pt x="180163" y="18947"/>
                  </a:lnTo>
                  <a:cubicBezTo>
                    <a:pt x="180763" y="9039"/>
                    <a:pt x="173257" y="933"/>
                    <a:pt x="163350" y="333"/>
                  </a:cubicBezTo>
                  <a:cubicBezTo>
                    <a:pt x="162750" y="333"/>
                    <a:pt x="162149" y="333"/>
                    <a:pt x="161549" y="333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5" name="Google Shape;4885;p51"/>
            <p:cNvSpPr/>
            <p:nvPr/>
          </p:nvSpPr>
          <p:spPr>
            <a:xfrm>
              <a:off x="8374774" y="4369858"/>
              <a:ext cx="189143" cy="285215"/>
            </a:xfrm>
            <a:custGeom>
              <a:rect b="b" l="l" r="r" t="t"/>
              <a:pathLst>
                <a:path extrusionOk="0" h="285215" w="189142">
                  <a:moveTo>
                    <a:pt x="124821" y="143236"/>
                  </a:moveTo>
                  <a:lnTo>
                    <a:pt x="187869" y="25848"/>
                  </a:lnTo>
                  <a:lnTo>
                    <a:pt x="189070" y="22545"/>
                  </a:lnTo>
                  <a:cubicBezTo>
                    <a:pt x="190571" y="16841"/>
                    <a:pt x="189370" y="11137"/>
                    <a:pt x="185767" y="6633"/>
                  </a:cubicBezTo>
                  <a:cubicBezTo>
                    <a:pt x="182465" y="2430"/>
                    <a:pt x="177061" y="-272"/>
                    <a:pt x="171657" y="28"/>
                  </a:cubicBezTo>
                  <a:lnTo>
                    <a:pt x="153343" y="28"/>
                  </a:lnTo>
                  <a:cubicBezTo>
                    <a:pt x="146137" y="-272"/>
                    <a:pt x="139833" y="3931"/>
                    <a:pt x="137131" y="10536"/>
                  </a:cubicBezTo>
                  <a:lnTo>
                    <a:pt x="94799" y="88895"/>
                  </a:lnTo>
                  <a:lnTo>
                    <a:pt x="52767" y="11137"/>
                  </a:lnTo>
                  <a:cubicBezTo>
                    <a:pt x="50065" y="4231"/>
                    <a:pt x="43460" y="28"/>
                    <a:pt x="36254" y="28"/>
                  </a:cubicBezTo>
                  <a:lnTo>
                    <a:pt x="18241" y="28"/>
                  </a:lnTo>
                  <a:cubicBezTo>
                    <a:pt x="12837" y="-272"/>
                    <a:pt x="7433" y="1830"/>
                    <a:pt x="3830" y="6033"/>
                  </a:cubicBezTo>
                  <a:cubicBezTo>
                    <a:pt x="227" y="10836"/>
                    <a:pt x="-974" y="16841"/>
                    <a:pt x="828" y="22545"/>
                  </a:cubicBezTo>
                  <a:lnTo>
                    <a:pt x="2028" y="25848"/>
                  </a:lnTo>
                  <a:lnTo>
                    <a:pt x="65076" y="143236"/>
                  </a:lnTo>
                  <a:lnTo>
                    <a:pt x="2028" y="259724"/>
                  </a:lnTo>
                  <a:lnTo>
                    <a:pt x="1128" y="262126"/>
                  </a:lnTo>
                  <a:cubicBezTo>
                    <a:pt x="-673" y="267830"/>
                    <a:pt x="227" y="274135"/>
                    <a:pt x="3530" y="278939"/>
                  </a:cubicBezTo>
                  <a:cubicBezTo>
                    <a:pt x="7132" y="283742"/>
                    <a:pt x="12536" y="286144"/>
                    <a:pt x="18541" y="286144"/>
                  </a:cubicBezTo>
                  <a:lnTo>
                    <a:pt x="37155" y="286144"/>
                  </a:lnTo>
                  <a:cubicBezTo>
                    <a:pt x="44361" y="286144"/>
                    <a:pt x="50665" y="281941"/>
                    <a:pt x="53367" y="275036"/>
                  </a:cubicBezTo>
                  <a:lnTo>
                    <a:pt x="94799" y="197877"/>
                  </a:lnTo>
                  <a:lnTo>
                    <a:pt x="136230" y="274735"/>
                  </a:lnTo>
                  <a:cubicBezTo>
                    <a:pt x="138932" y="281641"/>
                    <a:pt x="145537" y="285844"/>
                    <a:pt x="152742" y="285844"/>
                  </a:cubicBezTo>
                  <a:lnTo>
                    <a:pt x="171356" y="285844"/>
                  </a:lnTo>
                  <a:cubicBezTo>
                    <a:pt x="177061" y="286144"/>
                    <a:pt x="182765" y="283442"/>
                    <a:pt x="186068" y="278638"/>
                  </a:cubicBezTo>
                  <a:cubicBezTo>
                    <a:pt x="189670" y="273534"/>
                    <a:pt x="190571" y="267230"/>
                    <a:pt x="188469" y="261225"/>
                  </a:cubicBezTo>
                  <a:lnTo>
                    <a:pt x="124821" y="143236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6" name="Google Shape;4886;p51"/>
            <p:cNvSpPr/>
            <p:nvPr/>
          </p:nvSpPr>
          <p:spPr>
            <a:xfrm>
              <a:off x="7191198" y="4369210"/>
              <a:ext cx="186141" cy="288217"/>
            </a:xfrm>
            <a:custGeom>
              <a:rect b="b" l="l" r="r" t="t"/>
              <a:pathLst>
                <a:path extrusionOk="0" h="288217" w="186140">
                  <a:moveTo>
                    <a:pt x="186149" y="264275"/>
                  </a:moveTo>
                  <a:lnTo>
                    <a:pt x="136612" y="167903"/>
                  </a:lnTo>
                  <a:cubicBezTo>
                    <a:pt x="142917" y="164300"/>
                    <a:pt x="148621" y="159796"/>
                    <a:pt x="154025" y="154693"/>
                  </a:cubicBezTo>
                  <a:cubicBezTo>
                    <a:pt x="169337" y="139681"/>
                    <a:pt x="177743" y="118665"/>
                    <a:pt x="177443" y="97049"/>
                  </a:cubicBezTo>
                  <a:lnTo>
                    <a:pt x="177443" y="82038"/>
                  </a:lnTo>
                  <a:cubicBezTo>
                    <a:pt x="178043" y="60422"/>
                    <a:pt x="169637" y="39105"/>
                    <a:pt x="154626" y="23794"/>
                  </a:cubicBezTo>
                  <a:cubicBezTo>
                    <a:pt x="139914" y="8182"/>
                    <a:pt x="119499" y="-224"/>
                    <a:pt x="98183" y="76"/>
                  </a:cubicBezTo>
                  <a:lnTo>
                    <a:pt x="18923" y="76"/>
                  </a:lnTo>
                  <a:cubicBezTo>
                    <a:pt x="9316" y="-825"/>
                    <a:pt x="909" y="6381"/>
                    <a:pt x="9" y="16288"/>
                  </a:cubicBezTo>
                  <a:cubicBezTo>
                    <a:pt x="9" y="17189"/>
                    <a:pt x="9" y="18390"/>
                    <a:pt x="9" y="19290"/>
                  </a:cubicBezTo>
                  <a:lnTo>
                    <a:pt x="9" y="271781"/>
                  </a:lnTo>
                  <a:cubicBezTo>
                    <a:pt x="-292" y="281688"/>
                    <a:pt x="7214" y="290095"/>
                    <a:pt x="16821" y="290395"/>
                  </a:cubicBezTo>
                  <a:cubicBezTo>
                    <a:pt x="17122" y="290395"/>
                    <a:pt x="17722" y="290395"/>
                    <a:pt x="18022" y="290395"/>
                  </a:cubicBezTo>
                  <a:lnTo>
                    <a:pt x="36036" y="290395"/>
                  </a:lnTo>
                  <a:cubicBezTo>
                    <a:pt x="45943" y="290395"/>
                    <a:pt x="54050" y="282589"/>
                    <a:pt x="54050" y="272381"/>
                  </a:cubicBezTo>
                  <a:cubicBezTo>
                    <a:pt x="54050" y="272081"/>
                    <a:pt x="54050" y="272081"/>
                    <a:pt x="54050" y="271781"/>
                  </a:cubicBezTo>
                  <a:lnTo>
                    <a:pt x="54050" y="178410"/>
                  </a:lnTo>
                  <a:lnTo>
                    <a:pt x="83171" y="178410"/>
                  </a:lnTo>
                  <a:lnTo>
                    <a:pt x="133910" y="278086"/>
                  </a:lnTo>
                  <a:cubicBezTo>
                    <a:pt x="136612" y="284991"/>
                    <a:pt x="143217" y="289494"/>
                    <a:pt x="150422" y="289494"/>
                  </a:cubicBezTo>
                  <a:lnTo>
                    <a:pt x="169036" y="289494"/>
                  </a:lnTo>
                  <a:cubicBezTo>
                    <a:pt x="174741" y="289795"/>
                    <a:pt x="180445" y="287092"/>
                    <a:pt x="183747" y="282289"/>
                  </a:cubicBezTo>
                  <a:cubicBezTo>
                    <a:pt x="187350" y="277185"/>
                    <a:pt x="188251" y="270880"/>
                    <a:pt x="186149" y="265176"/>
                  </a:cubicBezTo>
                  <a:lnTo>
                    <a:pt x="186149" y="265176"/>
                  </a:lnTo>
                  <a:moveTo>
                    <a:pt x="123402" y="83539"/>
                  </a:moveTo>
                  <a:lnTo>
                    <a:pt x="123402" y="97950"/>
                  </a:lnTo>
                  <a:cubicBezTo>
                    <a:pt x="123402" y="112361"/>
                    <a:pt x="111693" y="124370"/>
                    <a:pt x="97582" y="124370"/>
                  </a:cubicBezTo>
                  <a:lnTo>
                    <a:pt x="54050" y="124370"/>
                  </a:lnTo>
                  <a:lnTo>
                    <a:pt x="54050" y="56218"/>
                  </a:lnTo>
                  <a:lnTo>
                    <a:pt x="97582" y="56218"/>
                  </a:lnTo>
                  <a:cubicBezTo>
                    <a:pt x="104187" y="55918"/>
                    <a:pt x="110492" y="58620"/>
                    <a:pt x="115296" y="63424"/>
                  </a:cubicBezTo>
                  <a:cubicBezTo>
                    <a:pt x="120400" y="68227"/>
                    <a:pt x="123402" y="75133"/>
                    <a:pt x="123102" y="82338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7" name="Google Shape;4887;p51"/>
            <p:cNvSpPr/>
            <p:nvPr/>
          </p:nvSpPr>
          <p:spPr>
            <a:xfrm>
              <a:off x="6485374" y="4373489"/>
              <a:ext cx="60045" cy="120091"/>
            </a:xfrm>
            <a:custGeom>
              <a:rect b="b" l="l" r="r" t="t"/>
              <a:pathLst>
                <a:path extrusionOk="0" h="120090" w="60045">
                  <a:moveTo>
                    <a:pt x="60045" y="120391"/>
                  </a:moveTo>
                  <a:lnTo>
                    <a:pt x="54641" y="120391"/>
                  </a:lnTo>
                  <a:cubicBezTo>
                    <a:pt x="53440" y="120391"/>
                    <a:pt x="52840" y="119490"/>
                    <a:pt x="52840" y="118589"/>
                  </a:cubicBezTo>
                  <a:lnTo>
                    <a:pt x="52840" y="117088"/>
                  </a:lnTo>
                  <a:cubicBezTo>
                    <a:pt x="52840" y="115587"/>
                    <a:pt x="52239" y="115287"/>
                    <a:pt x="51039" y="115287"/>
                  </a:cubicBezTo>
                  <a:cubicBezTo>
                    <a:pt x="49838" y="115287"/>
                    <a:pt x="50138" y="115287"/>
                    <a:pt x="50138" y="115287"/>
                  </a:cubicBezTo>
                  <a:cubicBezTo>
                    <a:pt x="36628" y="126095"/>
                    <a:pt x="17113" y="123693"/>
                    <a:pt x="6605" y="109583"/>
                  </a:cubicBezTo>
                  <a:cubicBezTo>
                    <a:pt x="2402" y="104179"/>
                    <a:pt x="0" y="97273"/>
                    <a:pt x="0" y="90368"/>
                  </a:cubicBezTo>
                  <a:lnTo>
                    <a:pt x="0" y="64549"/>
                  </a:lnTo>
                  <a:cubicBezTo>
                    <a:pt x="0" y="56443"/>
                    <a:pt x="3302" y="48937"/>
                    <a:pt x="9007" y="43233"/>
                  </a:cubicBezTo>
                  <a:cubicBezTo>
                    <a:pt x="14711" y="36928"/>
                    <a:pt x="22517" y="33625"/>
                    <a:pt x="30923" y="33926"/>
                  </a:cubicBezTo>
                  <a:cubicBezTo>
                    <a:pt x="36628" y="33926"/>
                    <a:pt x="42332" y="35427"/>
                    <a:pt x="47136" y="38729"/>
                  </a:cubicBezTo>
                  <a:lnTo>
                    <a:pt x="48336" y="38729"/>
                  </a:lnTo>
                  <a:cubicBezTo>
                    <a:pt x="49537" y="38729"/>
                    <a:pt x="49838" y="38729"/>
                    <a:pt x="49838" y="37228"/>
                  </a:cubicBezTo>
                  <a:lnTo>
                    <a:pt x="49838" y="1801"/>
                  </a:lnTo>
                  <a:cubicBezTo>
                    <a:pt x="49537" y="901"/>
                    <a:pt x="50138" y="300"/>
                    <a:pt x="51039" y="0"/>
                  </a:cubicBezTo>
                  <a:cubicBezTo>
                    <a:pt x="51339" y="0"/>
                    <a:pt x="51339" y="0"/>
                    <a:pt x="51639" y="0"/>
                  </a:cubicBezTo>
                  <a:lnTo>
                    <a:pt x="60045" y="0"/>
                  </a:lnTo>
                  <a:cubicBezTo>
                    <a:pt x="61246" y="0"/>
                    <a:pt x="61546" y="0"/>
                    <a:pt x="61546" y="1801"/>
                  </a:cubicBezTo>
                  <a:lnTo>
                    <a:pt x="61546" y="118589"/>
                  </a:lnTo>
                  <a:cubicBezTo>
                    <a:pt x="61546" y="119790"/>
                    <a:pt x="61546" y="120691"/>
                    <a:pt x="60045" y="120391"/>
                  </a:cubicBezTo>
                  <a:moveTo>
                    <a:pt x="49838" y="65449"/>
                  </a:moveTo>
                  <a:cubicBezTo>
                    <a:pt x="50138" y="60346"/>
                    <a:pt x="48036" y="55242"/>
                    <a:pt x="44133" y="51639"/>
                  </a:cubicBezTo>
                  <a:cubicBezTo>
                    <a:pt x="36628" y="43833"/>
                    <a:pt x="24619" y="44133"/>
                    <a:pt x="17113" y="51639"/>
                  </a:cubicBezTo>
                  <a:cubicBezTo>
                    <a:pt x="13510" y="55242"/>
                    <a:pt x="11409" y="60346"/>
                    <a:pt x="11409" y="65449"/>
                  </a:cubicBezTo>
                  <a:lnTo>
                    <a:pt x="11409" y="91269"/>
                  </a:lnTo>
                  <a:cubicBezTo>
                    <a:pt x="11409" y="96673"/>
                    <a:pt x="13210" y="101777"/>
                    <a:pt x="16813" y="105379"/>
                  </a:cubicBezTo>
                  <a:cubicBezTo>
                    <a:pt x="20415" y="109282"/>
                    <a:pt x="25219" y="111084"/>
                    <a:pt x="30623" y="111084"/>
                  </a:cubicBezTo>
                  <a:cubicBezTo>
                    <a:pt x="35727" y="111084"/>
                    <a:pt x="40531" y="108982"/>
                    <a:pt x="44133" y="105379"/>
                  </a:cubicBezTo>
                  <a:cubicBezTo>
                    <a:pt x="47736" y="101777"/>
                    <a:pt x="49838" y="96673"/>
                    <a:pt x="49838" y="91269"/>
                  </a:cubicBezTo>
                  <a:lnTo>
                    <a:pt x="49838" y="6544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8" name="Google Shape;4888;p51"/>
            <p:cNvSpPr/>
            <p:nvPr/>
          </p:nvSpPr>
          <p:spPr>
            <a:xfrm>
              <a:off x="6570319" y="4403924"/>
              <a:ext cx="57043" cy="93070"/>
            </a:xfrm>
            <a:custGeom>
              <a:rect b="b" l="l" r="r" t="t"/>
              <a:pathLst>
                <a:path extrusionOk="0" h="93070" w="57043">
                  <a:moveTo>
                    <a:pt x="56762" y="52728"/>
                  </a:moveTo>
                  <a:lnTo>
                    <a:pt x="12929" y="52728"/>
                  </a:lnTo>
                  <a:cubicBezTo>
                    <a:pt x="12028" y="52728"/>
                    <a:pt x="11127" y="53328"/>
                    <a:pt x="11127" y="54229"/>
                  </a:cubicBezTo>
                  <a:cubicBezTo>
                    <a:pt x="11127" y="54229"/>
                    <a:pt x="11127" y="54529"/>
                    <a:pt x="11127" y="54529"/>
                  </a:cubicBezTo>
                  <a:lnTo>
                    <a:pt x="11127" y="59933"/>
                  </a:lnTo>
                  <a:cubicBezTo>
                    <a:pt x="11127" y="65637"/>
                    <a:pt x="13229" y="70741"/>
                    <a:pt x="16832" y="74644"/>
                  </a:cubicBezTo>
                  <a:cubicBezTo>
                    <a:pt x="20434" y="78547"/>
                    <a:pt x="25238" y="80949"/>
                    <a:pt x="30642" y="80949"/>
                  </a:cubicBezTo>
                  <a:cubicBezTo>
                    <a:pt x="37247" y="80949"/>
                    <a:pt x="43552" y="78847"/>
                    <a:pt x="48956" y="74644"/>
                  </a:cubicBezTo>
                  <a:cubicBezTo>
                    <a:pt x="49556" y="74044"/>
                    <a:pt x="50457" y="74044"/>
                    <a:pt x="51057" y="74644"/>
                  </a:cubicBezTo>
                  <a:cubicBezTo>
                    <a:pt x="51057" y="74644"/>
                    <a:pt x="51057" y="74644"/>
                    <a:pt x="51057" y="74644"/>
                  </a:cubicBezTo>
                  <a:lnTo>
                    <a:pt x="55861" y="82150"/>
                  </a:lnTo>
                  <a:cubicBezTo>
                    <a:pt x="56461" y="82750"/>
                    <a:pt x="56762" y="83651"/>
                    <a:pt x="56161" y="84552"/>
                  </a:cubicBezTo>
                  <a:cubicBezTo>
                    <a:pt x="56161" y="84552"/>
                    <a:pt x="55861" y="84852"/>
                    <a:pt x="55861" y="84852"/>
                  </a:cubicBezTo>
                  <a:cubicBezTo>
                    <a:pt x="48656" y="90556"/>
                    <a:pt x="39949" y="93558"/>
                    <a:pt x="30942" y="93558"/>
                  </a:cubicBezTo>
                  <a:cubicBezTo>
                    <a:pt x="22836" y="93558"/>
                    <a:pt x="14730" y="89956"/>
                    <a:pt x="9026" y="83651"/>
                  </a:cubicBezTo>
                  <a:cubicBezTo>
                    <a:pt x="3021" y="77346"/>
                    <a:pt x="-281" y="68640"/>
                    <a:pt x="19" y="59633"/>
                  </a:cubicBezTo>
                  <a:lnTo>
                    <a:pt x="19" y="32012"/>
                  </a:lnTo>
                  <a:cubicBezTo>
                    <a:pt x="19" y="23606"/>
                    <a:pt x="3021" y="15199"/>
                    <a:pt x="8725" y="9195"/>
                  </a:cubicBezTo>
                  <a:cubicBezTo>
                    <a:pt x="20434" y="-3115"/>
                    <a:pt x="39048" y="-3115"/>
                    <a:pt x="50457" y="9495"/>
                  </a:cubicBezTo>
                  <a:cubicBezTo>
                    <a:pt x="55861" y="15500"/>
                    <a:pt x="58863" y="23606"/>
                    <a:pt x="58863" y="32012"/>
                  </a:cubicBezTo>
                  <a:lnTo>
                    <a:pt x="58863" y="50626"/>
                  </a:lnTo>
                  <a:cubicBezTo>
                    <a:pt x="58863" y="52127"/>
                    <a:pt x="58863" y="52728"/>
                    <a:pt x="56762" y="52728"/>
                  </a:cubicBezTo>
                  <a:moveTo>
                    <a:pt x="46854" y="32312"/>
                  </a:moveTo>
                  <a:cubicBezTo>
                    <a:pt x="46854" y="27208"/>
                    <a:pt x="45053" y="22405"/>
                    <a:pt x="41750" y="18802"/>
                  </a:cubicBezTo>
                  <a:cubicBezTo>
                    <a:pt x="38448" y="15199"/>
                    <a:pt x="33944" y="13098"/>
                    <a:pt x="29141" y="13398"/>
                  </a:cubicBezTo>
                  <a:cubicBezTo>
                    <a:pt x="24337" y="13098"/>
                    <a:pt x="19834" y="15199"/>
                    <a:pt x="16531" y="18802"/>
                  </a:cubicBezTo>
                  <a:cubicBezTo>
                    <a:pt x="12929" y="22405"/>
                    <a:pt x="11127" y="27208"/>
                    <a:pt x="11127" y="32312"/>
                  </a:cubicBezTo>
                  <a:lnTo>
                    <a:pt x="11127" y="38017"/>
                  </a:lnTo>
                  <a:cubicBezTo>
                    <a:pt x="11127" y="38917"/>
                    <a:pt x="11728" y="39818"/>
                    <a:pt x="12328" y="40118"/>
                  </a:cubicBezTo>
                  <a:cubicBezTo>
                    <a:pt x="12328" y="40118"/>
                    <a:pt x="12628" y="40118"/>
                    <a:pt x="12628" y="40118"/>
                  </a:cubicBezTo>
                  <a:lnTo>
                    <a:pt x="44452" y="40118"/>
                  </a:lnTo>
                  <a:cubicBezTo>
                    <a:pt x="45653" y="40118"/>
                    <a:pt x="45954" y="39217"/>
                    <a:pt x="45954" y="38017"/>
                  </a:cubicBezTo>
                  <a:lnTo>
                    <a:pt x="46854" y="32312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9" name="Google Shape;4889;p51"/>
            <p:cNvSpPr/>
            <p:nvPr/>
          </p:nvSpPr>
          <p:spPr>
            <a:xfrm>
              <a:off x="5951546" y="4012317"/>
              <a:ext cx="195147" cy="288217"/>
            </a:xfrm>
            <a:custGeom>
              <a:rect b="b" l="l" r="r" t="t"/>
              <a:pathLst>
                <a:path extrusionOk="0" h="288217" w="195147">
                  <a:moveTo>
                    <a:pt x="190368" y="0"/>
                  </a:moveTo>
                  <a:lnTo>
                    <a:pt x="161847" y="0"/>
                  </a:lnTo>
                  <a:cubicBezTo>
                    <a:pt x="157944" y="0"/>
                    <a:pt x="156443" y="1501"/>
                    <a:pt x="156443" y="5404"/>
                  </a:cubicBezTo>
                  <a:lnTo>
                    <a:pt x="156443" y="190344"/>
                  </a:lnTo>
                  <a:cubicBezTo>
                    <a:pt x="156443" y="205955"/>
                    <a:pt x="150138" y="220967"/>
                    <a:pt x="138729" y="231775"/>
                  </a:cubicBezTo>
                  <a:cubicBezTo>
                    <a:pt x="128221" y="243183"/>
                    <a:pt x="113510" y="249188"/>
                    <a:pt x="98199" y="248888"/>
                  </a:cubicBezTo>
                  <a:cubicBezTo>
                    <a:pt x="82587" y="249188"/>
                    <a:pt x="67575" y="243183"/>
                    <a:pt x="57067" y="231775"/>
                  </a:cubicBezTo>
                  <a:cubicBezTo>
                    <a:pt x="45959" y="220967"/>
                    <a:pt x="39654" y="205955"/>
                    <a:pt x="39955" y="190344"/>
                  </a:cubicBezTo>
                  <a:lnTo>
                    <a:pt x="39955" y="131499"/>
                  </a:lnTo>
                  <a:lnTo>
                    <a:pt x="24" y="147711"/>
                  </a:lnTo>
                  <a:lnTo>
                    <a:pt x="24" y="190644"/>
                  </a:lnTo>
                  <a:cubicBezTo>
                    <a:pt x="-576" y="216763"/>
                    <a:pt x="9932" y="241982"/>
                    <a:pt x="28546" y="260597"/>
                  </a:cubicBezTo>
                  <a:cubicBezTo>
                    <a:pt x="46860" y="279511"/>
                    <a:pt x="71779" y="290019"/>
                    <a:pt x="98199" y="290019"/>
                  </a:cubicBezTo>
                  <a:cubicBezTo>
                    <a:pt x="124318" y="290019"/>
                    <a:pt x="149237" y="279511"/>
                    <a:pt x="167251" y="260296"/>
                  </a:cubicBezTo>
                  <a:cubicBezTo>
                    <a:pt x="186165" y="241982"/>
                    <a:pt x="196673" y="216763"/>
                    <a:pt x="196373" y="190344"/>
                  </a:cubicBezTo>
                  <a:lnTo>
                    <a:pt x="196373" y="5404"/>
                  </a:lnTo>
                  <a:cubicBezTo>
                    <a:pt x="196073" y="1501"/>
                    <a:pt x="193971" y="0"/>
                    <a:pt x="190368" y="0"/>
                  </a:cubicBez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0" name="Google Shape;4890;p51"/>
            <p:cNvSpPr/>
            <p:nvPr/>
          </p:nvSpPr>
          <p:spPr>
            <a:xfrm>
              <a:off x="6234678" y="3999143"/>
              <a:ext cx="198150" cy="288217"/>
            </a:xfrm>
            <a:custGeom>
              <a:rect b="b" l="l" r="r" t="t"/>
              <a:pathLst>
                <a:path extrusionOk="0" h="288217" w="198149">
                  <a:moveTo>
                    <a:pt x="192452" y="289382"/>
                  </a:moveTo>
                  <a:lnTo>
                    <a:pt x="164230" y="289382"/>
                  </a:lnTo>
                  <a:cubicBezTo>
                    <a:pt x="161228" y="289682"/>
                    <a:pt x="158526" y="287580"/>
                    <a:pt x="158226" y="284578"/>
                  </a:cubicBezTo>
                  <a:cubicBezTo>
                    <a:pt x="158226" y="284278"/>
                    <a:pt x="158226" y="283677"/>
                    <a:pt x="158226" y="283377"/>
                  </a:cubicBezTo>
                  <a:lnTo>
                    <a:pt x="158226" y="98438"/>
                  </a:lnTo>
                  <a:cubicBezTo>
                    <a:pt x="158526" y="82826"/>
                    <a:pt x="152221" y="68115"/>
                    <a:pt x="140813" y="57307"/>
                  </a:cubicBezTo>
                  <a:cubicBezTo>
                    <a:pt x="117995" y="34490"/>
                    <a:pt x="80767" y="34490"/>
                    <a:pt x="57950" y="57006"/>
                  </a:cubicBezTo>
                  <a:cubicBezTo>
                    <a:pt x="57950" y="57006"/>
                    <a:pt x="57650" y="57307"/>
                    <a:pt x="57650" y="57307"/>
                  </a:cubicBezTo>
                  <a:cubicBezTo>
                    <a:pt x="46842" y="68115"/>
                    <a:pt x="40837" y="83126"/>
                    <a:pt x="41137" y="98438"/>
                  </a:cubicBezTo>
                  <a:lnTo>
                    <a:pt x="41137" y="283377"/>
                  </a:lnTo>
                  <a:cubicBezTo>
                    <a:pt x="41738" y="286380"/>
                    <a:pt x="39636" y="289082"/>
                    <a:pt x="36634" y="289382"/>
                  </a:cubicBezTo>
                  <a:cubicBezTo>
                    <a:pt x="36033" y="289382"/>
                    <a:pt x="35433" y="289382"/>
                    <a:pt x="34833" y="289382"/>
                  </a:cubicBezTo>
                  <a:lnTo>
                    <a:pt x="6011" y="289382"/>
                  </a:lnTo>
                  <a:cubicBezTo>
                    <a:pt x="3009" y="289682"/>
                    <a:pt x="306" y="287580"/>
                    <a:pt x="6" y="284578"/>
                  </a:cubicBezTo>
                  <a:cubicBezTo>
                    <a:pt x="6" y="284278"/>
                    <a:pt x="6" y="283677"/>
                    <a:pt x="6" y="283377"/>
                  </a:cubicBezTo>
                  <a:lnTo>
                    <a:pt x="6" y="98438"/>
                  </a:lnTo>
                  <a:cubicBezTo>
                    <a:pt x="-294" y="72318"/>
                    <a:pt x="10214" y="47099"/>
                    <a:pt x="29428" y="28785"/>
                  </a:cubicBezTo>
                  <a:cubicBezTo>
                    <a:pt x="67858" y="-9344"/>
                    <a:pt x="130004" y="-9644"/>
                    <a:pt x="168734" y="28185"/>
                  </a:cubicBezTo>
                  <a:cubicBezTo>
                    <a:pt x="169034" y="28485"/>
                    <a:pt x="169034" y="28485"/>
                    <a:pt x="169334" y="28785"/>
                  </a:cubicBezTo>
                  <a:cubicBezTo>
                    <a:pt x="188248" y="47099"/>
                    <a:pt x="198756" y="72318"/>
                    <a:pt x="198456" y="98438"/>
                  </a:cubicBezTo>
                  <a:lnTo>
                    <a:pt x="198456" y="283377"/>
                  </a:lnTo>
                  <a:cubicBezTo>
                    <a:pt x="198756" y="286380"/>
                    <a:pt x="196355" y="289082"/>
                    <a:pt x="193352" y="289382"/>
                  </a:cubicBezTo>
                  <a:cubicBezTo>
                    <a:pt x="193052" y="289382"/>
                    <a:pt x="192752" y="289382"/>
                    <a:pt x="192452" y="2893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1" name="Google Shape;4891;p51"/>
            <p:cNvSpPr/>
            <p:nvPr/>
          </p:nvSpPr>
          <p:spPr>
            <a:xfrm>
              <a:off x="6523803" y="4111091"/>
              <a:ext cx="39029" cy="177134"/>
            </a:xfrm>
            <a:custGeom>
              <a:rect b="b" l="l" r="r" t="t"/>
              <a:pathLst>
                <a:path extrusionOk="0" h="177133" w="39029">
                  <a:moveTo>
                    <a:pt x="39930" y="37528"/>
                  </a:moveTo>
                  <a:lnTo>
                    <a:pt x="39930" y="173231"/>
                  </a:lnTo>
                  <a:cubicBezTo>
                    <a:pt x="40230" y="176233"/>
                    <a:pt x="38129" y="178935"/>
                    <a:pt x="34826" y="179235"/>
                  </a:cubicBezTo>
                  <a:cubicBezTo>
                    <a:pt x="34526" y="179235"/>
                    <a:pt x="34226" y="179235"/>
                    <a:pt x="33625" y="179235"/>
                  </a:cubicBezTo>
                  <a:lnTo>
                    <a:pt x="6005" y="179235"/>
                  </a:lnTo>
                  <a:cubicBezTo>
                    <a:pt x="3002" y="179836"/>
                    <a:pt x="300" y="177734"/>
                    <a:pt x="0" y="174732"/>
                  </a:cubicBezTo>
                  <a:cubicBezTo>
                    <a:pt x="0" y="174131"/>
                    <a:pt x="0" y="173531"/>
                    <a:pt x="0" y="172930"/>
                  </a:cubicBezTo>
                  <a:lnTo>
                    <a:pt x="0" y="0"/>
                  </a:lnTo>
                  <a:lnTo>
                    <a:pt x="39930" y="37528"/>
                  </a:lnTo>
                  <a:lnTo>
                    <a:pt x="39930" y="37528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2" name="Google Shape;4892;p51"/>
            <p:cNvSpPr/>
            <p:nvPr/>
          </p:nvSpPr>
          <p:spPr>
            <a:xfrm>
              <a:off x="6624477" y="4006913"/>
              <a:ext cx="192145" cy="282213"/>
            </a:xfrm>
            <a:custGeom>
              <a:rect b="b" l="l" r="r" t="t"/>
              <a:pathLst>
                <a:path extrusionOk="0" h="282212" w="192145">
                  <a:moveTo>
                    <a:pt x="193248" y="117989"/>
                  </a:moveTo>
                  <a:lnTo>
                    <a:pt x="135004" y="277709"/>
                  </a:lnTo>
                  <a:cubicBezTo>
                    <a:pt x="134404" y="280712"/>
                    <a:pt x="131702" y="282813"/>
                    <a:pt x="128699" y="282813"/>
                  </a:cubicBezTo>
                  <a:lnTo>
                    <a:pt x="105882" y="282813"/>
                  </a:lnTo>
                  <a:cubicBezTo>
                    <a:pt x="102580" y="282813"/>
                    <a:pt x="100778" y="281012"/>
                    <a:pt x="99577" y="277709"/>
                  </a:cubicBezTo>
                  <a:lnTo>
                    <a:pt x="803" y="8406"/>
                  </a:lnTo>
                  <a:cubicBezTo>
                    <a:pt x="-1299" y="3002"/>
                    <a:pt x="803" y="0"/>
                    <a:pt x="6207" y="0"/>
                  </a:cubicBezTo>
                  <a:lnTo>
                    <a:pt x="36230" y="0"/>
                  </a:lnTo>
                  <a:cubicBezTo>
                    <a:pt x="39832" y="0"/>
                    <a:pt x="42835" y="2402"/>
                    <a:pt x="43435" y="5704"/>
                  </a:cubicBezTo>
                  <a:lnTo>
                    <a:pt x="112787" y="195447"/>
                  </a:lnTo>
                  <a:cubicBezTo>
                    <a:pt x="113088" y="197249"/>
                    <a:pt x="114889" y="198450"/>
                    <a:pt x="116690" y="198149"/>
                  </a:cubicBezTo>
                  <a:cubicBezTo>
                    <a:pt x="118792" y="198450"/>
                    <a:pt x="120593" y="197249"/>
                    <a:pt x="121194" y="195447"/>
                  </a:cubicBezTo>
                  <a:lnTo>
                    <a:pt x="167128" y="69953"/>
                  </a:lnTo>
                  <a:lnTo>
                    <a:pt x="193248" y="117989"/>
                  </a:lnTo>
                  <a:lnTo>
                    <a:pt x="193248" y="11798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3" name="Google Shape;4893;p51"/>
            <p:cNvSpPr/>
            <p:nvPr/>
          </p:nvSpPr>
          <p:spPr>
            <a:xfrm>
              <a:off x="6902066" y="3999101"/>
              <a:ext cx="201152" cy="297224"/>
            </a:xfrm>
            <a:custGeom>
              <a:rect b="b" l="l" r="r" t="t"/>
              <a:pathLst>
                <a:path extrusionOk="0" h="297224" w="201151">
                  <a:moveTo>
                    <a:pt x="197872" y="166632"/>
                  </a:moveTo>
                  <a:lnTo>
                    <a:pt x="47158" y="166632"/>
                  </a:lnTo>
                  <a:cubicBezTo>
                    <a:pt x="44156" y="166332"/>
                    <a:pt x="41154" y="168433"/>
                    <a:pt x="40853" y="171736"/>
                  </a:cubicBezTo>
                  <a:cubicBezTo>
                    <a:pt x="40853" y="172036"/>
                    <a:pt x="40853" y="172336"/>
                    <a:pt x="40853" y="172937"/>
                  </a:cubicBezTo>
                  <a:lnTo>
                    <a:pt x="40853" y="190049"/>
                  </a:lnTo>
                  <a:cubicBezTo>
                    <a:pt x="40553" y="207763"/>
                    <a:pt x="47458" y="224876"/>
                    <a:pt x="60368" y="237185"/>
                  </a:cubicBezTo>
                  <a:cubicBezTo>
                    <a:pt x="72377" y="249794"/>
                    <a:pt x="89490" y="257000"/>
                    <a:pt x="106903" y="257000"/>
                  </a:cubicBezTo>
                  <a:cubicBezTo>
                    <a:pt x="129420" y="257300"/>
                    <a:pt x="151637" y="250095"/>
                    <a:pt x="170251" y="237185"/>
                  </a:cubicBezTo>
                  <a:cubicBezTo>
                    <a:pt x="172053" y="235384"/>
                    <a:pt x="175055" y="235384"/>
                    <a:pt x="177156" y="237185"/>
                  </a:cubicBezTo>
                  <a:cubicBezTo>
                    <a:pt x="177457" y="237485"/>
                    <a:pt x="177757" y="237785"/>
                    <a:pt x="178057" y="238386"/>
                  </a:cubicBezTo>
                  <a:lnTo>
                    <a:pt x="194570" y="262404"/>
                  </a:lnTo>
                  <a:cubicBezTo>
                    <a:pt x="196671" y="264506"/>
                    <a:pt x="196371" y="267808"/>
                    <a:pt x="194269" y="269609"/>
                  </a:cubicBezTo>
                  <a:cubicBezTo>
                    <a:pt x="193969" y="269910"/>
                    <a:pt x="193369" y="270210"/>
                    <a:pt x="193068" y="270510"/>
                  </a:cubicBezTo>
                  <a:cubicBezTo>
                    <a:pt x="168150" y="288824"/>
                    <a:pt x="138127" y="298431"/>
                    <a:pt x="107204" y="298131"/>
                  </a:cubicBezTo>
                  <a:cubicBezTo>
                    <a:pt x="78682" y="298431"/>
                    <a:pt x="51361" y="287023"/>
                    <a:pt x="31546" y="266607"/>
                  </a:cubicBezTo>
                  <a:cubicBezTo>
                    <a:pt x="10831" y="246792"/>
                    <a:pt x="-578" y="219171"/>
                    <a:pt x="23" y="190950"/>
                  </a:cubicBezTo>
                  <a:lnTo>
                    <a:pt x="23" y="101483"/>
                  </a:lnTo>
                  <a:cubicBezTo>
                    <a:pt x="-278" y="45641"/>
                    <a:pt x="45357" y="306"/>
                    <a:pt x="101499" y="6"/>
                  </a:cubicBezTo>
                  <a:cubicBezTo>
                    <a:pt x="128820" y="-294"/>
                    <a:pt x="154940" y="10514"/>
                    <a:pt x="173554" y="30029"/>
                  </a:cubicBezTo>
                  <a:cubicBezTo>
                    <a:pt x="193068" y="48643"/>
                    <a:pt x="203576" y="74462"/>
                    <a:pt x="202976" y="101483"/>
                  </a:cubicBezTo>
                  <a:lnTo>
                    <a:pt x="202976" y="160627"/>
                  </a:lnTo>
                  <a:cubicBezTo>
                    <a:pt x="202976" y="164530"/>
                    <a:pt x="201175" y="166632"/>
                    <a:pt x="197272" y="166632"/>
                  </a:cubicBezTo>
                  <a:moveTo>
                    <a:pt x="162445" y="101783"/>
                  </a:moveTo>
                  <a:cubicBezTo>
                    <a:pt x="162746" y="68458"/>
                    <a:pt x="135725" y="41137"/>
                    <a:pt x="102400" y="40837"/>
                  </a:cubicBezTo>
                  <a:cubicBezTo>
                    <a:pt x="102100" y="40837"/>
                    <a:pt x="101799" y="40837"/>
                    <a:pt x="101499" y="40837"/>
                  </a:cubicBezTo>
                  <a:cubicBezTo>
                    <a:pt x="85287" y="40537"/>
                    <a:pt x="69975" y="46841"/>
                    <a:pt x="58867" y="58550"/>
                  </a:cubicBezTo>
                  <a:cubicBezTo>
                    <a:pt x="47458" y="69959"/>
                    <a:pt x="41154" y="85270"/>
                    <a:pt x="41454" y="101483"/>
                  </a:cubicBezTo>
                  <a:lnTo>
                    <a:pt x="41454" y="120397"/>
                  </a:lnTo>
                  <a:cubicBezTo>
                    <a:pt x="41154" y="123399"/>
                    <a:pt x="43555" y="126101"/>
                    <a:pt x="46558" y="126401"/>
                  </a:cubicBezTo>
                  <a:cubicBezTo>
                    <a:pt x="46858" y="126401"/>
                    <a:pt x="47158" y="126401"/>
                    <a:pt x="47759" y="126401"/>
                  </a:cubicBezTo>
                  <a:lnTo>
                    <a:pt x="157942" y="126401"/>
                  </a:lnTo>
                  <a:cubicBezTo>
                    <a:pt x="161845" y="126401"/>
                    <a:pt x="163346" y="124300"/>
                    <a:pt x="163346" y="120397"/>
                  </a:cubicBezTo>
                  <a:lnTo>
                    <a:pt x="162445" y="10178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4" name="Google Shape;4894;p51"/>
            <p:cNvSpPr/>
            <p:nvPr/>
          </p:nvSpPr>
          <p:spPr>
            <a:xfrm>
              <a:off x="7168089" y="4142015"/>
              <a:ext cx="39029" cy="147111"/>
            </a:xfrm>
            <a:custGeom>
              <a:rect b="b" l="l" r="r" t="t"/>
              <a:pathLst>
                <a:path extrusionOk="0" h="147110" w="39029">
                  <a:moveTo>
                    <a:pt x="39630" y="0"/>
                  </a:moveTo>
                  <a:lnTo>
                    <a:pt x="39630" y="143808"/>
                  </a:lnTo>
                  <a:cubicBezTo>
                    <a:pt x="39930" y="146811"/>
                    <a:pt x="37829" y="149513"/>
                    <a:pt x="34826" y="149813"/>
                  </a:cubicBezTo>
                  <a:cubicBezTo>
                    <a:pt x="34526" y="149813"/>
                    <a:pt x="33926" y="149813"/>
                    <a:pt x="33625" y="149813"/>
                  </a:cubicBezTo>
                  <a:lnTo>
                    <a:pt x="6005" y="149813"/>
                  </a:lnTo>
                  <a:cubicBezTo>
                    <a:pt x="3002" y="150113"/>
                    <a:pt x="300" y="148012"/>
                    <a:pt x="0" y="144709"/>
                  </a:cubicBezTo>
                  <a:cubicBezTo>
                    <a:pt x="0" y="144409"/>
                    <a:pt x="0" y="144109"/>
                    <a:pt x="0" y="143508"/>
                  </a:cubicBezTo>
                  <a:lnTo>
                    <a:pt x="0" y="26720"/>
                  </a:lnTo>
                  <a:lnTo>
                    <a:pt x="39630" y="0"/>
                  </a:lnTo>
                  <a:lnTo>
                    <a:pt x="39630" y="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5" name="Google Shape;4895;p51"/>
            <p:cNvSpPr/>
            <p:nvPr/>
          </p:nvSpPr>
          <p:spPr>
            <a:xfrm>
              <a:off x="7592289" y="3898809"/>
              <a:ext cx="51039" cy="390294"/>
            </a:xfrm>
            <a:custGeom>
              <a:rect b="b" l="l" r="r" t="t"/>
              <a:pathLst>
                <a:path extrusionOk="0" h="390294" w="51038">
                  <a:moveTo>
                    <a:pt x="44454" y="46558"/>
                  </a:moveTo>
                  <a:cubicBezTo>
                    <a:pt x="39651" y="51962"/>
                    <a:pt x="33046" y="55264"/>
                    <a:pt x="25840" y="54964"/>
                  </a:cubicBezTo>
                  <a:cubicBezTo>
                    <a:pt x="18935" y="54964"/>
                    <a:pt x="12330" y="51962"/>
                    <a:pt x="7827" y="46558"/>
                  </a:cubicBezTo>
                  <a:cubicBezTo>
                    <a:pt x="2723" y="41754"/>
                    <a:pt x="-280" y="34849"/>
                    <a:pt x="21" y="27343"/>
                  </a:cubicBezTo>
                  <a:cubicBezTo>
                    <a:pt x="-280" y="19837"/>
                    <a:pt x="2723" y="12632"/>
                    <a:pt x="7827" y="7828"/>
                  </a:cubicBezTo>
                  <a:cubicBezTo>
                    <a:pt x="12330" y="2424"/>
                    <a:pt x="18935" y="-278"/>
                    <a:pt x="25840" y="23"/>
                  </a:cubicBezTo>
                  <a:cubicBezTo>
                    <a:pt x="32745" y="-278"/>
                    <a:pt x="39651" y="2424"/>
                    <a:pt x="44454" y="7828"/>
                  </a:cubicBezTo>
                  <a:cubicBezTo>
                    <a:pt x="49858" y="12932"/>
                    <a:pt x="52560" y="20138"/>
                    <a:pt x="52560" y="27343"/>
                  </a:cubicBezTo>
                  <a:cubicBezTo>
                    <a:pt x="52260" y="34849"/>
                    <a:pt x="49558" y="41754"/>
                    <a:pt x="44454" y="46558"/>
                  </a:cubicBezTo>
                  <a:moveTo>
                    <a:pt x="39651" y="392719"/>
                  </a:moveTo>
                  <a:lnTo>
                    <a:pt x="12630" y="392719"/>
                  </a:lnTo>
                  <a:cubicBezTo>
                    <a:pt x="8427" y="392719"/>
                    <a:pt x="6926" y="390617"/>
                    <a:pt x="6926" y="386714"/>
                  </a:cubicBezTo>
                  <a:lnTo>
                    <a:pt x="6926" y="112307"/>
                  </a:lnTo>
                  <a:cubicBezTo>
                    <a:pt x="6926" y="108404"/>
                    <a:pt x="8427" y="106603"/>
                    <a:pt x="12630" y="106603"/>
                  </a:cubicBezTo>
                  <a:lnTo>
                    <a:pt x="39651" y="106603"/>
                  </a:lnTo>
                  <a:cubicBezTo>
                    <a:pt x="43553" y="106603"/>
                    <a:pt x="45655" y="108404"/>
                    <a:pt x="45655" y="112307"/>
                  </a:cubicBezTo>
                  <a:lnTo>
                    <a:pt x="45655" y="386414"/>
                  </a:lnTo>
                  <a:cubicBezTo>
                    <a:pt x="45955" y="389416"/>
                    <a:pt x="43854" y="392118"/>
                    <a:pt x="40852" y="392418"/>
                  </a:cubicBezTo>
                  <a:cubicBezTo>
                    <a:pt x="40551" y="392719"/>
                    <a:pt x="39951" y="392719"/>
                    <a:pt x="39651" y="392719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6" name="Google Shape;4896;p51"/>
            <p:cNvSpPr/>
            <p:nvPr/>
          </p:nvSpPr>
          <p:spPr>
            <a:xfrm>
              <a:off x="7927941" y="3999084"/>
              <a:ext cx="201152" cy="297224"/>
            </a:xfrm>
            <a:custGeom>
              <a:rect b="b" l="l" r="r" t="t"/>
              <a:pathLst>
                <a:path extrusionOk="0" h="297224" w="201151">
                  <a:moveTo>
                    <a:pt x="197872" y="166649"/>
                  </a:moveTo>
                  <a:lnTo>
                    <a:pt x="46858" y="166649"/>
                  </a:lnTo>
                  <a:cubicBezTo>
                    <a:pt x="43856" y="166349"/>
                    <a:pt x="41154" y="168450"/>
                    <a:pt x="40854" y="171452"/>
                  </a:cubicBezTo>
                  <a:cubicBezTo>
                    <a:pt x="40854" y="171753"/>
                    <a:pt x="40854" y="172353"/>
                    <a:pt x="40854" y="172653"/>
                  </a:cubicBezTo>
                  <a:lnTo>
                    <a:pt x="40854" y="189766"/>
                  </a:lnTo>
                  <a:cubicBezTo>
                    <a:pt x="40553" y="207480"/>
                    <a:pt x="47459" y="224593"/>
                    <a:pt x="60368" y="236902"/>
                  </a:cubicBezTo>
                  <a:cubicBezTo>
                    <a:pt x="72677" y="249812"/>
                    <a:pt x="89790" y="257017"/>
                    <a:pt x="107504" y="256717"/>
                  </a:cubicBezTo>
                  <a:cubicBezTo>
                    <a:pt x="130021" y="257017"/>
                    <a:pt x="152238" y="249812"/>
                    <a:pt x="170852" y="236902"/>
                  </a:cubicBezTo>
                  <a:cubicBezTo>
                    <a:pt x="172953" y="235100"/>
                    <a:pt x="175956" y="235100"/>
                    <a:pt x="177757" y="236902"/>
                  </a:cubicBezTo>
                  <a:cubicBezTo>
                    <a:pt x="178057" y="237202"/>
                    <a:pt x="178357" y="237502"/>
                    <a:pt x="178357" y="237802"/>
                  </a:cubicBezTo>
                  <a:lnTo>
                    <a:pt x="194870" y="261821"/>
                  </a:lnTo>
                  <a:cubicBezTo>
                    <a:pt x="196671" y="263922"/>
                    <a:pt x="196671" y="267225"/>
                    <a:pt x="194570" y="269026"/>
                  </a:cubicBezTo>
                  <a:cubicBezTo>
                    <a:pt x="194269" y="269326"/>
                    <a:pt x="193669" y="269626"/>
                    <a:pt x="193369" y="269927"/>
                  </a:cubicBezTo>
                  <a:cubicBezTo>
                    <a:pt x="168450" y="288241"/>
                    <a:pt x="138427" y="297548"/>
                    <a:pt x="107504" y="297247"/>
                  </a:cubicBezTo>
                  <a:cubicBezTo>
                    <a:pt x="78682" y="297848"/>
                    <a:pt x="51061" y="286139"/>
                    <a:pt x="31546" y="265724"/>
                  </a:cubicBezTo>
                  <a:cubicBezTo>
                    <a:pt x="10831" y="245909"/>
                    <a:pt x="-578" y="218288"/>
                    <a:pt x="23" y="190066"/>
                  </a:cubicBezTo>
                  <a:lnTo>
                    <a:pt x="23" y="101199"/>
                  </a:lnTo>
                  <a:cubicBezTo>
                    <a:pt x="-278" y="45357"/>
                    <a:pt x="45357" y="323"/>
                    <a:pt x="101499" y="23"/>
                  </a:cubicBezTo>
                  <a:lnTo>
                    <a:pt x="101499" y="23"/>
                  </a:lnTo>
                  <a:cubicBezTo>
                    <a:pt x="128820" y="-577"/>
                    <a:pt x="154940" y="10531"/>
                    <a:pt x="173554" y="29746"/>
                  </a:cubicBezTo>
                  <a:cubicBezTo>
                    <a:pt x="193069" y="48360"/>
                    <a:pt x="203576" y="74179"/>
                    <a:pt x="202976" y="101199"/>
                  </a:cubicBezTo>
                  <a:lnTo>
                    <a:pt x="202976" y="160344"/>
                  </a:lnTo>
                  <a:cubicBezTo>
                    <a:pt x="202976" y="164247"/>
                    <a:pt x="201175" y="166349"/>
                    <a:pt x="197272" y="166349"/>
                  </a:cubicBezTo>
                  <a:moveTo>
                    <a:pt x="162445" y="101800"/>
                  </a:moveTo>
                  <a:cubicBezTo>
                    <a:pt x="162746" y="85588"/>
                    <a:pt x="156441" y="69976"/>
                    <a:pt x="144732" y="58567"/>
                  </a:cubicBezTo>
                  <a:cubicBezTo>
                    <a:pt x="133323" y="46858"/>
                    <a:pt x="117711" y="40554"/>
                    <a:pt x="101499" y="40854"/>
                  </a:cubicBezTo>
                  <a:cubicBezTo>
                    <a:pt x="85287" y="40554"/>
                    <a:pt x="69976" y="46858"/>
                    <a:pt x="58867" y="58567"/>
                  </a:cubicBezTo>
                  <a:cubicBezTo>
                    <a:pt x="46858" y="69976"/>
                    <a:pt x="40253" y="85588"/>
                    <a:pt x="40553" y="101800"/>
                  </a:cubicBezTo>
                  <a:lnTo>
                    <a:pt x="40553" y="120714"/>
                  </a:lnTo>
                  <a:cubicBezTo>
                    <a:pt x="40253" y="123716"/>
                    <a:pt x="42355" y="126418"/>
                    <a:pt x="45357" y="126719"/>
                  </a:cubicBezTo>
                  <a:cubicBezTo>
                    <a:pt x="45657" y="126719"/>
                    <a:pt x="46258" y="126719"/>
                    <a:pt x="46558" y="126719"/>
                  </a:cubicBezTo>
                  <a:lnTo>
                    <a:pt x="157041" y="126719"/>
                  </a:lnTo>
                  <a:cubicBezTo>
                    <a:pt x="160944" y="126719"/>
                    <a:pt x="162746" y="124617"/>
                    <a:pt x="162746" y="120714"/>
                  </a:cubicBezTo>
                  <a:lnTo>
                    <a:pt x="162746" y="10180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7" name="Google Shape;4897;p51"/>
            <p:cNvSpPr/>
            <p:nvPr/>
          </p:nvSpPr>
          <p:spPr>
            <a:xfrm>
              <a:off x="7334113" y="3998799"/>
              <a:ext cx="189143" cy="297224"/>
            </a:xfrm>
            <a:custGeom>
              <a:rect b="b" l="l" r="r" t="t"/>
              <a:pathLst>
                <a:path extrusionOk="0" h="297224" w="189142">
                  <a:moveTo>
                    <a:pt x="18016" y="238687"/>
                  </a:moveTo>
                  <a:cubicBezTo>
                    <a:pt x="43835" y="252498"/>
                    <a:pt x="72657" y="259703"/>
                    <a:pt x="102079" y="260003"/>
                  </a:cubicBezTo>
                  <a:cubicBezTo>
                    <a:pt x="114689" y="260304"/>
                    <a:pt x="126998" y="255200"/>
                    <a:pt x="135705" y="245893"/>
                  </a:cubicBezTo>
                  <a:cubicBezTo>
                    <a:pt x="144711" y="237186"/>
                    <a:pt x="149815" y="224877"/>
                    <a:pt x="149815" y="212267"/>
                  </a:cubicBezTo>
                  <a:cubicBezTo>
                    <a:pt x="149515" y="202660"/>
                    <a:pt x="146212" y="193353"/>
                    <a:pt x="140208" y="185847"/>
                  </a:cubicBezTo>
                  <a:cubicBezTo>
                    <a:pt x="134504" y="178042"/>
                    <a:pt x="126097" y="172637"/>
                    <a:pt x="116790" y="169935"/>
                  </a:cubicBezTo>
                  <a:lnTo>
                    <a:pt x="57646" y="153723"/>
                  </a:lnTo>
                  <a:cubicBezTo>
                    <a:pt x="23720" y="144716"/>
                    <a:pt x="2" y="114093"/>
                    <a:pt x="2" y="78967"/>
                  </a:cubicBezTo>
                  <a:cubicBezTo>
                    <a:pt x="-298" y="35734"/>
                    <a:pt x="34228" y="608"/>
                    <a:pt x="77761" y="7"/>
                  </a:cubicBezTo>
                  <a:cubicBezTo>
                    <a:pt x="78361" y="7"/>
                    <a:pt x="78962" y="7"/>
                    <a:pt x="79262" y="7"/>
                  </a:cubicBezTo>
                  <a:cubicBezTo>
                    <a:pt x="113788" y="-293"/>
                    <a:pt x="147413" y="8714"/>
                    <a:pt x="177136" y="26427"/>
                  </a:cubicBezTo>
                  <a:cubicBezTo>
                    <a:pt x="179838" y="27628"/>
                    <a:pt x="181039" y="30931"/>
                    <a:pt x="179538" y="33633"/>
                  </a:cubicBezTo>
                  <a:cubicBezTo>
                    <a:pt x="179237" y="33933"/>
                    <a:pt x="178937" y="34533"/>
                    <a:pt x="178637" y="34834"/>
                  </a:cubicBezTo>
                  <a:lnTo>
                    <a:pt x="164226" y="58852"/>
                  </a:lnTo>
                  <a:cubicBezTo>
                    <a:pt x="162124" y="62755"/>
                    <a:pt x="159122" y="63355"/>
                    <a:pt x="156420" y="61554"/>
                  </a:cubicBezTo>
                  <a:cubicBezTo>
                    <a:pt x="133002" y="47143"/>
                    <a:pt x="105982" y="39637"/>
                    <a:pt x="78361" y="39637"/>
                  </a:cubicBezTo>
                  <a:cubicBezTo>
                    <a:pt x="67853" y="39337"/>
                    <a:pt x="57946" y="43540"/>
                    <a:pt x="50740" y="51046"/>
                  </a:cubicBezTo>
                  <a:cubicBezTo>
                    <a:pt x="43835" y="57951"/>
                    <a:pt x="39932" y="67558"/>
                    <a:pt x="40232" y="77466"/>
                  </a:cubicBezTo>
                  <a:cubicBezTo>
                    <a:pt x="39031" y="94579"/>
                    <a:pt x="50740" y="109890"/>
                    <a:pt x="67553" y="112892"/>
                  </a:cubicBezTo>
                  <a:lnTo>
                    <a:pt x="126398" y="128504"/>
                  </a:lnTo>
                  <a:cubicBezTo>
                    <a:pt x="145011" y="133308"/>
                    <a:pt x="161524" y="144116"/>
                    <a:pt x="172933" y="159427"/>
                  </a:cubicBezTo>
                  <a:cubicBezTo>
                    <a:pt x="201754" y="198757"/>
                    <a:pt x="193048" y="253999"/>
                    <a:pt x="153418" y="282821"/>
                  </a:cubicBezTo>
                  <a:cubicBezTo>
                    <a:pt x="138407" y="293629"/>
                    <a:pt x="120393" y="299633"/>
                    <a:pt x="101779" y="299633"/>
                  </a:cubicBezTo>
                  <a:lnTo>
                    <a:pt x="101779" y="299633"/>
                  </a:lnTo>
                  <a:lnTo>
                    <a:pt x="18016" y="238687"/>
                  </a:lnTo>
                  <a:lnTo>
                    <a:pt x="18016" y="238687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8" name="Google Shape;4898;p51"/>
            <p:cNvSpPr/>
            <p:nvPr/>
          </p:nvSpPr>
          <p:spPr>
            <a:xfrm>
              <a:off x="7700091" y="3921920"/>
              <a:ext cx="180136" cy="219165"/>
            </a:xfrm>
            <a:custGeom>
              <a:rect b="b" l="l" r="r" t="t"/>
              <a:pathLst>
                <a:path extrusionOk="0" h="219165" w="180136">
                  <a:moveTo>
                    <a:pt x="44133" y="219494"/>
                  </a:moveTo>
                  <a:lnTo>
                    <a:pt x="44133" y="132128"/>
                  </a:lnTo>
                  <a:cubicBezTo>
                    <a:pt x="44133" y="128225"/>
                    <a:pt x="42032" y="126424"/>
                    <a:pt x="38129" y="126424"/>
                  </a:cubicBezTo>
                  <a:lnTo>
                    <a:pt x="6005" y="126424"/>
                  </a:lnTo>
                  <a:cubicBezTo>
                    <a:pt x="1501" y="126424"/>
                    <a:pt x="0" y="124322"/>
                    <a:pt x="0" y="120419"/>
                  </a:cubicBezTo>
                  <a:lnTo>
                    <a:pt x="0" y="91598"/>
                  </a:lnTo>
                  <a:cubicBezTo>
                    <a:pt x="0" y="87695"/>
                    <a:pt x="1501" y="86193"/>
                    <a:pt x="6005" y="86193"/>
                  </a:cubicBezTo>
                  <a:lnTo>
                    <a:pt x="37829" y="86193"/>
                  </a:lnTo>
                  <a:cubicBezTo>
                    <a:pt x="40831" y="86494"/>
                    <a:pt x="43533" y="84392"/>
                    <a:pt x="43833" y="81390"/>
                  </a:cubicBezTo>
                  <a:cubicBezTo>
                    <a:pt x="43833" y="81090"/>
                    <a:pt x="43833" y="80489"/>
                    <a:pt x="43833" y="80189"/>
                  </a:cubicBezTo>
                  <a:lnTo>
                    <a:pt x="43833" y="6033"/>
                  </a:lnTo>
                  <a:cubicBezTo>
                    <a:pt x="43533" y="3031"/>
                    <a:pt x="45935" y="329"/>
                    <a:pt x="48937" y="28"/>
                  </a:cubicBezTo>
                  <a:cubicBezTo>
                    <a:pt x="49237" y="28"/>
                    <a:pt x="49537" y="28"/>
                    <a:pt x="50138" y="28"/>
                  </a:cubicBezTo>
                  <a:lnTo>
                    <a:pt x="78059" y="28"/>
                  </a:lnTo>
                  <a:cubicBezTo>
                    <a:pt x="81061" y="-272"/>
                    <a:pt x="83763" y="1830"/>
                    <a:pt x="84064" y="5132"/>
                  </a:cubicBezTo>
                  <a:cubicBezTo>
                    <a:pt x="84064" y="5433"/>
                    <a:pt x="84064" y="5733"/>
                    <a:pt x="84064" y="6333"/>
                  </a:cubicBezTo>
                  <a:lnTo>
                    <a:pt x="84064" y="80189"/>
                  </a:lnTo>
                  <a:cubicBezTo>
                    <a:pt x="83763" y="83191"/>
                    <a:pt x="86165" y="85893"/>
                    <a:pt x="89167" y="86193"/>
                  </a:cubicBezTo>
                  <a:cubicBezTo>
                    <a:pt x="89468" y="86193"/>
                    <a:pt x="89768" y="86193"/>
                    <a:pt x="90368" y="86193"/>
                  </a:cubicBezTo>
                  <a:lnTo>
                    <a:pt x="174732" y="86193"/>
                  </a:lnTo>
                  <a:cubicBezTo>
                    <a:pt x="179235" y="86193"/>
                    <a:pt x="180737" y="87695"/>
                    <a:pt x="180737" y="91598"/>
                  </a:cubicBezTo>
                  <a:lnTo>
                    <a:pt x="180737" y="120419"/>
                  </a:lnTo>
                  <a:cubicBezTo>
                    <a:pt x="180737" y="124322"/>
                    <a:pt x="179235" y="126424"/>
                    <a:pt x="174732" y="126424"/>
                  </a:cubicBezTo>
                  <a:lnTo>
                    <a:pt x="90068" y="126424"/>
                  </a:lnTo>
                  <a:cubicBezTo>
                    <a:pt x="86165" y="126424"/>
                    <a:pt x="84064" y="128225"/>
                    <a:pt x="84064" y="132128"/>
                  </a:cubicBezTo>
                  <a:lnTo>
                    <a:pt x="84064" y="198778"/>
                  </a:lnTo>
                  <a:lnTo>
                    <a:pt x="44133" y="219494"/>
                  </a:lnTo>
                  <a:lnTo>
                    <a:pt x="44133" y="219494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9" name="Google Shape;4899;p51"/>
            <p:cNvSpPr/>
            <p:nvPr/>
          </p:nvSpPr>
          <p:spPr>
            <a:xfrm>
              <a:off x="6709034" y="4369579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156127" y="130306"/>
                  </a:moveTo>
                  <a:cubicBezTo>
                    <a:pt x="166935" y="115595"/>
                    <a:pt x="172639" y="97882"/>
                    <a:pt x="172039" y="79568"/>
                  </a:cubicBezTo>
                  <a:cubicBezTo>
                    <a:pt x="172339" y="58552"/>
                    <a:pt x="163933" y="38137"/>
                    <a:pt x="149221" y="23425"/>
                  </a:cubicBezTo>
                  <a:cubicBezTo>
                    <a:pt x="134811" y="8114"/>
                    <a:pt x="114996" y="-292"/>
                    <a:pt x="93980" y="8"/>
                  </a:cubicBezTo>
                  <a:lnTo>
                    <a:pt x="17722" y="8"/>
                  </a:lnTo>
                  <a:cubicBezTo>
                    <a:pt x="8115" y="8"/>
                    <a:pt x="309" y="7814"/>
                    <a:pt x="9" y="17721"/>
                  </a:cubicBezTo>
                  <a:cubicBezTo>
                    <a:pt x="9" y="18322"/>
                    <a:pt x="9" y="18922"/>
                    <a:pt x="9" y="19222"/>
                  </a:cubicBezTo>
                  <a:lnTo>
                    <a:pt x="9" y="271713"/>
                  </a:lnTo>
                  <a:cubicBezTo>
                    <a:pt x="-292" y="281620"/>
                    <a:pt x="7214" y="290027"/>
                    <a:pt x="16821" y="290327"/>
                  </a:cubicBezTo>
                  <a:cubicBezTo>
                    <a:pt x="17122" y="290327"/>
                    <a:pt x="17722" y="290327"/>
                    <a:pt x="18022" y="290327"/>
                  </a:cubicBezTo>
                  <a:lnTo>
                    <a:pt x="103587" y="290327"/>
                  </a:lnTo>
                  <a:cubicBezTo>
                    <a:pt x="125203" y="290627"/>
                    <a:pt x="145919" y="281920"/>
                    <a:pt x="160930" y="266008"/>
                  </a:cubicBezTo>
                  <a:cubicBezTo>
                    <a:pt x="176542" y="250697"/>
                    <a:pt x="185249" y="229381"/>
                    <a:pt x="185249" y="207164"/>
                  </a:cubicBezTo>
                  <a:lnTo>
                    <a:pt x="185249" y="195455"/>
                  </a:lnTo>
                  <a:cubicBezTo>
                    <a:pt x="185249" y="178943"/>
                    <a:pt x="180745" y="163031"/>
                    <a:pt x="172339" y="148920"/>
                  </a:cubicBezTo>
                  <a:cubicBezTo>
                    <a:pt x="168136" y="142015"/>
                    <a:pt x="163032" y="135410"/>
                    <a:pt x="157027" y="130006"/>
                  </a:cubicBezTo>
                  <a:moveTo>
                    <a:pt x="111093" y="100283"/>
                  </a:moveTo>
                  <a:cubicBezTo>
                    <a:pt x="105688" y="105687"/>
                    <a:pt x="98483" y="108389"/>
                    <a:pt x="90977" y="107789"/>
                  </a:cubicBezTo>
                  <a:lnTo>
                    <a:pt x="53749" y="107789"/>
                  </a:lnTo>
                  <a:lnTo>
                    <a:pt x="53749" y="55249"/>
                  </a:lnTo>
                  <a:lnTo>
                    <a:pt x="93980" y="55249"/>
                  </a:lnTo>
                  <a:cubicBezTo>
                    <a:pt x="100284" y="54949"/>
                    <a:pt x="106289" y="57351"/>
                    <a:pt x="110792" y="61854"/>
                  </a:cubicBezTo>
                  <a:cubicBezTo>
                    <a:pt x="115596" y="66358"/>
                    <a:pt x="117998" y="72663"/>
                    <a:pt x="117698" y="78967"/>
                  </a:cubicBezTo>
                  <a:cubicBezTo>
                    <a:pt x="117998" y="86773"/>
                    <a:pt x="115296" y="94279"/>
                    <a:pt x="110192" y="99683"/>
                  </a:cubicBezTo>
                  <a:moveTo>
                    <a:pt x="53749" y="163931"/>
                  </a:moveTo>
                  <a:lnTo>
                    <a:pt x="99384" y="163931"/>
                  </a:lnTo>
                  <a:cubicBezTo>
                    <a:pt x="107490" y="163931"/>
                    <a:pt x="115596" y="167234"/>
                    <a:pt x="121000" y="173238"/>
                  </a:cubicBezTo>
                  <a:cubicBezTo>
                    <a:pt x="127005" y="179243"/>
                    <a:pt x="130607" y="187349"/>
                    <a:pt x="130307" y="195755"/>
                  </a:cubicBezTo>
                  <a:lnTo>
                    <a:pt x="130307" y="206864"/>
                  </a:lnTo>
                  <a:cubicBezTo>
                    <a:pt x="130307" y="214069"/>
                    <a:pt x="127305" y="221275"/>
                    <a:pt x="122201" y="226078"/>
                  </a:cubicBezTo>
                  <a:cubicBezTo>
                    <a:pt x="117097" y="231482"/>
                    <a:pt x="110192" y="234485"/>
                    <a:pt x="102986" y="234485"/>
                  </a:cubicBezTo>
                  <a:lnTo>
                    <a:pt x="53749" y="234485"/>
                  </a:lnTo>
                  <a:lnTo>
                    <a:pt x="53749" y="163931"/>
                  </a:lnTo>
                  <a:lnTo>
                    <a:pt x="53749" y="163931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0" name="Google Shape;4900;p51"/>
            <p:cNvSpPr/>
            <p:nvPr/>
          </p:nvSpPr>
          <p:spPr>
            <a:xfrm>
              <a:off x="6940511" y="4365677"/>
              <a:ext cx="189143" cy="297224"/>
            </a:xfrm>
            <a:custGeom>
              <a:rect b="b" l="l" r="r" t="t"/>
              <a:pathLst>
                <a:path extrusionOk="0" h="297224" w="189142">
                  <a:moveTo>
                    <a:pt x="95479" y="6"/>
                  </a:moveTo>
                  <a:cubicBezTo>
                    <a:pt x="69959" y="-294"/>
                    <a:pt x="45641" y="9914"/>
                    <a:pt x="27928" y="28828"/>
                  </a:cubicBezTo>
                  <a:cubicBezTo>
                    <a:pt x="9614" y="47142"/>
                    <a:pt x="-294" y="72061"/>
                    <a:pt x="7" y="97880"/>
                  </a:cubicBezTo>
                  <a:lnTo>
                    <a:pt x="7" y="200858"/>
                  </a:lnTo>
                  <a:cubicBezTo>
                    <a:pt x="-294" y="226677"/>
                    <a:pt x="9914" y="251896"/>
                    <a:pt x="27928" y="269910"/>
                  </a:cubicBezTo>
                  <a:cubicBezTo>
                    <a:pt x="64856" y="307738"/>
                    <a:pt x="124901" y="308039"/>
                    <a:pt x="162429" y="270811"/>
                  </a:cubicBezTo>
                  <a:cubicBezTo>
                    <a:pt x="162730" y="270510"/>
                    <a:pt x="163030" y="270210"/>
                    <a:pt x="163330" y="269910"/>
                  </a:cubicBezTo>
                  <a:cubicBezTo>
                    <a:pt x="181644" y="251596"/>
                    <a:pt x="191852" y="226677"/>
                    <a:pt x="191551" y="200858"/>
                  </a:cubicBezTo>
                  <a:lnTo>
                    <a:pt x="191551" y="97880"/>
                  </a:lnTo>
                  <a:cubicBezTo>
                    <a:pt x="191852" y="71761"/>
                    <a:pt x="181644" y="46842"/>
                    <a:pt x="163330" y="28828"/>
                  </a:cubicBezTo>
                  <a:cubicBezTo>
                    <a:pt x="145617" y="9914"/>
                    <a:pt x="120998" y="-294"/>
                    <a:pt x="95479" y="6"/>
                  </a:cubicBezTo>
                  <a:moveTo>
                    <a:pt x="54348" y="97880"/>
                  </a:moveTo>
                  <a:cubicBezTo>
                    <a:pt x="54348" y="86472"/>
                    <a:pt x="58851" y="75363"/>
                    <a:pt x="67257" y="67858"/>
                  </a:cubicBezTo>
                  <a:cubicBezTo>
                    <a:pt x="83470" y="51645"/>
                    <a:pt x="109289" y="51645"/>
                    <a:pt x="125501" y="67858"/>
                  </a:cubicBezTo>
                  <a:cubicBezTo>
                    <a:pt x="133908" y="75663"/>
                    <a:pt x="138411" y="86472"/>
                    <a:pt x="138411" y="97880"/>
                  </a:cubicBezTo>
                  <a:lnTo>
                    <a:pt x="138411" y="200858"/>
                  </a:lnTo>
                  <a:cubicBezTo>
                    <a:pt x="138711" y="212267"/>
                    <a:pt x="133908" y="223075"/>
                    <a:pt x="125501" y="230580"/>
                  </a:cubicBezTo>
                  <a:cubicBezTo>
                    <a:pt x="110190" y="246793"/>
                    <a:pt x="84671" y="247393"/>
                    <a:pt x="68458" y="232081"/>
                  </a:cubicBezTo>
                  <a:cubicBezTo>
                    <a:pt x="67858" y="231781"/>
                    <a:pt x="67558" y="231181"/>
                    <a:pt x="67257" y="230580"/>
                  </a:cubicBezTo>
                  <a:cubicBezTo>
                    <a:pt x="59151" y="222774"/>
                    <a:pt x="54948" y="212267"/>
                    <a:pt x="54948" y="200858"/>
                  </a:cubicBezTo>
                  <a:lnTo>
                    <a:pt x="54348" y="97880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1" name="Google Shape;4901;p51"/>
            <p:cNvSpPr/>
            <p:nvPr/>
          </p:nvSpPr>
          <p:spPr>
            <a:xfrm>
              <a:off x="7438285" y="4369280"/>
              <a:ext cx="183138" cy="288217"/>
            </a:xfrm>
            <a:custGeom>
              <a:rect b="b" l="l" r="r" t="t"/>
              <a:pathLst>
                <a:path extrusionOk="0" h="288217" w="183138">
                  <a:moveTo>
                    <a:pt x="81070" y="306"/>
                  </a:moveTo>
                  <a:lnTo>
                    <a:pt x="18923" y="306"/>
                  </a:lnTo>
                  <a:cubicBezTo>
                    <a:pt x="9015" y="-294"/>
                    <a:pt x="609" y="7211"/>
                    <a:pt x="8" y="16819"/>
                  </a:cubicBezTo>
                  <a:cubicBezTo>
                    <a:pt x="8" y="17719"/>
                    <a:pt x="8" y="18620"/>
                    <a:pt x="8" y="19521"/>
                  </a:cubicBezTo>
                  <a:lnTo>
                    <a:pt x="8" y="272011"/>
                  </a:lnTo>
                  <a:cubicBezTo>
                    <a:pt x="-292" y="281919"/>
                    <a:pt x="7514" y="290325"/>
                    <a:pt x="17421" y="290625"/>
                  </a:cubicBezTo>
                  <a:cubicBezTo>
                    <a:pt x="17722" y="290625"/>
                    <a:pt x="18322" y="290625"/>
                    <a:pt x="18622" y="290625"/>
                  </a:cubicBezTo>
                  <a:lnTo>
                    <a:pt x="90377" y="290625"/>
                  </a:lnTo>
                  <a:cubicBezTo>
                    <a:pt x="115596" y="290925"/>
                    <a:pt x="139914" y="280718"/>
                    <a:pt x="157627" y="262704"/>
                  </a:cubicBezTo>
                  <a:cubicBezTo>
                    <a:pt x="175941" y="244690"/>
                    <a:pt x="185849" y="220072"/>
                    <a:pt x="185248" y="194553"/>
                  </a:cubicBezTo>
                  <a:lnTo>
                    <a:pt x="185248" y="104485"/>
                  </a:lnTo>
                  <a:cubicBezTo>
                    <a:pt x="185549" y="76864"/>
                    <a:pt x="174440" y="50144"/>
                    <a:pt x="154625" y="30629"/>
                  </a:cubicBezTo>
                  <a:cubicBezTo>
                    <a:pt x="135411" y="10814"/>
                    <a:pt x="108691" y="-294"/>
                    <a:pt x="80769" y="6"/>
                  </a:cubicBezTo>
                  <a:moveTo>
                    <a:pt x="89776" y="234483"/>
                  </a:moveTo>
                  <a:lnTo>
                    <a:pt x="54950" y="234483"/>
                  </a:lnTo>
                  <a:lnTo>
                    <a:pt x="54950" y="55848"/>
                  </a:lnTo>
                  <a:lnTo>
                    <a:pt x="80469" y="55848"/>
                  </a:lnTo>
                  <a:cubicBezTo>
                    <a:pt x="93379" y="55548"/>
                    <a:pt x="105988" y="60952"/>
                    <a:pt x="114995" y="70259"/>
                  </a:cubicBezTo>
                  <a:cubicBezTo>
                    <a:pt x="124603" y="79266"/>
                    <a:pt x="129706" y="91575"/>
                    <a:pt x="129706" y="104485"/>
                  </a:cubicBezTo>
                  <a:lnTo>
                    <a:pt x="129706" y="194553"/>
                  </a:lnTo>
                  <a:cubicBezTo>
                    <a:pt x="129406" y="216169"/>
                    <a:pt x="111693" y="233582"/>
                    <a:pt x="90076" y="233882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2" name="Google Shape;4902;p51"/>
            <p:cNvSpPr/>
            <p:nvPr/>
          </p:nvSpPr>
          <p:spPr>
            <a:xfrm>
              <a:off x="7680868" y="4369878"/>
              <a:ext cx="159120" cy="288217"/>
            </a:xfrm>
            <a:custGeom>
              <a:rect b="b" l="l" r="r" t="t"/>
              <a:pathLst>
                <a:path extrusionOk="0" h="288217" w="159120">
                  <a:moveTo>
                    <a:pt x="143517" y="233584"/>
                  </a:moveTo>
                  <a:lnTo>
                    <a:pt x="53449" y="233584"/>
                  </a:lnTo>
                  <a:lnTo>
                    <a:pt x="53449" y="163331"/>
                  </a:lnTo>
                  <a:lnTo>
                    <a:pt x="127905" y="163331"/>
                  </a:lnTo>
                  <a:cubicBezTo>
                    <a:pt x="137513" y="163331"/>
                    <a:pt x="145619" y="155525"/>
                    <a:pt x="145619" y="145318"/>
                  </a:cubicBezTo>
                  <a:cubicBezTo>
                    <a:pt x="145619" y="145017"/>
                    <a:pt x="145619" y="144717"/>
                    <a:pt x="145619" y="144417"/>
                  </a:cubicBezTo>
                  <a:lnTo>
                    <a:pt x="145619" y="125503"/>
                  </a:lnTo>
                  <a:cubicBezTo>
                    <a:pt x="146219" y="115895"/>
                    <a:pt x="139014" y="107489"/>
                    <a:pt x="129707" y="106889"/>
                  </a:cubicBezTo>
                  <a:cubicBezTo>
                    <a:pt x="129106" y="106889"/>
                    <a:pt x="128506" y="106889"/>
                    <a:pt x="127905" y="106889"/>
                  </a:cubicBezTo>
                  <a:lnTo>
                    <a:pt x="53449" y="106889"/>
                  </a:lnTo>
                  <a:lnTo>
                    <a:pt x="53449" y="54349"/>
                  </a:lnTo>
                  <a:lnTo>
                    <a:pt x="140515" y="54349"/>
                  </a:lnTo>
                  <a:cubicBezTo>
                    <a:pt x="150422" y="54649"/>
                    <a:pt x="158528" y="46543"/>
                    <a:pt x="158528" y="36636"/>
                  </a:cubicBezTo>
                  <a:cubicBezTo>
                    <a:pt x="158528" y="36335"/>
                    <a:pt x="158528" y="36035"/>
                    <a:pt x="158528" y="35735"/>
                  </a:cubicBezTo>
                  <a:lnTo>
                    <a:pt x="158528" y="18622"/>
                  </a:lnTo>
                  <a:cubicBezTo>
                    <a:pt x="158829" y="8715"/>
                    <a:pt x="151323" y="308"/>
                    <a:pt x="141716" y="8"/>
                  </a:cubicBezTo>
                  <a:cubicBezTo>
                    <a:pt x="141416" y="8"/>
                    <a:pt x="140815" y="8"/>
                    <a:pt x="140515" y="8"/>
                  </a:cubicBezTo>
                  <a:lnTo>
                    <a:pt x="17722" y="8"/>
                  </a:lnTo>
                  <a:cubicBezTo>
                    <a:pt x="8115" y="-292"/>
                    <a:pt x="309" y="7814"/>
                    <a:pt x="9" y="17421"/>
                  </a:cubicBezTo>
                  <a:cubicBezTo>
                    <a:pt x="9" y="17721"/>
                    <a:pt x="9" y="18322"/>
                    <a:pt x="9" y="18622"/>
                  </a:cubicBezTo>
                  <a:lnTo>
                    <a:pt x="9" y="271113"/>
                  </a:lnTo>
                  <a:cubicBezTo>
                    <a:pt x="-291" y="281020"/>
                    <a:pt x="7214" y="289426"/>
                    <a:pt x="16822" y="289727"/>
                  </a:cubicBezTo>
                  <a:cubicBezTo>
                    <a:pt x="17122" y="289727"/>
                    <a:pt x="17722" y="289727"/>
                    <a:pt x="18022" y="289727"/>
                  </a:cubicBezTo>
                  <a:lnTo>
                    <a:pt x="143217" y="289727"/>
                  </a:lnTo>
                  <a:cubicBezTo>
                    <a:pt x="152824" y="290027"/>
                    <a:pt x="160930" y="282221"/>
                    <a:pt x="161231" y="272313"/>
                  </a:cubicBezTo>
                  <a:cubicBezTo>
                    <a:pt x="161231" y="272013"/>
                    <a:pt x="161231" y="271413"/>
                    <a:pt x="161231" y="271113"/>
                  </a:cubicBezTo>
                  <a:lnTo>
                    <a:pt x="161231" y="252799"/>
                  </a:lnTo>
                  <a:cubicBezTo>
                    <a:pt x="161531" y="242891"/>
                    <a:pt x="154025" y="234485"/>
                    <a:pt x="144418" y="234185"/>
                  </a:cubicBezTo>
                  <a:cubicBezTo>
                    <a:pt x="144118" y="234185"/>
                    <a:pt x="143517" y="234185"/>
                    <a:pt x="143217" y="234185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3" name="Google Shape;4903;p51"/>
            <p:cNvSpPr/>
            <p:nvPr/>
          </p:nvSpPr>
          <p:spPr>
            <a:xfrm>
              <a:off x="7885323" y="4369575"/>
              <a:ext cx="219166" cy="288217"/>
            </a:xfrm>
            <a:custGeom>
              <a:rect b="b" l="l" r="r" t="t"/>
              <a:pathLst>
                <a:path extrusionOk="0" h="288217" w="219165">
                  <a:moveTo>
                    <a:pt x="144418" y="13221"/>
                  </a:moveTo>
                  <a:cubicBezTo>
                    <a:pt x="142316" y="5415"/>
                    <a:pt x="135111" y="11"/>
                    <a:pt x="127305" y="11"/>
                  </a:cubicBezTo>
                  <a:lnTo>
                    <a:pt x="94280" y="11"/>
                  </a:lnTo>
                  <a:cubicBezTo>
                    <a:pt x="86174" y="-289"/>
                    <a:pt x="78968" y="5415"/>
                    <a:pt x="76867" y="13221"/>
                  </a:cubicBezTo>
                  <a:lnTo>
                    <a:pt x="1510" y="264211"/>
                  </a:lnTo>
                  <a:cubicBezTo>
                    <a:pt x="309" y="266612"/>
                    <a:pt x="9" y="269014"/>
                    <a:pt x="9" y="271716"/>
                  </a:cubicBezTo>
                  <a:cubicBezTo>
                    <a:pt x="-292" y="281624"/>
                    <a:pt x="7214" y="290030"/>
                    <a:pt x="17121" y="290330"/>
                  </a:cubicBezTo>
                  <a:cubicBezTo>
                    <a:pt x="17422" y="290330"/>
                    <a:pt x="18022" y="290330"/>
                    <a:pt x="18322" y="290330"/>
                  </a:cubicBezTo>
                  <a:lnTo>
                    <a:pt x="36636" y="290330"/>
                  </a:lnTo>
                  <a:cubicBezTo>
                    <a:pt x="44742" y="290630"/>
                    <a:pt x="51948" y="285226"/>
                    <a:pt x="54050" y="277120"/>
                  </a:cubicBezTo>
                  <a:lnTo>
                    <a:pt x="76266" y="203565"/>
                  </a:lnTo>
                  <a:lnTo>
                    <a:pt x="144118" y="203565"/>
                  </a:lnTo>
                  <a:lnTo>
                    <a:pt x="166635" y="277721"/>
                  </a:lnTo>
                  <a:lnTo>
                    <a:pt x="166635" y="278922"/>
                  </a:lnTo>
                  <a:cubicBezTo>
                    <a:pt x="169337" y="286127"/>
                    <a:pt x="176242" y="290931"/>
                    <a:pt x="183747" y="290630"/>
                  </a:cubicBezTo>
                  <a:lnTo>
                    <a:pt x="202361" y="290630"/>
                  </a:lnTo>
                  <a:cubicBezTo>
                    <a:pt x="212269" y="290630"/>
                    <a:pt x="220375" y="282825"/>
                    <a:pt x="220675" y="272617"/>
                  </a:cubicBezTo>
                  <a:cubicBezTo>
                    <a:pt x="220675" y="272317"/>
                    <a:pt x="220675" y="272317"/>
                    <a:pt x="220675" y="272016"/>
                  </a:cubicBezTo>
                  <a:cubicBezTo>
                    <a:pt x="220675" y="269615"/>
                    <a:pt x="220375" y="267213"/>
                    <a:pt x="219474" y="265111"/>
                  </a:cubicBezTo>
                  <a:lnTo>
                    <a:pt x="144418" y="13221"/>
                  </a:lnTo>
                  <a:close/>
                  <a:moveTo>
                    <a:pt x="131208" y="147723"/>
                  </a:moveTo>
                  <a:lnTo>
                    <a:pt x="90677" y="147723"/>
                  </a:lnTo>
                  <a:lnTo>
                    <a:pt x="110792" y="78370"/>
                  </a:lnTo>
                  <a:lnTo>
                    <a:pt x="131208" y="147723"/>
                  </a:lnTo>
                  <a:lnTo>
                    <a:pt x="131208" y="147723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4" name="Google Shape;4904;p51"/>
            <p:cNvSpPr/>
            <p:nvPr/>
          </p:nvSpPr>
          <p:spPr>
            <a:xfrm>
              <a:off x="8147703" y="4369554"/>
              <a:ext cx="180136" cy="294222"/>
            </a:xfrm>
            <a:custGeom>
              <a:rect b="b" l="l" r="r" t="t"/>
              <a:pathLst>
                <a:path extrusionOk="0" h="294221" w="180136">
                  <a:moveTo>
                    <a:pt x="161849" y="32"/>
                  </a:moveTo>
                  <a:lnTo>
                    <a:pt x="143835" y="32"/>
                  </a:lnTo>
                  <a:cubicBezTo>
                    <a:pt x="133928" y="-568"/>
                    <a:pt x="125521" y="7238"/>
                    <a:pt x="125221" y="17145"/>
                  </a:cubicBezTo>
                  <a:cubicBezTo>
                    <a:pt x="125221" y="17746"/>
                    <a:pt x="125221" y="18646"/>
                    <a:pt x="125221" y="19247"/>
                  </a:cubicBezTo>
                  <a:lnTo>
                    <a:pt x="125221" y="203286"/>
                  </a:lnTo>
                  <a:cubicBezTo>
                    <a:pt x="125521" y="212893"/>
                    <a:pt x="121919" y="222200"/>
                    <a:pt x="115013" y="228805"/>
                  </a:cubicBezTo>
                  <a:cubicBezTo>
                    <a:pt x="100903" y="242615"/>
                    <a:pt x="78086" y="242315"/>
                    <a:pt x="64575" y="227904"/>
                  </a:cubicBezTo>
                  <a:cubicBezTo>
                    <a:pt x="58271" y="221299"/>
                    <a:pt x="54668" y="212593"/>
                    <a:pt x="54668" y="203286"/>
                  </a:cubicBezTo>
                  <a:lnTo>
                    <a:pt x="54668" y="19247"/>
                  </a:lnTo>
                  <a:cubicBezTo>
                    <a:pt x="55268" y="9640"/>
                    <a:pt x="48063" y="1233"/>
                    <a:pt x="38155" y="633"/>
                  </a:cubicBezTo>
                  <a:cubicBezTo>
                    <a:pt x="37555" y="633"/>
                    <a:pt x="36954" y="633"/>
                    <a:pt x="36354" y="633"/>
                  </a:cubicBezTo>
                  <a:lnTo>
                    <a:pt x="18341" y="633"/>
                  </a:lnTo>
                  <a:cubicBezTo>
                    <a:pt x="8433" y="333"/>
                    <a:pt x="327" y="8139"/>
                    <a:pt x="27" y="18046"/>
                  </a:cubicBezTo>
                  <a:cubicBezTo>
                    <a:pt x="27" y="18346"/>
                    <a:pt x="27" y="18947"/>
                    <a:pt x="27" y="19247"/>
                  </a:cubicBezTo>
                  <a:lnTo>
                    <a:pt x="27" y="203286"/>
                  </a:lnTo>
                  <a:cubicBezTo>
                    <a:pt x="-574" y="227604"/>
                    <a:pt x="9033" y="251022"/>
                    <a:pt x="26146" y="268135"/>
                  </a:cubicBezTo>
                  <a:cubicBezTo>
                    <a:pt x="60973" y="303862"/>
                    <a:pt x="118016" y="304162"/>
                    <a:pt x="153443" y="268735"/>
                  </a:cubicBezTo>
                  <a:cubicBezTo>
                    <a:pt x="153743" y="268435"/>
                    <a:pt x="154043" y="268135"/>
                    <a:pt x="154043" y="268135"/>
                  </a:cubicBezTo>
                  <a:cubicBezTo>
                    <a:pt x="171156" y="251022"/>
                    <a:pt x="180463" y="227604"/>
                    <a:pt x="180163" y="203286"/>
                  </a:cubicBezTo>
                  <a:lnTo>
                    <a:pt x="180163" y="18947"/>
                  </a:lnTo>
                  <a:cubicBezTo>
                    <a:pt x="180763" y="9039"/>
                    <a:pt x="173257" y="933"/>
                    <a:pt x="163350" y="333"/>
                  </a:cubicBezTo>
                  <a:cubicBezTo>
                    <a:pt x="162750" y="333"/>
                    <a:pt x="162149" y="333"/>
                    <a:pt x="161549" y="333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5" name="Google Shape;4905;p51"/>
            <p:cNvSpPr/>
            <p:nvPr/>
          </p:nvSpPr>
          <p:spPr>
            <a:xfrm>
              <a:off x="8374774" y="4369858"/>
              <a:ext cx="189143" cy="285215"/>
            </a:xfrm>
            <a:custGeom>
              <a:rect b="b" l="l" r="r" t="t"/>
              <a:pathLst>
                <a:path extrusionOk="0" h="285215" w="189142">
                  <a:moveTo>
                    <a:pt x="124821" y="143236"/>
                  </a:moveTo>
                  <a:lnTo>
                    <a:pt x="187869" y="25848"/>
                  </a:lnTo>
                  <a:lnTo>
                    <a:pt x="189070" y="22545"/>
                  </a:lnTo>
                  <a:cubicBezTo>
                    <a:pt x="190571" y="16841"/>
                    <a:pt x="189370" y="11137"/>
                    <a:pt x="185767" y="6633"/>
                  </a:cubicBezTo>
                  <a:cubicBezTo>
                    <a:pt x="182465" y="2430"/>
                    <a:pt x="177061" y="-272"/>
                    <a:pt x="171657" y="28"/>
                  </a:cubicBezTo>
                  <a:lnTo>
                    <a:pt x="153343" y="28"/>
                  </a:lnTo>
                  <a:cubicBezTo>
                    <a:pt x="146137" y="-272"/>
                    <a:pt x="139833" y="3931"/>
                    <a:pt x="137131" y="10536"/>
                  </a:cubicBezTo>
                  <a:lnTo>
                    <a:pt x="94799" y="88895"/>
                  </a:lnTo>
                  <a:lnTo>
                    <a:pt x="52767" y="11137"/>
                  </a:lnTo>
                  <a:cubicBezTo>
                    <a:pt x="50065" y="4231"/>
                    <a:pt x="43460" y="28"/>
                    <a:pt x="36254" y="28"/>
                  </a:cubicBezTo>
                  <a:lnTo>
                    <a:pt x="18241" y="28"/>
                  </a:lnTo>
                  <a:cubicBezTo>
                    <a:pt x="12837" y="-272"/>
                    <a:pt x="7433" y="1830"/>
                    <a:pt x="3830" y="6033"/>
                  </a:cubicBezTo>
                  <a:cubicBezTo>
                    <a:pt x="227" y="10836"/>
                    <a:pt x="-974" y="16841"/>
                    <a:pt x="828" y="22545"/>
                  </a:cubicBezTo>
                  <a:lnTo>
                    <a:pt x="2028" y="25848"/>
                  </a:lnTo>
                  <a:lnTo>
                    <a:pt x="65076" y="143236"/>
                  </a:lnTo>
                  <a:lnTo>
                    <a:pt x="2028" y="259724"/>
                  </a:lnTo>
                  <a:lnTo>
                    <a:pt x="1128" y="262126"/>
                  </a:lnTo>
                  <a:cubicBezTo>
                    <a:pt x="-673" y="267830"/>
                    <a:pt x="227" y="274135"/>
                    <a:pt x="3530" y="278939"/>
                  </a:cubicBezTo>
                  <a:cubicBezTo>
                    <a:pt x="7132" y="283742"/>
                    <a:pt x="12536" y="286144"/>
                    <a:pt x="18541" y="286144"/>
                  </a:cubicBezTo>
                  <a:lnTo>
                    <a:pt x="37155" y="286144"/>
                  </a:lnTo>
                  <a:cubicBezTo>
                    <a:pt x="44361" y="286144"/>
                    <a:pt x="50665" y="281941"/>
                    <a:pt x="53367" y="275036"/>
                  </a:cubicBezTo>
                  <a:lnTo>
                    <a:pt x="94799" y="197877"/>
                  </a:lnTo>
                  <a:lnTo>
                    <a:pt x="136230" y="274735"/>
                  </a:lnTo>
                  <a:cubicBezTo>
                    <a:pt x="138932" y="281641"/>
                    <a:pt x="145537" y="285844"/>
                    <a:pt x="152742" y="285844"/>
                  </a:cubicBezTo>
                  <a:lnTo>
                    <a:pt x="171356" y="285844"/>
                  </a:lnTo>
                  <a:cubicBezTo>
                    <a:pt x="177061" y="286144"/>
                    <a:pt x="182765" y="283442"/>
                    <a:pt x="186068" y="278638"/>
                  </a:cubicBezTo>
                  <a:cubicBezTo>
                    <a:pt x="189670" y="273534"/>
                    <a:pt x="190571" y="267230"/>
                    <a:pt x="188469" y="261225"/>
                  </a:cubicBezTo>
                  <a:lnTo>
                    <a:pt x="124821" y="143236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6" name="Google Shape;4906;p51"/>
            <p:cNvSpPr/>
            <p:nvPr/>
          </p:nvSpPr>
          <p:spPr>
            <a:xfrm>
              <a:off x="7191198" y="4369210"/>
              <a:ext cx="186141" cy="288217"/>
            </a:xfrm>
            <a:custGeom>
              <a:rect b="b" l="l" r="r" t="t"/>
              <a:pathLst>
                <a:path extrusionOk="0" h="288217" w="186140">
                  <a:moveTo>
                    <a:pt x="186149" y="264275"/>
                  </a:moveTo>
                  <a:lnTo>
                    <a:pt x="136612" y="167903"/>
                  </a:lnTo>
                  <a:cubicBezTo>
                    <a:pt x="142917" y="164300"/>
                    <a:pt x="148621" y="159796"/>
                    <a:pt x="154025" y="154693"/>
                  </a:cubicBezTo>
                  <a:cubicBezTo>
                    <a:pt x="169337" y="139681"/>
                    <a:pt x="177743" y="118665"/>
                    <a:pt x="177443" y="97049"/>
                  </a:cubicBezTo>
                  <a:lnTo>
                    <a:pt x="177443" y="82038"/>
                  </a:lnTo>
                  <a:cubicBezTo>
                    <a:pt x="178043" y="60422"/>
                    <a:pt x="169637" y="39105"/>
                    <a:pt x="154626" y="23794"/>
                  </a:cubicBezTo>
                  <a:cubicBezTo>
                    <a:pt x="139914" y="8182"/>
                    <a:pt x="119499" y="-224"/>
                    <a:pt x="98183" y="76"/>
                  </a:cubicBezTo>
                  <a:lnTo>
                    <a:pt x="18923" y="76"/>
                  </a:lnTo>
                  <a:cubicBezTo>
                    <a:pt x="9316" y="-825"/>
                    <a:pt x="909" y="6381"/>
                    <a:pt x="9" y="16288"/>
                  </a:cubicBezTo>
                  <a:cubicBezTo>
                    <a:pt x="9" y="17189"/>
                    <a:pt x="9" y="18390"/>
                    <a:pt x="9" y="19290"/>
                  </a:cubicBezTo>
                  <a:lnTo>
                    <a:pt x="9" y="271781"/>
                  </a:lnTo>
                  <a:cubicBezTo>
                    <a:pt x="-292" y="281688"/>
                    <a:pt x="7214" y="290095"/>
                    <a:pt x="16821" y="290395"/>
                  </a:cubicBezTo>
                  <a:cubicBezTo>
                    <a:pt x="17122" y="290395"/>
                    <a:pt x="17722" y="290395"/>
                    <a:pt x="18022" y="290395"/>
                  </a:cubicBezTo>
                  <a:lnTo>
                    <a:pt x="36036" y="290395"/>
                  </a:lnTo>
                  <a:cubicBezTo>
                    <a:pt x="45943" y="290395"/>
                    <a:pt x="54050" y="282589"/>
                    <a:pt x="54050" y="272381"/>
                  </a:cubicBezTo>
                  <a:cubicBezTo>
                    <a:pt x="54050" y="272081"/>
                    <a:pt x="54050" y="272081"/>
                    <a:pt x="54050" y="271781"/>
                  </a:cubicBezTo>
                  <a:lnTo>
                    <a:pt x="54050" y="178410"/>
                  </a:lnTo>
                  <a:lnTo>
                    <a:pt x="83171" y="178410"/>
                  </a:lnTo>
                  <a:lnTo>
                    <a:pt x="133910" y="278086"/>
                  </a:lnTo>
                  <a:cubicBezTo>
                    <a:pt x="136612" y="284991"/>
                    <a:pt x="143217" y="289494"/>
                    <a:pt x="150422" y="289494"/>
                  </a:cubicBezTo>
                  <a:lnTo>
                    <a:pt x="169036" y="289494"/>
                  </a:lnTo>
                  <a:cubicBezTo>
                    <a:pt x="174741" y="289795"/>
                    <a:pt x="180445" y="287092"/>
                    <a:pt x="183747" y="282289"/>
                  </a:cubicBezTo>
                  <a:cubicBezTo>
                    <a:pt x="187350" y="277185"/>
                    <a:pt x="188251" y="270880"/>
                    <a:pt x="186149" y="265176"/>
                  </a:cubicBezTo>
                  <a:lnTo>
                    <a:pt x="186149" y="265176"/>
                  </a:lnTo>
                  <a:moveTo>
                    <a:pt x="123402" y="83539"/>
                  </a:moveTo>
                  <a:lnTo>
                    <a:pt x="123402" y="97950"/>
                  </a:lnTo>
                  <a:cubicBezTo>
                    <a:pt x="123402" y="112361"/>
                    <a:pt x="111693" y="124370"/>
                    <a:pt x="97582" y="124370"/>
                  </a:cubicBezTo>
                  <a:lnTo>
                    <a:pt x="54050" y="124370"/>
                  </a:lnTo>
                  <a:lnTo>
                    <a:pt x="54050" y="56218"/>
                  </a:lnTo>
                  <a:lnTo>
                    <a:pt x="97582" y="56218"/>
                  </a:lnTo>
                  <a:cubicBezTo>
                    <a:pt x="104187" y="55918"/>
                    <a:pt x="110492" y="58620"/>
                    <a:pt x="115296" y="63424"/>
                  </a:cubicBezTo>
                  <a:cubicBezTo>
                    <a:pt x="120400" y="68227"/>
                    <a:pt x="123402" y="75133"/>
                    <a:pt x="123102" y="82338"/>
                  </a:cubicBezTo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7" name="Google Shape;4907;p51"/>
            <p:cNvSpPr/>
            <p:nvPr/>
          </p:nvSpPr>
          <p:spPr>
            <a:xfrm>
              <a:off x="6485374" y="4373489"/>
              <a:ext cx="60045" cy="120091"/>
            </a:xfrm>
            <a:custGeom>
              <a:rect b="b" l="l" r="r" t="t"/>
              <a:pathLst>
                <a:path extrusionOk="0" h="120090" w="60045">
                  <a:moveTo>
                    <a:pt x="60045" y="120391"/>
                  </a:moveTo>
                  <a:lnTo>
                    <a:pt x="54641" y="120391"/>
                  </a:lnTo>
                  <a:cubicBezTo>
                    <a:pt x="53440" y="120391"/>
                    <a:pt x="52840" y="119490"/>
                    <a:pt x="52840" y="118589"/>
                  </a:cubicBezTo>
                  <a:lnTo>
                    <a:pt x="52840" y="117088"/>
                  </a:lnTo>
                  <a:cubicBezTo>
                    <a:pt x="52840" y="115587"/>
                    <a:pt x="52239" y="115287"/>
                    <a:pt x="51039" y="115287"/>
                  </a:cubicBezTo>
                  <a:cubicBezTo>
                    <a:pt x="49838" y="115287"/>
                    <a:pt x="50138" y="115287"/>
                    <a:pt x="50138" y="115287"/>
                  </a:cubicBezTo>
                  <a:cubicBezTo>
                    <a:pt x="36628" y="126095"/>
                    <a:pt x="17113" y="123693"/>
                    <a:pt x="6605" y="109583"/>
                  </a:cubicBezTo>
                  <a:cubicBezTo>
                    <a:pt x="2402" y="104179"/>
                    <a:pt x="0" y="97273"/>
                    <a:pt x="0" y="90368"/>
                  </a:cubicBezTo>
                  <a:lnTo>
                    <a:pt x="0" y="64549"/>
                  </a:lnTo>
                  <a:cubicBezTo>
                    <a:pt x="0" y="56443"/>
                    <a:pt x="3302" y="48937"/>
                    <a:pt x="9007" y="43233"/>
                  </a:cubicBezTo>
                  <a:cubicBezTo>
                    <a:pt x="14711" y="36928"/>
                    <a:pt x="22517" y="33625"/>
                    <a:pt x="30923" y="33926"/>
                  </a:cubicBezTo>
                  <a:cubicBezTo>
                    <a:pt x="36628" y="33926"/>
                    <a:pt x="42332" y="35427"/>
                    <a:pt x="47136" y="38729"/>
                  </a:cubicBezTo>
                  <a:lnTo>
                    <a:pt x="48336" y="38729"/>
                  </a:lnTo>
                  <a:cubicBezTo>
                    <a:pt x="49537" y="38729"/>
                    <a:pt x="49838" y="38729"/>
                    <a:pt x="49838" y="37228"/>
                  </a:cubicBezTo>
                  <a:lnTo>
                    <a:pt x="49838" y="1801"/>
                  </a:lnTo>
                  <a:cubicBezTo>
                    <a:pt x="49537" y="901"/>
                    <a:pt x="50138" y="300"/>
                    <a:pt x="51039" y="0"/>
                  </a:cubicBezTo>
                  <a:cubicBezTo>
                    <a:pt x="51339" y="0"/>
                    <a:pt x="51339" y="0"/>
                    <a:pt x="51639" y="0"/>
                  </a:cubicBezTo>
                  <a:lnTo>
                    <a:pt x="60045" y="0"/>
                  </a:lnTo>
                  <a:cubicBezTo>
                    <a:pt x="61246" y="0"/>
                    <a:pt x="61546" y="0"/>
                    <a:pt x="61546" y="1801"/>
                  </a:cubicBezTo>
                  <a:lnTo>
                    <a:pt x="61546" y="118589"/>
                  </a:lnTo>
                  <a:cubicBezTo>
                    <a:pt x="61546" y="119790"/>
                    <a:pt x="61546" y="120691"/>
                    <a:pt x="60045" y="120391"/>
                  </a:cubicBezTo>
                  <a:moveTo>
                    <a:pt x="49838" y="65449"/>
                  </a:moveTo>
                  <a:cubicBezTo>
                    <a:pt x="50138" y="60346"/>
                    <a:pt x="48036" y="55242"/>
                    <a:pt x="44133" y="51639"/>
                  </a:cubicBezTo>
                  <a:cubicBezTo>
                    <a:pt x="36628" y="43833"/>
                    <a:pt x="24619" y="44133"/>
                    <a:pt x="17113" y="51639"/>
                  </a:cubicBezTo>
                  <a:cubicBezTo>
                    <a:pt x="13510" y="55242"/>
                    <a:pt x="11409" y="60346"/>
                    <a:pt x="11409" y="65449"/>
                  </a:cubicBezTo>
                  <a:lnTo>
                    <a:pt x="11409" y="91269"/>
                  </a:lnTo>
                  <a:cubicBezTo>
                    <a:pt x="11409" y="96673"/>
                    <a:pt x="13210" y="101777"/>
                    <a:pt x="16813" y="105379"/>
                  </a:cubicBezTo>
                  <a:cubicBezTo>
                    <a:pt x="20415" y="109282"/>
                    <a:pt x="25219" y="111084"/>
                    <a:pt x="30623" y="111084"/>
                  </a:cubicBezTo>
                  <a:cubicBezTo>
                    <a:pt x="35727" y="111084"/>
                    <a:pt x="40531" y="108982"/>
                    <a:pt x="44133" y="105379"/>
                  </a:cubicBezTo>
                  <a:cubicBezTo>
                    <a:pt x="47736" y="101777"/>
                    <a:pt x="49838" y="96673"/>
                    <a:pt x="49838" y="91269"/>
                  </a:cubicBezTo>
                  <a:lnTo>
                    <a:pt x="49838" y="65449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8" name="Google Shape;4908;p51"/>
            <p:cNvSpPr/>
            <p:nvPr/>
          </p:nvSpPr>
          <p:spPr>
            <a:xfrm>
              <a:off x="6570319" y="4403924"/>
              <a:ext cx="57043" cy="93070"/>
            </a:xfrm>
            <a:custGeom>
              <a:rect b="b" l="l" r="r" t="t"/>
              <a:pathLst>
                <a:path extrusionOk="0" h="93070" w="57043">
                  <a:moveTo>
                    <a:pt x="56762" y="52728"/>
                  </a:moveTo>
                  <a:lnTo>
                    <a:pt x="12929" y="52728"/>
                  </a:lnTo>
                  <a:cubicBezTo>
                    <a:pt x="12028" y="52728"/>
                    <a:pt x="11127" y="53328"/>
                    <a:pt x="11127" y="54229"/>
                  </a:cubicBezTo>
                  <a:cubicBezTo>
                    <a:pt x="11127" y="54229"/>
                    <a:pt x="11127" y="54529"/>
                    <a:pt x="11127" y="54529"/>
                  </a:cubicBezTo>
                  <a:lnTo>
                    <a:pt x="11127" y="59933"/>
                  </a:lnTo>
                  <a:cubicBezTo>
                    <a:pt x="11127" y="65637"/>
                    <a:pt x="13229" y="70741"/>
                    <a:pt x="16832" y="74644"/>
                  </a:cubicBezTo>
                  <a:cubicBezTo>
                    <a:pt x="20434" y="78547"/>
                    <a:pt x="25238" y="80949"/>
                    <a:pt x="30642" y="80949"/>
                  </a:cubicBezTo>
                  <a:cubicBezTo>
                    <a:pt x="37247" y="80949"/>
                    <a:pt x="43552" y="78847"/>
                    <a:pt x="48956" y="74644"/>
                  </a:cubicBezTo>
                  <a:cubicBezTo>
                    <a:pt x="49556" y="74044"/>
                    <a:pt x="50457" y="74044"/>
                    <a:pt x="51057" y="74644"/>
                  </a:cubicBezTo>
                  <a:cubicBezTo>
                    <a:pt x="51057" y="74644"/>
                    <a:pt x="51057" y="74644"/>
                    <a:pt x="51057" y="74644"/>
                  </a:cubicBezTo>
                  <a:lnTo>
                    <a:pt x="55861" y="82150"/>
                  </a:lnTo>
                  <a:cubicBezTo>
                    <a:pt x="56461" y="82750"/>
                    <a:pt x="56762" y="83651"/>
                    <a:pt x="56161" y="84552"/>
                  </a:cubicBezTo>
                  <a:cubicBezTo>
                    <a:pt x="56161" y="84552"/>
                    <a:pt x="55861" y="84852"/>
                    <a:pt x="55861" y="84852"/>
                  </a:cubicBezTo>
                  <a:cubicBezTo>
                    <a:pt x="48656" y="90556"/>
                    <a:pt x="39949" y="93558"/>
                    <a:pt x="30942" y="93558"/>
                  </a:cubicBezTo>
                  <a:cubicBezTo>
                    <a:pt x="22836" y="93558"/>
                    <a:pt x="14730" y="89956"/>
                    <a:pt x="9026" y="83651"/>
                  </a:cubicBezTo>
                  <a:cubicBezTo>
                    <a:pt x="3021" y="77346"/>
                    <a:pt x="-281" y="68640"/>
                    <a:pt x="19" y="59633"/>
                  </a:cubicBezTo>
                  <a:lnTo>
                    <a:pt x="19" y="32012"/>
                  </a:lnTo>
                  <a:cubicBezTo>
                    <a:pt x="19" y="23606"/>
                    <a:pt x="3021" y="15199"/>
                    <a:pt x="8725" y="9195"/>
                  </a:cubicBezTo>
                  <a:cubicBezTo>
                    <a:pt x="20434" y="-3115"/>
                    <a:pt x="39048" y="-3115"/>
                    <a:pt x="50457" y="9495"/>
                  </a:cubicBezTo>
                  <a:cubicBezTo>
                    <a:pt x="55861" y="15500"/>
                    <a:pt x="58863" y="23606"/>
                    <a:pt x="58863" y="32012"/>
                  </a:cubicBezTo>
                  <a:lnTo>
                    <a:pt x="58863" y="50626"/>
                  </a:lnTo>
                  <a:cubicBezTo>
                    <a:pt x="58863" y="52127"/>
                    <a:pt x="58863" y="52728"/>
                    <a:pt x="56762" y="52728"/>
                  </a:cubicBezTo>
                  <a:moveTo>
                    <a:pt x="46854" y="32312"/>
                  </a:moveTo>
                  <a:cubicBezTo>
                    <a:pt x="46854" y="27208"/>
                    <a:pt x="45053" y="22405"/>
                    <a:pt x="41750" y="18802"/>
                  </a:cubicBezTo>
                  <a:cubicBezTo>
                    <a:pt x="38448" y="15199"/>
                    <a:pt x="33944" y="13098"/>
                    <a:pt x="29141" y="13398"/>
                  </a:cubicBezTo>
                  <a:cubicBezTo>
                    <a:pt x="24337" y="13098"/>
                    <a:pt x="19834" y="15199"/>
                    <a:pt x="16531" y="18802"/>
                  </a:cubicBezTo>
                  <a:cubicBezTo>
                    <a:pt x="12929" y="22405"/>
                    <a:pt x="11127" y="27208"/>
                    <a:pt x="11127" y="32312"/>
                  </a:cubicBezTo>
                  <a:lnTo>
                    <a:pt x="11127" y="38017"/>
                  </a:lnTo>
                  <a:cubicBezTo>
                    <a:pt x="11127" y="38917"/>
                    <a:pt x="11728" y="39818"/>
                    <a:pt x="12328" y="40118"/>
                  </a:cubicBezTo>
                  <a:cubicBezTo>
                    <a:pt x="12328" y="40118"/>
                    <a:pt x="12628" y="40118"/>
                    <a:pt x="12628" y="40118"/>
                  </a:cubicBezTo>
                  <a:lnTo>
                    <a:pt x="44452" y="40118"/>
                  </a:lnTo>
                  <a:cubicBezTo>
                    <a:pt x="45653" y="40118"/>
                    <a:pt x="45954" y="39217"/>
                    <a:pt x="45954" y="38017"/>
                  </a:cubicBezTo>
                  <a:lnTo>
                    <a:pt x="46854" y="32312"/>
                  </a:lnTo>
                  <a:close/>
                </a:path>
              </a:pathLst>
            </a:custGeom>
            <a:solidFill>
              <a:srgbClr val="391C1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9" name="Google Shape;4909;p51"/>
            <p:cNvSpPr/>
            <p:nvPr/>
          </p:nvSpPr>
          <p:spPr>
            <a:xfrm>
              <a:off x="6495581" y="4006913"/>
              <a:ext cx="66050" cy="144109"/>
            </a:xfrm>
            <a:custGeom>
              <a:rect b="b" l="l" r="r" t="t"/>
              <a:pathLst>
                <a:path extrusionOk="0" h="144108" w="66049">
                  <a:moveTo>
                    <a:pt x="68151" y="0"/>
                  </a:moveTo>
                  <a:lnTo>
                    <a:pt x="68151" y="144409"/>
                  </a:lnTo>
                  <a:lnTo>
                    <a:pt x="28522" y="106280"/>
                  </a:lnTo>
                  <a:lnTo>
                    <a:pt x="28522" y="10808"/>
                  </a:lnTo>
                  <a:lnTo>
                    <a:pt x="0" y="10808"/>
                  </a:lnTo>
                  <a:lnTo>
                    <a:pt x="0" y="1501"/>
                  </a:lnTo>
                  <a:cubicBezTo>
                    <a:pt x="21616" y="2402"/>
                    <a:pt x="44133" y="600"/>
                    <a:pt x="68151" y="0"/>
                  </a:cubicBezTo>
                  <a:close/>
                </a:path>
              </a:pathLst>
            </a:custGeom>
            <a:solidFill>
              <a:srgbClr val="009F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10" name="Google Shape;4910;p51">
            <a:hlinkClick r:id="rId2"/>
          </p:cNvPr>
          <p:cNvSpPr/>
          <p:nvPr/>
        </p:nvSpPr>
        <p:spPr>
          <a:xfrm>
            <a:off x="3294590" y="1121624"/>
            <a:ext cx="9092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1" name="Google Shape;4911;p5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9202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2" name="Google Shape;4912;p51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94972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3" name="Google Shape;4913;p51">
            <a:hlinkClick r:id="rId7"/>
          </p:cNvPr>
          <p:cNvSpPr/>
          <p:nvPr/>
        </p:nvSpPr>
        <p:spPr>
          <a:xfrm>
            <a:off x="6620360" y="1121624"/>
            <a:ext cx="909223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4" name="Google Shape;4914;p51">
            <a:hlinkClick r:id="rId8"/>
          </p:cNvPr>
          <p:cNvSpPr/>
          <p:nvPr/>
        </p:nvSpPr>
        <p:spPr>
          <a:xfrm>
            <a:off x="2277866" y="2154670"/>
            <a:ext cx="127631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15" name="Google Shape;4915;p51">
            <a:hlinkClick r:id="rId9"/>
          </p:cNvPr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736022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6" name="Google Shape;4916;p51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232820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7" name="Google Shape;4917;p51">
            <a:hlinkClick r:id="rId13"/>
          </p:cNvPr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904363" y="702273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18" name="Google Shape;4918;p51">
            <a:hlinkClick r:id="rId15"/>
          </p:cNvPr>
          <p:cNvSpPr/>
          <p:nvPr/>
        </p:nvSpPr>
        <p:spPr>
          <a:xfrm>
            <a:off x="1560019" y="1121624"/>
            <a:ext cx="1048685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www.u-bordeaux.fr</a:t>
            </a:r>
            <a:endParaRPr/>
          </a:p>
        </p:txBody>
      </p:sp>
      <p:pic>
        <p:nvPicPr>
          <p:cNvPr id="4919" name="Google Shape;4919;p51">
            <a:hlinkClick r:id="rId16"/>
          </p:cNvPr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6060942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0" name="Google Shape;4920;p51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00221" y="1735319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21" name="Google Shape;4921;p51"/>
          <p:cNvSpPr/>
          <p:nvPr/>
        </p:nvSpPr>
        <p:spPr>
          <a:xfrm>
            <a:off x="4029281" y="2154670"/>
            <a:ext cx="108876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 mobile U&amp;me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2" name="Google Shape;4922;p51"/>
          <p:cNvSpPr/>
          <p:nvPr/>
        </p:nvSpPr>
        <p:spPr>
          <a:xfrm>
            <a:off x="5780492" y="2154670"/>
            <a:ext cx="90922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3" name="Google Shape;4923;p51">
            <a:hlinkClick r:id="rId19"/>
          </p:cNvPr>
          <p:cNvSpPr/>
          <p:nvPr/>
        </p:nvSpPr>
        <p:spPr>
          <a:xfrm>
            <a:off x="4774665" y="1121624"/>
            <a:ext cx="127631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@universitedebordeaux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4" name="Google Shape;4924;p51"/>
          <p:cNvSpPr txBox="1"/>
          <p:nvPr>
            <p:ph idx="1" type="body"/>
          </p:nvPr>
        </p:nvSpPr>
        <p:spPr>
          <a:xfrm>
            <a:off x="1614417" y="2973427"/>
            <a:ext cx="5915166" cy="3139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indent="-228600" lvl="0" marL="4572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4925" name="Google Shape;4925;p51"/>
          <p:cNvSpPr txBox="1"/>
          <p:nvPr>
            <p:ph idx="2" type="body"/>
          </p:nvPr>
        </p:nvSpPr>
        <p:spPr>
          <a:xfrm>
            <a:off x="445689" y="1"/>
            <a:ext cx="457523" cy="201773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grpSp>
        <p:nvGrpSpPr>
          <p:cNvPr id="4926" name="Google Shape;4926;p51"/>
          <p:cNvGrpSpPr/>
          <p:nvPr/>
        </p:nvGrpSpPr>
        <p:grpSpPr>
          <a:xfrm flipH="1" rot="10800000">
            <a:off x="-159823" y="-25173"/>
            <a:ext cx="1153647" cy="5252024"/>
            <a:chOff x="-159823" y="-80990"/>
            <a:chExt cx="1153647" cy="5252024"/>
          </a:xfrm>
        </p:grpSpPr>
        <p:sp>
          <p:nvSpPr>
            <p:cNvPr id="4927" name="Google Shape;4927;p51"/>
            <p:cNvSpPr/>
            <p:nvPr/>
          </p:nvSpPr>
          <p:spPr>
            <a:xfrm rot="8716295">
              <a:off x="617786" y="1780350"/>
              <a:ext cx="152726" cy="195873"/>
            </a:xfrm>
            <a:custGeom>
              <a:rect b="b" l="l" r="r" t="t"/>
              <a:pathLst>
                <a:path extrusionOk="0" h="195873" w="152726">
                  <a:moveTo>
                    <a:pt x="39589" y="195873"/>
                  </a:moveTo>
                  <a:lnTo>
                    <a:pt x="0" y="122219"/>
                  </a:lnTo>
                  <a:lnTo>
                    <a:pt x="101089" y="0"/>
                  </a:lnTo>
                  <a:lnTo>
                    <a:pt x="152726" y="0"/>
                  </a:lnTo>
                  <a:lnTo>
                    <a:pt x="152726" y="55323"/>
                  </a:lnTo>
                  <a:lnTo>
                    <a:pt x="87934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8" name="Google Shape;4928;p51"/>
            <p:cNvSpPr/>
            <p:nvPr/>
          </p:nvSpPr>
          <p:spPr>
            <a:xfrm rot="8716295">
              <a:off x="534441" y="1654353"/>
              <a:ext cx="262864" cy="103234"/>
            </a:xfrm>
            <a:custGeom>
              <a:rect b="b" l="l" r="r" t="t"/>
              <a:pathLst>
                <a:path extrusionOk="0" h="103234" w="262864">
                  <a:moveTo>
                    <a:pt x="0" y="75341"/>
                  </a:moveTo>
                  <a:lnTo>
                    <a:pt x="62316" y="0"/>
                  </a:lnTo>
                  <a:lnTo>
                    <a:pt x="65768" y="14220"/>
                  </a:lnTo>
                  <a:cubicBezTo>
                    <a:pt x="75182" y="40107"/>
                    <a:pt x="99304" y="53051"/>
                    <a:pt x="136369" y="53051"/>
                  </a:cubicBezTo>
                  <a:cubicBezTo>
                    <a:pt x="154609" y="52462"/>
                    <a:pt x="172259" y="48932"/>
                    <a:pt x="189321" y="43637"/>
                  </a:cubicBezTo>
                  <a:cubicBezTo>
                    <a:pt x="214031" y="35988"/>
                    <a:pt x="238154" y="25987"/>
                    <a:pt x="261688" y="14220"/>
                  </a:cubicBezTo>
                  <a:cubicBezTo>
                    <a:pt x="262276" y="16573"/>
                    <a:pt x="262864" y="19515"/>
                    <a:pt x="262864" y="21868"/>
                  </a:cubicBezTo>
                  <a:lnTo>
                    <a:pt x="262864" y="27752"/>
                  </a:lnTo>
                  <a:cubicBezTo>
                    <a:pt x="200500" y="81291"/>
                    <a:pt x="118719" y="100119"/>
                    <a:pt x="69887" y="103060"/>
                  </a:cubicBezTo>
                  <a:cubicBezTo>
                    <a:pt x="56355" y="103943"/>
                    <a:pt x="42970" y="101442"/>
                    <a:pt x="30615" y="96294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9" name="Google Shape;4929;p51"/>
            <p:cNvSpPr/>
            <p:nvPr/>
          </p:nvSpPr>
          <p:spPr>
            <a:xfrm rot="8716295">
              <a:off x="632719" y="1232432"/>
              <a:ext cx="121558" cy="232388"/>
            </a:xfrm>
            <a:custGeom>
              <a:rect b="b" l="l" r="r" t="t"/>
              <a:pathLst>
                <a:path extrusionOk="0" h="232388" w="121558">
                  <a:moveTo>
                    <a:pt x="60499" y="232388"/>
                  </a:moveTo>
                  <a:lnTo>
                    <a:pt x="60499" y="69717"/>
                  </a:lnTo>
                  <a:cubicBezTo>
                    <a:pt x="60499" y="68349"/>
                    <a:pt x="60499" y="66983"/>
                    <a:pt x="60499" y="65615"/>
                  </a:cubicBezTo>
                  <a:cubicBezTo>
                    <a:pt x="59133" y="55591"/>
                    <a:pt x="50019" y="48756"/>
                    <a:pt x="39995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64601" y="0"/>
                  </a:lnTo>
                  <a:cubicBezTo>
                    <a:pt x="101509" y="0"/>
                    <a:pt x="121558" y="15948"/>
                    <a:pt x="121558" y="50123"/>
                  </a:cubicBezTo>
                  <a:lnTo>
                    <a:pt x="121558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0" name="Google Shape;4930;p51"/>
            <p:cNvSpPr/>
            <p:nvPr/>
          </p:nvSpPr>
          <p:spPr>
            <a:xfrm rot="8716295">
              <a:off x="763454" y="1474783"/>
              <a:ext cx="14143" cy="14319"/>
            </a:xfrm>
            <a:custGeom>
              <a:rect b="b" l="l" r="r" t="t"/>
              <a:pathLst>
                <a:path extrusionOk="0" h="14319" w="14143">
                  <a:moveTo>
                    <a:pt x="0" y="14319"/>
                  </a:moveTo>
                  <a:lnTo>
                    <a:pt x="11843" y="0"/>
                  </a:lnTo>
                  <a:lnTo>
                    <a:pt x="14143" y="7563"/>
                  </a:lnTo>
                  <a:lnTo>
                    <a:pt x="14143" y="1348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1" name="Google Shape;4931;p51"/>
            <p:cNvSpPr/>
            <p:nvPr/>
          </p:nvSpPr>
          <p:spPr>
            <a:xfrm rot="8716295">
              <a:off x="672878" y="1171577"/>
              <a:ext cx="183964" cy="137618"/>
            </a:xfrm>
            <a:custGeom>
              <a:rect b="b" l="l" r="r" t="t"/>
              <a:pathLst>
                <a:path extrusionOk="0" h="137618" w="183964">
                  <a:moveTo>
                    <a:pt x="0" y="137618"/>
                  </a:moveTo>
                  <a:lnTo>
                    <a:pt x="53346" y="73121"/>
                  </a:lnTo>
                  <a:lnTo>
                    <a:pt x="101034" y="28251"/>
                  </a:lnTo>
                  <a:cubicBezTo>
                    <a:pt x="114703" y="12303"/>
                    <a:pt x="134297" y="2278"/>
                    <a:pt x="155713" y="0"/>
                  </a:cubicBezTo>
                  <a:cubicBezTo>
                    <a:pt x="177585" y="0"/>
                    <a:pt x="183964" y="19138"/>
                    <a:pt x="183964" y="33719"/>
                  </a:cubicBezTo>
                  <a:cubicBezTo>
                    <a:pt x="182597" y="49667"/>
                    <a:pt x="172117" y="62881"/>
                    <a:pt x="157536" y="69261"/>
                  </a:cubicBezTo>
                  <a:lnTo>
                    <a:pt x="157991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2" name="Google Shape;4932;p51"/>
            <p:cNvSpPr/>
            <p:nvPr/>
          </p:nvSpPr>
          <p:spPr>
            <a:xfrm rot="8716295">
              <a:off x="519479" y="13148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3" name="Google Shape;4933;p51"/>
            <p:cNvSpPr/>
            <p:nvPr/>
          </p:nvSpPr>
          <p:spPr>
            <a:xfrm rot="8716295">
              <a:off x="394576" y="11061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4" name="Google Shape;4934;p51"/>
            <p:cNvSpPr/>
            <p:nvPr/>
          </p:nvSpPr>
          <p:spPr>
            <a:xfrm rot="8716295">
              <a:off x="382524" y="967393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5" name="Google Shape;4935;p51"/>
            <p:cNvSpPr/>
            <p:nvPr/>
          </p:nvSpPr>
          <p:spPr>
            <a:xfrm rot="8716295">
              <a:off x="609657" y="1355798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6" name="Google Shape;4936;p51"/>
            <p:cNvSpPr/>
            <p:nvPr/>
          </p:nvSpPr>
          <p:spPr>
            <a:xfrm rot="8716295">
              <a:off x="683426" y="869567"/>
              <a:ext cx="156000" cy="195873"/>
            </a:xfrm>
            <a:custGeom>
              <a:rect b="b" l="l" r="r" t="t"/>
              <a:pathLst>
                <a:path extrusionOk="0" h="195873" w="156000">
                  <a:moveTo>
                    <a:pt x="42863" y="195873"/>
                  </a:moveTo>
                  <a:lnTo>
                    <a:pt x="0" y="116129"/>
                  </a:lnTo>
                  <a:lnTo>
                    <a:pt x="5100" y="101988"/>
                  </a:lnTo>
                  <a:lnTo>
                    <a:pt x="89456" y="0"/>
                  </a:lnTo>
                  <a:lnTo>
                    <a:pt x="156000" y="0"/>
                  </a:lnTo>
                  <a:lnTo>
                    <a:pt x="156000" y="55323"/>
                  </a:lnTo>
                  <a:lnTo>
                    <a:pt x="91208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7" name="Google Shape;4937;p51"/>
            <p:cNvSpPr/>
            <p:nvPr/>
          </p:nvSpPr>
          <p:spPr>
            <a:xfrm rot="8716295">
              <a:off x="657305" y="956046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8" name="Google Shape;4938;p51"/>
            <p:cNvSpPr/>
            <p:nvPr/>
          </p:nvSpPr>
          <p:spPr>
            <a:xfrm rot="8716295">
              <a:off x="412774" y="564244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9" name="Google Shape;4939;p51"/>
            <p:cNvSpPr/>
            <p:nvPr/>
          </p:nvSpPr>
          <p:spPr>
            <a:xfrm rot="8716295">
              <a:off x="502166" y="59348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0" name="Google Shape;4940;p51"/>
            <p:cNvSpPr/>
            <p:nvPr/>
          </p:nvSpPr>
          <p:spPr>
            <a:xfrm rot="8716295">
              <a:off x="457316" y="50720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1" name="Google Shape;4941;p51"/>
            <p:cNvSpPr/>
            <p:nvPr/>
          </p:nvSpPr>
          <p:spPr>
            <a:xfrm rot="8716295">
              <a:off x="300540" y="652788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2" name="Google Shape;4942;p51"/>
            <p:cNvSpPr/>
            <p:nvPr/>
          </p:nvSpPr>
          <p:spPr>
            <a:xfrm rot="8716295">
              <a:off x="175637" y="444115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3" name="Google Shape;4943;p51"/>
            <p:cNvSpPr/>
            <p:nvPr/>
          </p:nvSpPr>
          <p:spPr>
            <a:xfrm rot="8716295">
              <a:off x="163585" y="305335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4" name="Google Shape;4944;p51"/>
            <p:cNvSpPr/>
            <p:nvPr/>
          </p:nvSpPr>
          <p:spPr>
            <a:xfrm rot="8716295">
              <a:off x="390718" y="693740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5" name="Google Shape;4945;p51"/>
            <p:cNvSpPr/>
            <p:nvPr/>
          </p:nvSpPr>
          <p:spPr>
            <a:xfrm rot="8716295">
              <a:off x="702015" y="317459"/>
              <a:ext cx="131260" cy="232388"/>
            </a:xfrm>
            <a:custGeom>
              <a:rect b="b" l="l" r="r" t="t"/>
              <a:pathLst>
                <a:path extrusionOk="0" h="232388" w="131260">
                  <a:moveTo>
                    <a:pt x="70201" y="232388"/>
                  </a:moveTo>
                  <a:lnTo>
                    <a:pt x="70201" y="69717"/>
                  </a:lnTo>
                  <a:cubicBezTo>
                    <a:pt x="70201" y="68349"/>
                    <a:pt x="70201" y="66983"/>
                    <a:pt x="70201" y="65615"/>
                  </a:cubicBezTo>
                  <a:cubicBezTo>
                    <a:pt x="68835" y="55591"/>
                    <a:pt x="59721" y="48756"/>
                    <a:pt x="49697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74303" y="0"/>
                  </a:lnTo>
                  <a:cubicBezTo>
                    <a:pt x="111211" y="0"/>
                    <a:pt x="131260" y="15948"/>
                    <a:pt x="131260" y="50123"/>
                  </a:cubicBezTo>
                  <a:lnTo>
                    <a:pt x="131260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6" name="Google Shape;4946;p51"/>
            <p:cNvSpPr/>
            <p:nvPr/>
          </p:nvSpPr>
          <p:spPr>
            <a:xfrm rot="8716295">
              <a:off x="834978" y="558357"/>
              <a:ext cx="24341" cy="23495"/>
            </a:xfrm>
            <a:custGeom>
              <a:rect b="b" l="l" r="r" t="t"/>
              <a:pathLst>
                <a:path extrusionOk="0" h="23495" w="24341">
                  <a:moveTo>
                    <a:pt x="0" y="23495"/>
                  </a:moveTo>
                  <a:lnTo>
                    <a:pt x="19433" y="0"/>
                  </a:lnTo>
                  <a:lnTo>
                    <a:pt x="24341" y="16139"/>
                  </a:lnTo>
                  <a:lnTo>
                    <a:pt x="24341" y="2206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7" name="Google Shape;4947;p51"/>
            <p:cNvSpPr/>
            <p:nvPr/>
          </p:nvSpPr>
          <p:spPr>
            <a:xfrm rot="8716295">
              <a:off x="589639" y="40263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8" name="Google Shape;4948;p51"/>
            <p:cNvSpPr/>
            <p:nvPr/>
          </p:nvSpPr>
          <p:spPr>
            <a:xfrm rot="8716295">
              <a:off x="464737" y="19396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9" name="Google Shape;4949;p51"/>
            <p:cNvSpPr/>
            <p:nvPr/>
          </p:nvSpPr>
          <p:spPr>
            <a:xfrm rot="8716295">
              <a:off x="679817" y="44358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0" name="Google Shape;4950;p51"/>
            <p:cNvSpPr/>
            <p:nvPr/>
          </p:nvSpPr>
          <p:spPr>
            <a:xfrm rot="8716295">
              <a:off x="438366" y="29398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1" name="Google Shape;4951;p51"/>
            <p:cNvSpPr/>
            <p:nvPr/>
          </p:nvSpPr>
          <p:spPr>
            <a:xfrm rot="7484129">
              <a:off x="811674" y="658874"/>
              <a:ext cx="31078" cy="46141"/>
            </a:xfrm>
            <a:custGeom>
              <a:rect b="b" l="l" r="r" t="t"/>
              <a:pathLst>
                <a:path extrusionOk="0" h="46141" w="31078">
                  <a:moveTo>
                    <a:pt x="15207" y="46141"/>
                  </a:moveTo>
                  <a:lnTo>
                    <a:pt x="0" y="17849"/>
                  </a:lnTo>
                  <a:lnTo>
                    <a:pt x="31078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2" name="Google Shape;4952;p51"/>
            <p:cNvSpPr/>
            <p:nvPr/>
          </p:nvSpPr>
          <p:spPr>
            <a:xfrm rot="8716295">
              <a:off x="780102" y="336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3" name="Google Shape;4953;p51"/>
            <p:cNvSpPr/>
            <p:nvPr/>
          </p:nvSpPr>
          <p:spPr>
            <a:xfrm rot="8716295">
              <a:off x="202348" y="-57106"/>
              <a:ext cx="142167" cy="186494"/>
            </a:xfrm>
            <a:custGeom>
              <a:rect b="b" l="l" r="r" t="t"/>
              <a:pathLst>
                <a:path extrusionOk="0" h="186494" w="142167">
                  <a:moveTo>
                    <a:pt x="142167" y="186494"/>
                  </a:moveTo>
                  <a:lnTo>
                    <a:pt x="81108" y="144170"/>
                  </a:lnTo>
                  <a:lnTo>
                    <a:pt x="81108" y="69717"/>
                  </a:lnTo>
                  <a:cubicBezTo>
                    <a:pt x="81108" y="68349"/>
                    <a:pt x="81108" y="66983"/>
                    <a:pt x="81108" y="65615"/>
                  </a:cubicBezTo>
                  <a:cubicBezTo>
                    <a:pt x="79741" y="55591"/>
                    <a:pt x="70628" y="48756"/>
                    <a:pt x="60603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09" y="0"/>
                  </a:lnTo>
                  <a:cubicBezTo>
                    <a:pt x="122118" y="0"/>
                    <a:pt x="142167" y="15948"/>
                    <a:pt x="142167" y="501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4" name="Google Shape;4954;p51"/>
            <p:cNvSpPr/>
            <p:nvPr/>
          </p:nvSpPr>
          <p:spPr>
            <a:xfrm rot="8716295">
              <a:off x="298766" y="-5395"/>
              <a:ext cx="260639" cy="180054"/>
            </a:xfrm>
            <a:custGeom>
              <a:rect b="b" l="l" r="r" t="t"/>
              <a:pathLst>
                <a:path extrusionOk="0" h="180054" w="260639">
                  <a:moveTo>
                    <a:pt x="111638" y="180054"/>
                  </a:moveTo>
                  <a:lnTo>
                    <a:pt x="51490" y="138362"/>
                  </a:ln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2" y="1425"/>
                  </a:lnTo>
                  <a:lnTo>
                    <a:pt x="104802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32388" y="-854"/>
                    <a:pt x="260639" y="31954"/>
                    <a:pt x="260639" y="88456"/>
                  </a:cubicBezTo>
                  <a:lnTo>
                    <a:pt x="260639" y="94380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5" name="Google Shape;4955;p51"/>
            <p:cNvSpPr/>
            <p:nvPr/>
          </p:nvSpPr>
          <p:spPr>
            <a:xfrm rot="8716295">
              <a:off x="276903" y="-12823"/>
              <a:ext cx="36272" cy="27982"/>
            </a:xfrm>
            <a:custGeom>
              <a:rect b="b" l="l" r="r" t="t"/>
              <a:pathLst>
                <a:path extrusionOk="0" h="27982" w="36272">
                  <a:moveTo>
                    <a:pt x="36272" y="27982"/>
                  </a:moveTo>
                  <a:lnTo>
                    <a:pt x="0" y="2840"/>
                  </a:lnTo>
                  <a:lnTo>
                    <a:pt x="9543" y="0"/>
                  </a:lnTo>
                  <a:cubicBezTo>
                    <a:pt x="20479" y="0"/>
                    <a:pt x="27542" y="4784"/>
                    <a:pt x="31871" y="11392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6" name="Google Shape;4956;p51"/>
            <p:cNvSpPr/>
            <p:nvPr/>
          </p:nvSpPr>
          <p:spPr>
            <a:xfrm rot="8716295">
              <a:off x="74640" y="-9665"/>
              <a:ext cx="58068" cy="54772"/>
            </a:xfrm>
            <a:custGeom>
              <a:rect b="b" l="l" r="r" t="t"/>
              <a:pathLst>
                <a:path extrusionOk="0" h="54772" w="58068">
                  <a:moveTo>
                    <a:pt x="37436" y="54772"/>
                  </a:moveTo>
                  <a:lnTo>
                    <a:pt x="0" y="28823"/>
                  </a:lnTo>
                  <a:lnTo>
                    <a:pt x="8515" y="8658"/>
                  </a:lnTo>
                  <a:cubicBezTo>
                    <a:pt x="13983" y="3190"/>
                    <a:pt x="21273" y="0"/>
                    <a:pt x="29020" y="0"/>
                  </a:cubicBezTo>
                  <a:cubicBezTo>
                    <a:pt x="36766" y="0"/>
                    <a:pt x="44057" y="3190"/>
                    <a:pt x="49525" y="8658"/>
                  </a:cubicBezTo>
                  <a:cubicBezTo>
                    <a:pt x="60916" y="19594"/>
                    <a:pt x="60916" y="38276"/>
                    <a:pt x="49525" y="4966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7" name="Google Shape;4957;p51"/>
            <p:cNvSpPr/>
            <p:nvPr/>
          </p:nvSpPr>
          <p:spPr>
            <a:xfrm rot="8716295">
              <a:off x="13802" y="-10406"/>
              <a:ext cx="30027" cy="20814"/>
            </a:xfrm>
            <a:custGeom>
              <a:rect b="b" l="l" r="r" t="t"/>
              <a:pathLst>
                <a:path extrusionOk="0" h="20814" w="30027">
                  <a:moveTo>
                    <a:pt x="30027" y="20814"/>
                  </a:moveTo>
                  <a:lnTo>
                    <a:pt x="0" y="0"/>
                  </a:lnTo>
                  <a:lnTo>
                    <a:pt x="30027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8" name="Google Shape;4958;p51"/>
            <p:cNvSpPr/>
            <p:nvPr/>
          </p:nvSpPr>
          <p:spPr>
            <a:xfrm rot="8716295">
              <a:off x="168048" y="30325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9" name="Google Shape;4959;p51"/>
            <p:cNvSpPr/>
            <p:nvPr/>
          </p:nvSpPr>
          <p:spPr>
            <a:xfrm rot="7484129">
              <a:off x="562078" y="-2847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0" name="Google Shape;4960;p51"/>
            <p:cNvSpPr/>
            <p:nvPr/>
          </p:nvSpPr>
          <p:spPr>
            <a:xfrm rot="-8510606">
              <a:off x="767127" y="-2787"/>
              <a:ext cx="149688" cy="301067"/>
            </a:xfrm>
            <a:custGeom>
              <a:rect b="b" l="l" r="r" t="t"/>
              <a:pathLst>
                <a:path extrusionOk="0" h="301067" w="149688">
                  <a:moveTo>
                    <a:pt x="149688" y="279622"/>
                  </a:moveTo>
                  <a:lnTo>
                    <a:pt x="122393" y="301067"/>
                  </a:lnTo>
                  <a:lnTo>
                    <a:pt x="0" y="114672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2836" y="184850"/>
                    <a:pt x="77802" y="216302"/>
                    <a:pt x="87734" y="24554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1" name="Google Shape;4961;p51"/>
            <p:cNvSpPr/>
            <p:nvPr/>
          </p:nvSpPr>
          <p:spPr>
            <a:xfrm rot="8716295">
              <a:off x="212141" y="304502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2" name="Google Shape;4962;p51"/>
            <p:cNvSpPr/>
            <p:nvPr/>
          </p:nvSpPr>
          <p:spPr>
            <a:xfrm rot="8716295">
              <a:off x="301533" y="307427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3" name="Google Shape;4963;p51"/>
            <p:cNvSpPr/>
            <p:nvPr/>
          </p:nvSpPr>
          <p:spPr>
            <a:xfrm rot="8716295">
              <a:off x="256683" y="2987990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4" name="Google Shape;4964;p51"/>
            <p:cNvSpPr/>
            <p:nvPr/>
          </p:nvSpPr>
          <p:spPr>
            <a:xfrm rot="8716295">
              <a:off x="99907" y="3133572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5" name="Google Shape;4965;p51"/>
            <p:cNvSpPr/>
            <p:nvPr/>
          </p:nvSpPr>
          <p:spPr>
            <a:xfrm rot="8716295">
              <a:off x="-24996" y="292489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6" name="Google Shape;4966;p51"/>
            <p:cNvSpPr/>
            <p:nvPr/>
          </p:nvSpPr>
          <p:spPr>
            <a:xfrm rot="8716295">
              <a:off x="51899" y="2754602"/>
              <a:ext cx="189488" cy="350829"/>
            </a:xfrm>
            <a:custGeom>
              <a:rect b="b" l="l" r="r" t="t"/>
              <a:pathLst>
                <a:path extrusionOk="0" h="350829" w="189488">
                  <a:moveTo>
                    <a:pt x="25299" y="321238"/>
                  </a:moveTo>
                  <a:cubicBezTo>
                    <a:pt x="5295" y="301823"/>
                    <a:pt x="0" y="268286"/>
                    <a:pt x="0" y="220042"/>
                  </a:cubicBezTo>
                  <a:lnTo>
                    <a:pt x="0" y="40596"/>
                  </a:lnTo>
                  <a:lnTo>
                    <a:pt x="78250" y="0"/>
                  </a:lnTo>
                  <a:lnTo>
                    <a:pt x="79427" y="164149"/>
                  </a:lnTo>
                  <a:cubicBezTo>
                    <a:pt x="77662" y="197097"/>
                    <a:pt x="82957" y="230632"/>
                    <a:pt x="93547" y="261815"/>
                  </a:cubicBezTo>
                  <a:cubicBezTo>
                    <a:pt x="102961" y="287702"/>
                    <a:pt x="127083" y="300646"/>
                    <a:pt x="164148" y="300646"/>
                  </a:cubicBezTo>
                  <a:lnTo>
                    <a:pt x="189488" y="296141"/>
                  </a:lnTo>
                  <a:lnTo>
                    <a:pt x="160617" y="337791"/>
                  </a:lnTo>
                  <a:lnTo>
                    <a:pt x="97666" y="350655"/>
                  </a:lnTo>
                  <a:cubicBezTo>
                    <a:pt x="70602" y="352420"/>
                    <a:pt x="44126" y="340653"/>
                    <a:pt x="25299" y="321238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7" name="Google Shape;4967;p51"/>
            <p:cNvSpPr/>
            <p:nvPr/>
          </p:nvSpPr>
          <p:spPr>
            <a:xfrm rot="8716295">
              <a:off x="190085" y="3174524"/>
              <a:ext cx="100246" cy="218718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8" name="Google Shape;4968;p51"/>
            <p:cNvSpPr/>
            <p:nvPr/>
          </p:nvSpPr>
          <p:spPr>
            <a:xfrm rot="8716295">
              <a:off x="502599" y="2802136"/>
              <a:ext cx="117588" cy="232388"/>
            </a:xfrm>
            <a:custGeom>
              <a:rect b="b" l="l" r="r" t="t"/>
              <a:pathLst>
                <a:path extrusionOk="0" h="232388" w="117588">
                  <a:moveTo>
                    <a:pt x="56529" y="232388"/>
                  </a:moveTo>
                  <a:lnTo>
                    <a:pt x="56529" y="69717"/>
                  </a:lnTo>
                  <a:cubicBezTo>
                    <a:pt x="56529" y="68349"/>
                    <a:pt x="56529" y="66983"/>
                    <a:pt x="56529" y="65615"/>
                  </a:cubicBezTo>
                  <a:cubicBezTo>
                    <a:pt x="55163" y="55591"/>
                    <a:pt x="46049" y="48756"/>
                    <a:pt x="36025" y="50123"/>
                  </a:cubicBezTo>
                  <a:lnTo>
                    <a:pt x="0" y="50123"/>
                  </a:lnTo>
                  <a:lnTo>
                    <a:pt x="41458" y="0"/>
                  </a:lnTo>
                  <a:lnTo>
                    <a:pt x="60630" y="0"/>
                  </a:lnTo>
                  <a:cubicBezTo>
                    <a:pt x="97539" y="0"/>
                    <a:pt x="117588" y="15948"/>
                    <a:pt x="117588" y="50123"/>
                  </a:cubicBezTo>
                  <a:lnTo>
                    <a:pt x="117588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9" name="Google Shape;4969;p51"/>
            <p:cNvSpPr/>
            <p:nvPr/>
          </p:nvSpPr>
          <p:spPr>
            <a:xfrm rot="8716295">
              <a:off x="389006" y="288342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0" name="Google Shape;4970;p51"/>
            <p:cNvSpPr/>
            <p:nvPr/>
          </p:nvSpPr>
          <p:spPr>
            <a:xfrm rot="8716295">
              <a:off x="264104" y="2674747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1" name="Google Shape;4971;p51"/>
            <p:cNvSpPr/>
            <p:nvPr/>
          </p:nvSpPr>
          <p:spPr>
            <a:xfrm rot="8716295">
              <a:off x="479184" y="2924372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2" name="Google Shape;4972;p51"/>
            <p:cNvSpPr/>
            <p:nvPr/>
          </p:nvSpPr>
          <p:spPr>
            <a:xfrm rot="8716295">
              <a:off x="237733" y="2774772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3" name="Google Shape;4973;p51"/>
            <p:cNvSpPr/>
            <p:nvPr/>
          </p:nvSpPr>
          <p:spPr>
            <a:xfrm rot="7484129">
              <a:off x="609980" y="3142825"/>
              <a:ext cx="20881" cy="31001"/>
            </a:xfrm>
            <a:custGeom>
              <a:rect b="b" l="l" r="r" t="t"/>
              <a:pathLst>
                <a:path extrusionOk="0" h="31001" w="20881">
                  <a:moveTo>
                    <a:pt x="10218" y="31001"/>
                  </a:moveTo>
                  <a:lnTo>
                    <a:pt x="0" y="11992"/>
                  </a:lnTo>
                  <a:lnTo>
                    <a:pt x="2088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4" name="Google Shape;4974;p51"/>
            <p:cNvSpPr/>
            <p:nvPr/>
          </p:nvSpPr>
          <p:spPr>
            <a:xfrm rot="8716295">
              <a:off x="579469" y="2817204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5" name="Google Shape;4975;p51"/>
            <p:cNvSpPr/>
            <p:nvPr/>
          </p:nvSpPr>
          <p:spPr>
            <a:xfrm rot="8716295">
              <a:off x="437995" y="3716235"/>
              <a:ext cx="102679" cy="232388"/>
            </a:xfrm>
            <a:custGeom>
              <a:rect b="b" l="l" r="r" t="t"/>
              <a:pathLst>
                <a:path extrusionOk="0" h="232388" w="102679">
                  <a:moveTo>
                    <a:pt x="41620" y="232388"/>
                  </a:moveTo>
                  <a:lnTo>
                    <a:pt x="41620" y="69717"/>
                  </a:lnTo>
                  <a:cubicBezTo>
                    <a:pt x="41620" y="68349"/>
                    <a:pt x="41620" y="66983"/>
                    <a:pt x="41620" y="65615"/>
                  </a:cubicBezTo>
                  <a:cubicBezTo>
                    <a:pt x="40254" y="55591"/>
                    <a:pt x="31140" y="48756"/>
                    <a:pt x="21116" y="50123"/>
                  </a:cubicBezTo>
                  <a:lnTo>
                    <a:pt x="0" y="50123"/>
                  </a:lnTo>
                  <a:lnTo>
                    <a:pt x="41457" y="0"/>
                  </a:lnTo>
                  <a:lnTo>
                    <a:pt x="45721" y="0"/>
                  </a:lnTo>
                  <a:cubicBezTo>
                    <a:pt x="82630" y="0"/>
                    <a:pt x="102679" y="15948"/>
                    <a:pt x="102679" y="50123"/>
                  </a:cubicBezTo>
                  <a:lnTo>
                    <a:pt x="102679" y="208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6" name="Google Shape;4976;p51"/>
            <p:cNvSpPr/>
            <p:nvPr/>
          </p:nvSpPr>
          <p:spPr>
            <a:xfrm rot="8716295">
              <a:off x="482715" y="3669965"/>
              <a:ext cx="154563" cy="124897"/>
            </a:xfrm>
            <a:custGeom>
              <a:rect b="b" l="l" r="r" t="t"/>
              <a:pathLst>
                <a:path extrusionOk="0" h="124897" w="154563">
                  <a:moveTo>
                    <a:pt x="0" y="124897"/>
                  </a:moveTo>
                  <a:lnTo>
                    <a:pt x="95474" y="9467"/>
                  </a:lnTo>
                  <a:lnTo>
                    <a:pt x="96067" y="9000"/>
                  </a:lnTo>
                  <a:cubicBezTo>
                    <a:pt x="105351" y="4215"/>
                    <a:pt x="115604" y="1139"/>
                    <a:pt x="126312" y="0"/>
                  </a:cubicBezTo>
                  <a:cubicBezTo>
                    <a:pt x="148184" y="0"/>
                    <a:pt x="154563" y="19138"/>
                    <a:pt x="154563" y="33719"/>
                  </a:cubicBezTo>
                  <a:cubicBezTo>
                    <a:pt x="153196" y="49668"/>
                    <a:pt x="142715" y="62882"/>
                    <a:pt x="128135" y="69261"/>
                  </a:cubicBezTo>
                  <a:lnTo>
                    <a:pt x="128590" y="69261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7" name="Google Shape;4977;p51"/>
            <p:cNvSpPr/>
            <p:nvPr/>
          </p:nvSpPr>
          <p:spPr>
            <a:xfrm rot="8716295">
              <a:off x="323074" y="379327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8" name="Google Shape;4978;p51"/>
            <p:cNvSpPr/>
            <p:nvPr/>
          </p:nvSpPr>
          <p:spPr>
            <a:xfrm rot="8716295">
              <a:off x="198171" y="3584598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9" name="Google Shape;4979;p51"/>
            <p:cNvSpPr/>
            <p:nvPr/>
          </p:nvSpPr>
          <p:spPr>
            <a:xfrm rot="8716295">
              <a:off x="186119" y="3445818"/>
              <a:ext cx="288290" cy="347125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0" name="Google Shape;4980;p51"/>
            <p:cNvSpPr/>
            <p:nvPr/>
          </p:nvSpPr>
          <p:spPr>
            <a:xfrm rot="8716295">
              <a:off x="410218" y="3834716"/>
              <a:ext cx="103435" cy="219174"/>
            </a:xfrm>
            <a:custGeom>
              <a:rect b="b" l="l" r="r" t="t"/>
              <a:pathLst>
                <a:path extrusionOk="0" h="219174" w="103435">
                  <a:moveTo>
                    <a:pt x="103435" y="219174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16028"/>
                  </a:lnTo>
                  <a:lnTo>
                    <a:pt x="11583" y="2023"/>
                  </a:lnTo>
                  <a:lnTo>
                    <a:pt x="103435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1" name="Google Shape;4981;p51"/>
            <p:cNvSpPr/>
            <p:nvPr/>
          </p:nvSpPr>
          <p:spPr>
            <a:xfrm rot="8716295">
              <a:off x="487452" y="3349370"/>
              <a:ext cx="151162" cy="195873"/>
            </a:xfrm>
            <a:custGeom>
              <a:rect b="b" l="l" r="r" t="t"/>
              <a:pathLst>
                <a:path extrusionOk="0" h="195873" w="151162">
                  <a:moveTo>
                    <a:pt x="38025" y="195873"/>
                  </a:moveTo>
                  <a:lnTo>
                    <a:pt x="0" y="125130"/>
                  </a:lnTo>
                  <a:lnTo>
                    <a:pt x="103497" y="0"/>
                  </a:lnTo>
                  <a:lnTo>
                    <a:pt x="151162" y="0"/>
                  </a:lnTo>
                  <a:lnTo>
                    <a:pt x="151162" y="55323"/>
                  </a:lnTo>
                  <a:lnTo>
                    <a:pt x="86370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2" name="Google Shape;4982;p51"/>
            <p:cNvSpPr/>
            <p:nvPr/>
          </p:nvSpPr>
          <p:spPr>
            <a:xfrm rot="8716295">
              <a:off x="460900" y="3434471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3" name="Google Shape;4983;p51"/>
            <p:cNvSpPr/>
            <p:nvPr/>
          </p:nvSpPr>
          <p:spPr>
            <a:xfrm rot="8716295">
              <a:off x="417336" y="4258920"/>
              <a:ext cx="147637" cy="195874"/>
            </a:xfrm>
            <a:custGeom>
              <a:rect b="b" l="l" r="r" t="t"/>
              <a:pathLst>
                <a:path extrusionOk="0" h="195874" w="147637">
                  <a:moveTo>
                    <a:pt x="34500" y="195874"/>
                  </a:moveTo>
                  <a:lnTo>
                    <a:pt x="0" y="131688"/>
                  </a:lnTo>
                  <a:lnTo>
                    <a:pt x="108921" y="0"/>
                  </a:lnTo>
                  <a:lnTo>
                    <a:pt x="147637" y="0"/>
                  </a:lnTo>
                  <a:lnTo>
                    <a:pt x="147637" y="55323"/>
                  </a:lnTo>
                  <a:lnTo>
                    <a:pt x="8284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4" name="Google Shape;4984;p51"/>
            <p:cNvSpPr/>
            <p:nvPr/>
          </p:nvSpPr>
          <p:spPr>
            <a:xfrm rot="8716295">
              <a:off x="330834" y="4134902"/>
              <a:ext cx="254613" cy="91157"/>
            </a:xfrm>
            <a:custGeom>
              <a:rect b="b" l="l" r="r" t="t"/>
              <a:pathLst>
                <a:path extrusionOk="0" h="91157" w="254613">
                  <a:moveTo>
                    <a:pt x="0" y="68911"/>
                  </a:moveTo>
                  <a:lnTo>
                    <a:pt x="56997" y="0"/>
                  </a:lnTo>
                  <a:lnTo>
                    <a:pt x="57517" y="2143"/>
                  </a:lnTo>
                  <a:cubicBezTo>
                    <a:pt x="66931" y="28030"/>
                    <a:pt x="91053" y="40974"/>
                    <a:pt x="128118" y="40974"/>
                  </a:cubicBezTo>
                  <a:cubicBezTo>
                    <a:pt x="146357" y="40385"/>
                    <a:pt x="164008" y="36855"/>
                    <a:pt x="181070" y="31560"/>
                  </a:cubicBezTo>
                  <a:cubicBezTo>
                    <a:pt x="205780" y="23912"/>
                    <a:pt x="229903" y="13910"/>
                    <a:pt x="253437" y="2143"/>
                  </a:cubicBezTo>
                  <a:cubicBezTo>
                    <a:pt x="254025" y="4496"/>
                    <a:pt x="254613" y="7438"/>
                    <a:pt x="254613" y="9791"/>
                  </a:cubicBezTo>
                  <a:lnTo>
                    <a:pt x="254613" y="15674"/>
                  </a:lnTo>
                  <a:cubicBezTo>
                    <a:pt x="192249" y="69215"/>
                    <a:pt x="110468" y="88042"/>
                    <a:pt x="61636" y="90983"/>
                  </a:cubicBezTo>
                  <a:cubicBezTo>
                    <a:pt x="48104" y="91866"/>
                    <a:pt x="34719" y="89365"/>
                    <a:pt x="22363" y="84217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5" name="Google Shape;4985;p51"/>
            <p:cNvSpPr/>
            <p:nvPr/>
          </p:nvSpPr>
          <p:spPr>
            <a:xfrm rot="8716295">
              <a:off x="-3428" y="2405990"/>
              <a:ext cx="142167" cy="208592"/>
            </a:xfrm>
            <a:custGeom>
              <a:rect b="b" l="l" r="r" t="t"/>
              <a:pathLst>
                <a:path extrusionOk="0" h="208592" w="142167">
                  <a:moveTo>
                    <a:pt x="81108" y="208592"/>
                  </a:moveTo>
                  <a:lnTo>
                    <a:pt x="81108" y="69717"/>
                  </a:lnTo>
                  <a:cubicBezTo>
                    <a:pt x="81108" y="68350"/>
                    <a:pt x="81108" y="66983"/>
                    <a:pt x="81108" y="65615"/>
                  </a:cubicBezTo>
                  <a:cubicBezTo>
                    <a:pt x="79742" y="55591"/>
                    <a:pt x="70628" y="48756"/>
                    <a:pt x="60604" y="50123"/>
                  </a:cubicBezTo>
                  <a:lnTo>
                    <a:pt x="0" y="50123"/>
                  </a:lnTo>
                  <a:lnTo>
                    <a:pt x="0" y="0"/>
                  </a:lnTo>
                  <a:lnTo>
                    <a:pt x="85210" y="0"/>
                  </a:lnTo>
                  <a:cubicBezTo>
                    <a:pt x="122118" y="0"/>
                    <a:pt x="142167" y="15948"/>
                    <a:pt x="142167" y="50123"/>
                  </a:cubicBezTo>
                  <a:lnTo>
                    <a:pt x="142167" y="12050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6" name="Google Shape;4986;p51"/>
            <p:cNvSpPr/>
            <p:nvPr/>
          </p:nvSpPr>
          <p:spPr>
            <a:xfrm rot="8716295">
              <a:off x="80015" y="2413296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7" name="Google Shape;4987;p51"/>
            <p:cNvSpPr/>
            <p:nvPr/>
          </p:nvSpPr>
          <p:spPr>
            <a:xfrm rot="8716295">
              <a:off x="35165" y="2327016"/>
              <a:ext cx="186822" cy="136699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8" name="Google Shape;4988;p51"/>
            <p:cNvSpPr/>
            <p:nvPr/>
          </p:nvSpPr>
          <p:spPr>
            <a:xfrm rot="8716295">
              <a:off x="-20257" y="2217087"/>
              <a:ext cx="78731" cy="180665"/>
            </a:xfrm>
            <a:custGeom>
              <a:rect b="b" l="l" r="r" t="t"/>
              <a:pathLst>
                <a:path extrusionOk="0" h="180665" w="78731">
                  <a:moveTo>
                    <a:pt x="0" y="180665"/>
                  </a:moveTo>
                  <a:lnTo>
                    <a:pt x="0" y="40596"/>
                  </a:lnTo>
                  <a:lnTo>
                    <a:pt x="78250" y="0"/>
                  </a:lnTo>
                  <a:lnTo>
                    <a:pt x="78731" y="6708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9" name="Google Shape;4989;p51"/>
            <p:cNvSpPr/>
            <p:nvPr/>
          </p:nvSpPr>
          <p:spPr>
            <a:xfrm rot="8716295">
              <a:off x="-15341" y="2575209"/>
              <a:ext cx="103435" cy="152027"/>
            </a:xfrm>
            <a:custGeom>
              <a:rect b="b" l="l" r="r" t="t"/>
              <a:pathLst>
                <a:path extrusionOk="0" h="152027" w="103435">
                  <a:moveTo>
                    <a:pt x="43288" y="152027"/>
                  </a:move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65255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0" name="Google Shape;4990;p51"/>
            <p:cNvSpPr/>
            <p:nvPr/>
          </p:nvSpPr>
          <p:spPr>
            <a:xfrm rot="8716295">
              <a:off x="279722" y="2133902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1" name="Google Shape;4991;p51"/>
            <p:cNvSpPr/>
            <p:nvPr/>
          </p:nvSpPr>
          <p:spPr>
            <a:xfrm rot="8716295">
              <a:off x="369114" y="2163144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2" name="Google Shape;4992;p51"/>
            <p:cNvSpPr/>
            <p:nvPr/>
          </p:nvSpPr>
          <p:spPr>
            <a:xfrm rot="8716295">
              <a:off x="167488" y="22224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3" name="Google Shape;4993;p51"/>
            <p:cNvSpPr/>
            <p:nvPr/>
          </p:nvSpPr>
          <p:spPr>
            <a:xfrm rot="8716295">
              <a:off x="42586" y="2013773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4" name="Google Shape;4994;p51"/>
            <p:cNvSpPr/>
            <p:nvPr/>
          </p:nvSpPr>
          <p:spPr>
            <a:xfrm rot="8716295">
              <a:off x="257666" y="2263398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5" name="Google Shape;4995;p51"/>
            <p:cNvSpPr/>
            <p:nvPr/>
          </p:nvSpPr>
          <p:spPr>
            <a:xfrm rot="8716295">
              <a:off x="16215" y="2113798"/>
              <a:ext cx="72447" cy="72447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6" name="Google Shape;4996;p51"/>
            <p:cNvSpPr/>
            <p:nvPr/>
          </p:nvSpPr>
          <p:spPr>
            <a:xfrm rot="7484129">
              <a:off x="362597" y="2454749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7" name="Google Shape;4997;p51"/>
            <p:cNvSpPr/>
            <p:nvPr/>
          </p:nvSpPr>
          <p:spPr>
            <a:xfrm rot="-8510606">
              <a:off x="463440" y="2426400"/>
              <a:ext cx="272584" cy="319064"/>
            </a:xfrm>
            <a:custGeom>
              <a:rect b="b" l="l" r="r" t="t"/>
              <a:pathLst>
                <a:path extrusionOk="0" h="319064" w="272584">
                  <a:moveTo>
                    <a:pt x="80445" y="215518"/>
                  </a:moveTo>
                  <a:lnTo>
                    <a:pt x="0" y="93007"/>
                  </a:lnTo>
                  <a:lnTo>
                    <a:pt x="0" y="38074"/>
                  </a:lnTo>
                  <a:lnTo>
                    <a:pt x="73388" y="0"/>
                  </a:lnTo>
                  <a:lnTo>
                    <a:pt x="74492" y="153950"/>
                  </a:lnTo>
                  <a:cubicBezTo>
                    <a:pt x="73664" y="169400"/>
                    <a:pt x="74492" y="184988"/>
                    <a:pt x="76768" y="200369"/>
                  </a:cubicBezTo>
                  <a:close/>
                  <a:moveTo>
                    <a:pt x="272584" y="258238"/>
                  </a:moveTo>
                  <a:cubicBezTo>
                    <a:pt x="243339" y="283344"/>
                    <a:pt x="209542" y="300312"/>
                    <a:pt x="177331" y="311347"/>
                  </a:cubicBezTo>
                  <a:lnTo>
                    <a:pt x="148437" y="319064"/>
                  </a:lnTo>
                  <a:lnTo>
                    <a:pt x="119231" y="274585"/>
                  </a:lnTo>
                  <a:lnTo>
                    <a:pt x="153949" y="281965"/>
                  </a:lnTo>
                  <a:cubicBezTo>
                    <a:pt x="171055" y="281413"/>
                    <a:pt x="187609" y="278102"/>
                    <a:pt x="203610" y="273136"/>
                  </a:cubicBezTo>
                  <a:cubicBezTo>
                    <a:pt x="226785" y="265963"/>
                    <a:pt x="249409" y="256583"/>
                    <a:pt x="271481" y="245547"/>
                  </a:cubicBezTo>
                  <a:cubicBezTo>
                    <a:pt x="272032" y="247754"/>
                    <a:pt x="272584" y="250513"/>
                    <a:pt x="272584" y="25272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8" name="Google Shape;4998;p51"/>
            <p:cNvSpPr/>
            <p:nvPr/>
          </p:nvSpPr>
          <p:spPr>
            <a:xfrm rot="8716295">
              <a:off x="675867" y="2357327"/>
              <a:ext cx="38012" cy="45752"/>
            </a:xfrm>
            <a:custGeom>
              <a:rect b="b" l="l" r="r" t="t"/>
              <a:pathLst>
                <a:path extrusionOk="0" h="45752" w="38012">
                  <a:moveTo>
                    <a:pt x="0" y="45752"/>
                  </a:moveTo>
                  <a:lnTo>
                    <a:pt x="37842" y="0"/>
                  </a:lnTo>
                  <a:lnTo>
                    <a:pt x="38012" y="641"/>
                  </a:lnTo>
                  <a:cubicBezTo>
                    <a:pt x="36400" y="19451"/>
                    <a:pt x="24039" y="35036"/>
                    <a:pt x="6841" y="42560"/>
                  </a:cubicBezTo>
                  <a:lnTo>
                    <a:pt x="7378" y="425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9" name="Google Shape;4999;p51"/>
            <p:cNvSpPr/>
            <p:nvPr/>
          </p:nvSpPr>
          <p:spPr>
            <a:xfrm rot="8716295">
              <a:off x="601197" y="212600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0" name="Google Shape;5000;p51"/>
            <p:cNvSpPr/>
            <p:nvPr/>
          </p:nvSpPr>
          <p:spPr>
            <a:xfrm rot="8716295">
              <a:off x="357951" y="2156230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1" name="Google Shape;5001;p51"/>
            <p:cNvSpPr/>
            <p:nvPr/>
          </p:nvSpPr>
          <p:spPr>
            <a:xfrm rot="8716295">
              <a:off x="535403" y="1996988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2" name="Google Shape;5002;p51"/>
            <p:cNvSpPr/>
            <p:nvPr/>
          </p:nvSpPr>
          <p:spPr>
            <a:xfrm rot="8716295">
              <a:off x="-76043" y="1768178"/>
              <a:ext cx="197178" cy="215049"/>
            </a:xfrm>
            <a:custGeom>
              <a:rect b="b" l="l" r="r" t="t"/>
              <a:pathLst>
                <a:path extrusionOk="0" h="215049" w="197178">
                  <a:moveTo>
                    <a:pt x="51490" y="215049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4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lnTo>
                    <a:pt x="197178" y="4872"/>
                  </a:lnTo>
                  <a:lnTo>
                    <a:pt x="170795" y="42934"/>
                  </a:lnTo>
                  <a:lnTo>
                    <a:pt x="164950" y="40156"/>
                  </a:ln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12827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3" name="Google Shape;5003;p51"/>
            <p:cNvSpPr/>
            <p:nvPr/>
          </p:nvSpPr>
          <p:spPr>
            <a:xfrm rot="8716295">
              <a:off x="56555" y="1474203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4" name="Google Shape;5004;p51"/>
            <p:cNvSpPr/>
            <p:nvPr/>
          </p:nvSpPr>
          <p:spPr>
            <a:xfrm rot="8716295">
              <a:off x="145947" y="1503445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5" name="Google Shape;5005;p51"/>
            <p:cNvSpPr/>
            <p:nvPr/>
          </p:nvSpPr>
          <p:spPr>
            <a:xfrm rot="8716295">
              <a:off x="-21870" y="1443501"/>
              <a:ext cx="68614" cy="55323"/>
            </a:xfrm>
            <a:custGeom>
              <a:rect b="b" l="l" r="r" t="t"/>
              <a:pathLst>
                <a:path extrusionOk="0" h="55323" w="68614">
                  <a:moveTo>
                    <a:pt x="0" y="55323"/>
                  </a:moveTo>
                  <a:lnTo>
                    <a:pt x="0" y="0"/>
                  </a:lnTo>
                  <a:lnTo>
                    <a:pt x="68614" y="0"/>
                  </a:lnTo>
                  <a:lnTo>
                    <a:pt x="30266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6" name="Google Shape;5006;p51"/>
            <p:cNvSpPr/>
            <p:nvPr/>
          </p:nvSpPr>
          <p:spPr>
            <a:xfrm rot="8716295">
              <a:off x="35817" y="1618109"/>
              <a:ext cx="103435" cy="203897"/>
            </a:xfrm>
            <a:custGeom>
              <a:rect b="b" l="l" r="r" t="t"/>
              <a:pathLst>
                <a:path extrusionOk="0" h="203897" w="103435">
                  <a:moveTo>
                    <a:pt x="87556" y="203897"/>
                  </a:moveTo>
                  <a:lnTo>
                    <a:pt x="43288" y="161305"/>
                  </a:lnTo>
                  <a:lnTo>
                    <a:pt x="43288" y="16404"/>
                  </a:lnTo>
                  <a:lnTo>
                    <a:pt x="0" y="16404"/>
                  </a:lnTo>
                  <a:lnTo>
                    <a:pt x="0" y="2278"/>
                  </a:lnTo>
                  <a:cubicBezTo>
                    <a:pt x="32808" y="3645"/>
                    <a:pt x="66982" y="911"/>
                    <a:pt x="103435" y="0"/>
                  </a:cubicBezTo>
                  <a:lnTo>
                    <a:pt x="103435" y="18098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7" name="Google Shape;5007;p51"/>
            <p:cNvSpPr/>
            <p:nvPr/>
          </p:nvSpPr>
          <p:spPr>
            <a:xfrm rot="7484129">
              <a:off x="139430" y="1795050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8" name="Google Shape;5008;p51"/>
            <p:cNvSpPr/>
            <p:nvPr/>
          </p:nvSpPr>
          <p:spPr>
            <a:xfrm rot="-8510606">
              <a:off x="244250" y="1761584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9" name="Google Shape;5009;p51"/>
            <p:cNvSpPr/>
            <p:nvPr/>
          </p:nvSpPr>
          <p:spPr>
            <a:xfrm rot="8716295">
              <a:off x="429835" y="156990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0" name="Google Shape;5010;p51"/>
            <p:cNvSpPr/>
            <p:nvPr/>
          </p:nvSpPr>
          <p:spPr>
            <a:xfrm rot="8716295">
              <a:off x="378030" y="1466310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1" name="Google Shape;5011;p51"/>
            <p:cNvSpPr/>
            <p:nvPr/>
          </p:nvSpPr>
          <p:spPr>
            <a:xfrm rot="8716295">
              <a:off x="134784" y="1496531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2" name="Google Shape;5012;p51"/>
            <p:cNvSpPr/>
            <p:nvPr/>
          </p:nvSpPr>
          <p:spPr>
            <a:xfrm rot="8716295">
              <a:off x="312236" y="1337289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3" name="Google Shape;5013;p51"/>
            <p:cNvSpPr/>
            <p:nvPr/>
          </p:nvSpPr>
          <p:spPr>
            <a:xfrm rot="8716295">
              <a:off x="-17798" y="949199"/>
              <a:ext cx="39526" cy="50123"/>
            </a:xfrm>
            <a:custGeom>
              <a:rect b="b" l="l" r="r" t="t"/>
              <a:pathLst>
                <a:path extrusionOk="0" h="50123" w="39526">
                  <a:moveTo>
                    <a:pt x="0" y="50123"/>
                  </a:moveTo>
                  <a:lnTo>
                    <a:pt x="0" y="0"/>
                  </a:lnTo>
                  <a:lnTo>
                    <a:pt x="39526" y="0"/>
                  </a:lnTo>
                  <a:lnTo>
                    <a:pt x="4782" y="501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4" name="Google Shape;5014;p51"/>
            <p:cNvSpPr/>
            <p:nvPr/>
          </p:nvSpPr>
          <p:spPr>
            <a:xfrm rot="8716295">
              <a:off x="-64996" y="834728"/>
              <a:ext cx="249650" cy="254774"/>
            </a:xfrm>
            <a:custGeom>
              <a:rect b="b" l="l" r="r" t="t"/>
              <a:pathLst>
                <a:path extrusionOk="0" h="254774" w="249650">
                  <a:moveTo>
                    <a:pt x="51490" y="254774"/>
                  </a:moveTo>
                  <a:lnTo>
                    <a:pt x="51490" y="45624"/>
                  </a:lnTo>
                  <a:lnTo>
                    <a:pt x="0" y="45624"/>
                  </a:lnTo>
                  <a:lnTo>
                    <a:pt x="0" y="1425"/>
                  </a:lnTo>
                  <a:lnTo>
                    <a:pt x="104803" y="1425"/>
                  </a:lnTo>
                  <a:lnTo>
                    <a:pt x="104803" y="75242"/>
                  </a:lnTo>
                  <a:lnTo>
                    <a:pt x="106169" y="75242"/>
                  </a:lnTo>
                  <a:cubicBezTo>
                    <a:pt x="120751" y="31954"/>
                    <a:pt x="132142" y="15094"/>
                    <a:pt x="154014" y="5981"/>
                  </a:cubicBezTo>
                  <a:cubicBezTo>
                    <a:pt x="164039" y="1880"/>
                    <a:pt x="174519" y="-398"/>
                    <a:pt x="185455" y="57"/>
                  </a:cubicBezTo>
                  <a:cubicBezTo>
                    <a:pt x="208922" y="-398"/>
                    <a:pt x="227718" y="7576"/>
                    <a:pt x="240647" y="22727"/>
                  </a:cubicBezTo>
                  <a:lnTo>
                    <a:pt x="249650" y="52327"/>
                  </a:lnTo>
                  <a:lnTo>
                    <a:pt x="218795" y="96841"/>
                  </a:lnTo>
                  <a:lnTo>
                    <a:pt x="198669" y="98025"/>
                  </a:lnTo>
                  <a:lnTo>
                    <a:pt x="198669" y="81621"/>
                  </a:lnTo>
                  <a:cubicBezTo>
                    <a:pt x="198669" y="57016"/>
                    <a:pt x="184544" y="40156"/>
                    <a:pt x="164950" y="40156"/>
                  </a:cubicBezTo>
                  <a:cubicBezTo>
                    <a:pt x="135788" y="40156"/>
                    <a:pt x="111638" y="78887"/>
                    <a:pt x="111638" y="127643"/>
                  </a:cubicBezTo>
                  <a:lnTo>
                    <a:pt x="111638" y="213764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5" name="Google Shape;5015;p51"/>
            <p:cNvSpPr/>
            <p:nvPr/>
          </p:nvSpPr>
          <p:spPr>
            <a:xfrm rot="7484129">
              <a:off x="-63314" y="1172497"/>
              <a:ext cx="203848" cy="146395"/>
            </a:xfrm>
            <a:custGeom>
              <a:rect b="b" l="l" r="r" t="t"/>
              <a:pathLst>
                <a:path extrusionOk="0" h="146395" w="203848">
                  <a:moveTo>
                    <a:pt x="0" y="55323"/>
                  </a:moveTo>
                  <a:lnTo>
                    <a:pt x="0" y="0"/>
                  </a:lnTo>
                  <a:lnTo>
                    <a:pt x="203848" y="0"/>
                  </a:lnTo>
                  <a:lnTo>
                    <a:pt x="203847" y="49512"/>
                  </a:lnTo>
                  <a:lnTo>
                    <a:pt x="195466" y="55323"/>
                  </a:lnTo>
                  <a:lnTo>
                    <a:pt x="139055" y="55323"/>
                  </a:lnTo>
                  <a:lnTo>
                    <a:pt x="121388" y="106685"/>
                  </a:lnTo>
                  <a:lnTo>
                    <a:pt x="64115" y="146395"/>
                  </a:lnTo>
                  <a:lnTo>
                    <a:pt x="47847" y="116129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6" name="Google Shape;5016;p51"/>
            <p:cNvSpPr/>
            <p:nvPr/>
          </p:nvSpPr>
          <p:spPr>
            <a:xfrm rot="-8510606">
              <a:off x="25311" y="1099526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7" name="Google Shape;5017;p51"/>
            <p:cNvSpPr/>
            <p:nvPr/>
          </p:nvSpPr>
          <p:spPr>
            <a:xfrm rot="8716295">
              <a:off x="210896" y="907845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8" name="Google Shape;5018;p51"/>
            <p:cNvSpPr/>
            <p:nvPr/>
          </p:nvSpPr>
          <p:spPr>
            <a:xfrm rot="8716295">
              <a:off x="159091" y="804252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9" name="Google Shape;5019;p51"/>
            <p:cNvSpPr/>
            <p:nvPr/>
          </p:nvSpPr>
          <p:spPr>
            <a:xfrm rot="8716295">
              <a:off x="93297" y="675231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0" name="Google Shape;5020;p51"/>
            <p:cNvSpPr/>
            <p:nvPr/>
          </p:nvSpPr>
          <p:spPr>
            <a:xfrm rot="8716295">
              <a:off x="-7001" y="316701"/>
              <a:ext cx="14001" cy="20198"/>
            </a:xfrm>
            <a:custGeom>
              <a:rect b="b" l="l" r="r" t="t"/>
              <a:pathLst>
                <a:path extrusionOk="0" h="20198" w="14001">
                  <a:moveTo>
                    <a:pt x="0" y="20198"/>
                  </a:moveTo>
                  <a:lnTo>
                    <a:pt x="0" y="0"/>
                  </a:lnTo>
                  <a:lnTo>
                    <a:pt x="14001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1" name="Google Shape;5021;p51"/>
            <p:cNvSpPr/>
            <p:nvPr/>
          </p:nvSpPr>
          <p:spPr>
            <a:xfrm rot="-8510606">
              <a:off x="-81658" y="472652"/>
              <a:ext cx="173631" cy="237684"/>
            </a:xfrm>
            <a:custGeom>
              <a:rect b="b" l="l" r="r" t="t"/>
              <a:pathLst>
                <a:path extrusionOk="0" h="237684" w="173631">
                  <a:moveTo>
                    <a:pt x="173631" y="220990"/>
                  </a:moveTo>
                  <a:lnTo>
                    <a:pt x="130972" y="232382"/>
                  </a:lnTo>
                  <a:cubicBezTo>
                    <a:pt x="116428" y="235210"/>
                    <a:pt x="103047" y="236831"/>
                    <a:pt x="91597" y="237521"/>
                  </a:cubicBezTo>
                  <a:cubicBezTo>
                    <a:pt x="66215" y="239176"/>
                    <a:pt x="41384" y="228141"/>
                    <a:pt x="23727" y="209931"/>
                  </a:cubicBezTo>
                  <a:cubicBezTo>
                    <a:pt x="4966" y="191722"/>
                    <a:pt x="0" y="160270"/>
                    <a:pt x="0" y="115023"/>
                  </a:cubicBezTo>
                  <a:lnTo>
                    <a:pt x="0" y="0"/>
                  </a:lnTo>
                  <a:lnTo>
                    <a:pt x="76176" y="96953"/>
                  </a:lnTo>
                  <a:lnTo>
                    <a:pt x="76768" y="109023"/>
                  </a:lnTo>
                  <a:cubicBezTo>
                    <a:pt x="79044" y="124404"/>
                    <a:pt x="82768" y="139578"/>
                    <a:pt x="87734" y="154201"/>
                  </a:cubicBezTo>
                  <a:cubicBezTo>
                    <a:pt x="92149" y="166340"/>
                    <a:pt x="100012" y="175445"/>
                    <a:pt x="111117" y="181514"/>
                  </a:cubicBezTo>
                  <a:lnTo>
                    <a:pt x="148930" y="189552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2" name="Google Shape;5022;p51"/>
            <p:cNvSpPr/>
            <p:nvPr/>
          </p:nvSpPr>
          <p:spPr>
            <a:xfrm rot="8716295">
              <a:off x="-11774" y="244430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3" name="Google Shape;5023;p51"/>
            <p:cNvSpPr/>
            <p:nvPr/>
          </p:nvSpPr>
          <p:spPr>
            <a:xfrm rot="8716295">
              <a:off x="-30092" y="143486"/>
              <a:ext cx="77721" cy="97260"/>
            </a:xfrm>
            <a:custGeom>
              <a:rect b="b" l="l" r="r" t="t"/>
              <a:pathLst>
                <a:path extrusionOk="0" h="97260" w="77721">
                  <a:moveTo>
                    <a:pt x="15821" y="97260"/>
                  </a:moveTo>
                  <a:lnTo>
                    <a:pt x="0" y="59790"/>
                  </a:ln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lnTo>
                    <a:pt x="77721" y="796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4" name="Google Shape;5024;p51"/>
            <p:cNvSpPr/>
            <p:nvPr/>
          </p:nvSpPr>
          <p:spPr>
            <a:xfrm rot="8716295">
              <a:off x="-17797" y="3452694"/>
              <a:ext cx="58455" cy="44199"/>
            </a:xfrm>
            <a:custGeom>
              <a:rect b="b" l="l" r="r" t="t"/>
              <a:pathLst>
                <a:path extrusionOk="0" h="44199" w="58455">
                  <a:moveTo>
                    <a:pt x="0" y="44199"/>
                  </a:moveTo>
                  <a:lnTo>
                    <a:pt x="0" y="0"/>
                  </a:lnTo>
                  <a:lnTo>
                    <a:pt x="58455" y="0"/>
                  </a:lnTo>
                  <a:lnTo>
                    <a:pt x="27817" y="44199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5" name="Google Shape;5025;p51"/>
            <p:cNvSpPr/>
            <p:nvPr/>
          </p:nvSpPr>
          <p:spPr>
            <a:xfrm rot="-8510606">
              <a:off x="-91485" y="3601812"/>
              <a:ext cx="206527" cy="292654"/>
            </a:xfrm>
            <a:custGeom>
              <a:rect b="b" l="l" r="r" t="t"/>
              <a:pathLst>
                <a:path extrusionOk="0" h="292654" w="206527">
                  <a:moveTo>
                    <a:pt x="206527" y="258693"/>
                  </a:moveTo>
                  <a:lnTo>
                    <a:pt x="177331" y="274971"/>
                  </a:lnTo>
                  <a:cubicBezTo>
                    <a:pt x="145121" y="286007"/>
                    <a:pt x="114496" y="291111"/>
                    <a:pt x="91597" y="292491"/>
                  </a:cubicBezTo>
                  <a:cubicBezTo>
                    <a:pt x="66215" y="294146"/>
                    <a:pt x="41385" y="283111"/>
                    <a:pt x="23727" y="264901"/>
                  </a:cubicBezTo>
                  <a:cubicBezTo>
                    <a:pt x="4966" y="246692"/>
                    <a:pt x="0" y="215240"/>
                    <a:pt x="0" y="169993"/>
                  </a:cubicBezTo>
                  <a:lnTo>
                    <a:pt x="0" y="1698"/>
                  </a:lnTo>
                  <a:lnTo>
                    <a:pt x="3273" y="0"/>
                  </a:lnTo>
                  <a:lnTo>
                    <a:pt x="74297" y="90396"/>
                  </a:lnTo>
                  <a:lnTo>
                    <a:pt x="74492" y="117574"/>
                  </a:lnTo>
                  <a:cubicBezTo>
                    <a:pt x="72836" y="148474"/>
                    <a:pt x="77802" y="179926"/>
                    <a:pt x="87734" y="209171"/>
                  </a:cubicBezTo>
                  <a:cubicBezTo>
                    <a:pt x="96564" y="233450"/>
                    <a:pt x="119187" y="245589"/>
                    <a:pt x="153949" y="245589"/>
                  </a:cubicBezTo>
                  <a:lnTo>
                    <a:pt x="191049" y="23899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6" name="Google Shape;5026;p51"/>
            <p:cNvSpPr/>
            <p:nvPr/>
          </p:nvSpPr>
          <p:spPr>
            <a:xfrm rot="8716295">
              <a:off x="24761" y="3389623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7" name="Google Shape;5027;p51"/>
            <p:cNvSpPr/>
            <p:nvPr/>
          </p:nvSpPr>
          <p:spPr>
            <a:xfrm rot="8716295">
              <a:off x="-24047" y="3281741"/>
              <a:ext cx="106042" cy="113733"/>
            </a:xfrm>
            <a:custGeom>
              <a:rect b="b" l="l" r="r" t="t"/>
              <a:pathLst>
                <a:path extrusionOk="0" h="113733" w="106042">
                  <a:moveTo>
                    <a:pt x="17477" y="101182"/>
                  </a:moveTo>
                  <a:cubicBezTo>
                    <a:pt x="6439" y="90144"/>
                    <a:pt x="0" y="75426"/>
                    <a:pt x="0" y="59790"/>
                  </a:cubicBezTo>
                  <a:lnTo>
                    <a:pt x="0" y="58869"/>
                  </a:lnTo>
                  <a:cubicBezTo>
                    <a:pt x="0" y="43233"/>
                    <a:pt x="6439" y="28515"/>
                    <a:pt x="17477" y="17477"/>
                  </a:cubicBezTo>
                  <a:cubicBezTo>
                    <a:pt x="28515" y="6439"/>
                    <a:pt x="43233" y="0"/>
                    <a:pt x="58869" y="0"/>
                  </a:cubicBezTo>
                  <a:cubicBezTo>
                    <a:pt x="74507" y="0"/>
                    <a:pt x="89224" y="6439"/>
                    <a:pt x="100262" y="17477"/>
                  </a:cubicBezTo>
                  <a:lnTo>
                    <a:pt x="106042" y="31234"/>
                  </a:lnTo>
                  <a:lnTo>
                    <a:pt x="48856" y="11373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8" name="Google Shape;5028;p51"/>
            <p:cNvSpPr/>
            <p:nvPr/>
          </p:nvSpPr>
          <p:spPr>
            <a:xfrm rot="8716295">
              <a:off x="-21924" y="3179872"/>
              <a:ext cx="45776" cy="62656"/>
            </a:xfrm>
            <a:custGeom>
              <a:rect b="b" l="l" r="r" t="t"/>
              <a:pathLst>
                <a:path extrusionOk="0" h="62656" w="45776">
                  <a:moveTo>
                    <a:pt x="2345" y="62656"/>
                  </a:moveTo>
                  <a:lnTo>
                    <a:pt x="0" y="57104"/>
                  </a:lnTo>
                  <a:lnTo>
                    <a:pt x="0" y="56183"/>
                  </a:lnTo>
                  <a:cubicBezTo>
                    <a:pt x="0" y="40547"/>
                    <a:pt x="6439" y="25829"/>
                    <a:pt x="17477" y="14791"/>
                  </a:cubicBezTo>
                  <a:cubicBezTo>
                    <a:pt x="22996" y="9272"/>
                    <a:pt x="29435" y="4903"/>
                    <a:pt x="36449" y="1913"/>
                  </a:cubicBezTo>
                  <a:lnTo>
                    <a:pt x="45776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9" name="Google Shape;5029;p51"/>
            <p:cNvSpPr/>
            <p:nvPr/>
          </p:nvSpPr>
          <p:spPr>
            <a:xfrm rot="8716295">
              <a:off x="-21324" y="4100649"/>
              <a:ext cx="79113" cy="50123"/>
            </a:xfrm>
            <a:custGeom>
              <a:rect b="b" l="l" r="r" t="t"/>
              <a:pathLst>
                <a:path extrusionOk="0" h="50123" w="79113">
                  <a:moveTo>
                    <a:pt x="0" y="50123"/>
                  </a:moveTo>
                  <a:lnTo>
                    <a:pt x="0" y="0"/>
                  </a:lnTo>
                  <a:lnTo>
                    <a:pt x="79113" y="0"/>
                  </a:lnTo>
                  <a:lnTo>
                    <a:pt x="44369" y="501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0" name="Google Shape;5030;p51"/>
            <p:cNvSpPr/>
            <p:nvPr/>
          </p:nvSpPr>
          <p:spPr>
            <a:xfrm rot="8716295">
              <a:off x="-40457" y="3981561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1" name="Google Shape;5031;p51"/>
            <p:cNvSpPr/>
            <p:nvPr/>
          </p:nvSpPr>
          <p:spPr>
            <a:xfrm rot="7484129">
              <a:off x="-46974" y="4273166"/>
              <a:ext cx="199362" cy="194378"/>
            </a:xfrm>
            <a:custGeom>
              <a:rect b="b" l="l" r="r" t="t"/>
              <a:pathLst>
                <a:path extrusionOk="0" h="371475" w="381000">
                  <a:moveTo>
                    <a:pt x="389572" y="0"/>
                  </a:moveTo>
                  <a:lnTo>
                    <a:pt x="389572" y="105728"/>
                  </a:lnTo>
                  <a:lnTo>
                    <a:pt x="265747" y="105728"/>
                  </a:lnTo>
                  <a:lnTo>
                    <a:pt x="173355" y="374333"/>
                  </a:lnTo>
                  <a:lnTo>
                    <a:pt x="91440" y="221933"/>
                  </a:lnTo>
                  <a:lnTo>
                    <a:pt x="133350" y="105728"/>
                  </a:lnTo>
                  <a:lnTo>
                    <a:pt x="0" y="1057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2" name="Google Shape;5032;p51"/>
            <p:cNvSpPr/>
            <p:nvPr/>
          </p:nvSpPr>
          <p:spPr>
            <a:xfrm rot="-8510606">
              <a:off x="57846" y="4239700"/>
              <a:ext cx="270377" cy="325556"/>
            </a:xfrm>
            <a:custGeom>
              <a:rect b="b" l="l" r="r" t="t"/>
              <a:pathLst>
                <a:path extrusionOk="0" h="561975" w="466725">
                  <a:moveTo>
                    <a:pt x="470535" y="436245"/>
                  </a:moveTo>
                  <a:lnTo>
                    <a:pt x="470535" y="445770"/>
                  </a:lnTo>
                  <a:cubicBezTo>
                    <a:pt x="369570" y="532448"/>
                    <a:pt x="237172" y="562928"/>
                    <a:pt x="158115" y="567690"/>
                  </a:cubicBezTo>
                  <a:cubicBezTo>
                    <a:pt x="114300" y="570548"/>
                    <a:pt x="71438" y="551498"/>
                    <a:pt x="40957" y="520065"/>
                  </a:cubicBezTo>
                  <a:cubicBezTo>
                    <a:pt x="8572" y="488633"/>
                    <a:pt x="0" y="434340"/>
                    <a:pt x="0" y="356235"/>
                  </a:cubicBezTo>
                  <a:lnTo>
                    <a:pt x="0" y="65723"/>
                  </a:lnTo>
                  <a:lnTo>
                    <a:pt x="126682" y="0"/>
                  </a:lnTo>
                  <a:lnTo>
                    <a:pt x="128588" y="265748"/>
                  </a:lnTo>
                  <a:cubicBezTo>
                    <a:pt x="125730" y="319088"/>
                    <a:pt x="134302" y="373380"/>
                    <a:pt x="151447" y="423863"/>
                  </a:cubicBezTo>
                  <a:cubicBezTo>
                    <a:pt x="166688" y="465773"/>
                    <a:pt x="205740" y="486728"/>
                    <a:pt x="265747" y="486728"/>
                  </a:cubicBezTo>
                  <a:cubicBezTo>
                    <a:pt x="295275" y="485775"/>
                    <a:pt x="323850" y="480060"/>
                    <a:pt x="351472" y="471488"/>
                  </a:cubicBezTo>
                  <a:cubicBezTo>
                    <a:pt x="391477" y="459105"/>
                    <a:pt x="430530" y="442913"/>
                    <a:pt x="468630" y="423863"/>
                  </a:cubicBezTo>
                  <a:cubicBezTo>
                    <a:pt x="469582" y="427673"/>
                    <a:pt x="470535" y="432435"/>
                    <a:pt x="470535" y="43624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3" name="Google Shape;5033;p51"/>
            <p:cNvSpPr/>
            <p:nvPr/>
          </p:nvSpPr>
          <p:spPr>
            <a:xfrm rot="8716295">
              <a:off x="243431" y="4048019"/>
              <a:ext cx="220345" cy="161228"/>
            </a:xfrm>
            <a:custGeom>
              <a:rect b="b" l="l" r="r" t="t"/>
              <a:pathLst>
                <a:path extrusionOk="0" h="285750" w="390525">
                  <a:moveTo>
                    <a:pt x="343853" y="144780"/>
                  </a:moveTo>
                  <a:lnTo>
                    <a:pt x="344805" y="144780"/>
                  </a:lnTo>
                  <a:lnTo>
                    <a:pt x="12382" y="288608"/>
                  </a:lnTo>
                  <a:lnTo>
                    <a:pt x="0" y="271463"/>
                  </a:lnTo>
                  <a:lnTo>
                    <a:pt x="225743" y="59055"/>
                  </a:lnTo>
                  <a:cubicBezTo>
                    <a:pt x="254318" y="25718"/>
                    <a:pt x="295275" y="4763"/>
                    <a:pt x="340043" y="0"/>
                  </a:cubicBezTo>
                  <a:cubicBezTo>
                    <a:pt x="385763" y="0"/>
                    <a:pt x="399098" y="40005"/>
                    <a:pt x="399098" y="70485"/>
                  </a:cubicBezTo>
                  <a:cubicBezTo>
                    <a:pt x="396240" y="103823"/>
                    <a:pt x="374332" y="131445"/>
                    <a:pt x="343853" y="14478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4" name="Google Shape;5034;p51"/>
            <p:cNvSpPr/>
            <p:nvPr/>
          </p:nvSpPr>
          <p:spPr>
            <a:xfrm rot="8716295">
              <a:off x="191626" y="3944426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5" name="Google Shape;5035;p51"/>
            <p:cNvSpPr/>
            <p:nvPr/>
          </p:nvSpPr>
          <p:spPr>
            <a:xfrm rot="8716295">
              <a:off x="125832" y="3815405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6" name="Google Shape;5036;p51"/>
            <p:cNvSpPr/>
            <p:nvPr/>
          </p:nvSpPr>
          <p:spPr>
            <a:xfrm rot="8716295">
              <a:off x="-73048" y="4876828"/>
              <a:ext cx="221382" cy="253349"/>
            </a:xfrm>
            <a:custGeom>
              <a:rect b="b" l="l" r="r" t="t"/>
              <a:pathLst>
                <a:path extrusionOk="0" h="253349" w="221382">
                  <a:moveTo>
                    <a:pt x="51490" y="253349"/>
                  </a:moveTo>
                  <a:lnTo>
                    <a:pt x="51490" y="44199"/>
                  </a:lnTo>
                  <a:lnTo>
                    <a:pt x="0" y="44199"/>
                  </a:lnTo>
                  <a:lnTo>
                    <a:pt x="0" y="0"/>
                  </a:lnTo>
                  <a:lnTo>
                    <a:pt x="104803" y="0"/>
                  </a:lnTo>
                  <a:lnTo>
                    <a:pt x="104802" y="73817"/>
                  </a:lnTo>
                  <a:lnTo>
                    <a:pt x="106169" y="73817"/>
                  </a:lnTo>
                  <a:cubicBezTo>
                    <a:pt x="120751" y="30529"/>
                    <a:pt x="132142" y="13670"/>
                    <a:pt x="154014" y="4556"/>
                  </a:cubicBezTo>
                  <a:lnTo>
                    <a:pt x="174650" y="668"/>
                  </a:lnTo>
                  <a:lnTo>
                    <a:pt x="214075" y="27996"/>
                  </a:lnTo>
                  <a:lnTo>
                    <a:pt x="221382" y="33060"/>
                  </a:lnTo>
                  <a:lnTo>
                    <a:pt x="195540" y="70341"/>
                  </a:lnTo>
                  <a:lnTo>
                    <a:pt x="189157" y="50236"/>
                  </a:lnTo>
                  <a:cubicBezTo>
                    <a:pt x="183177" y="42946"/>
                    <a:pt x="174747" y="38731"/>
                    <a:pt x="164950" y="38731"/>
                  </a:cubicBezTo>
                  <a:cubicBezTo>
                    <a:pt x="135788" y="38731"/>
                    <a:pt x="111638" y="77463"/>
                    <a:pt x="111638" y="126218"/>
                  </a:cubicBezTo>
                  <a:lnTo>
                    <a:pt x="111638" y="191383"/>
                  </a:lnTo>
                  <a:lnTo>
                    <a:pt x="84096" y="231117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7" name="Google Shape;5037;p51"/>
            <p:cNvSpPr/>
            <p:nvPr/>
          </p:nvSpPr>
          <p:spPr>
            <a:xfrm rot="8716295">
              <a:off x="93318" y="4612018"/>
              <a:ext cx="141256" cy="232388"/>
            </a:xfrm>
            <a:custGeom>
              <a:rect b="b" l="l" r="r" t="t"/>
              <a:pathLst>
                <a:path extrusionOk="0" h="485775" w="295275">
                  <a:moveTo>
                    <a:pt x="297180" y="104775"/>
                  </a:moveTo>
                  <a:lnTo>
                    <a:pt x="297180" y="435293"/>
                  </a:lnTo>
                  <a:lnTo>
                    <a:pt x="169545" y="485775"/>
                  </a:lnTo>
                  <a:lnTo>
                    <a:pt x="169545" y="145733"/>
                  </a:lnTo>
                  <a:cubicBezTo>
                    <a:pt x="169545" y="142875"/>
                    <a:pt x="169545" y="140018"/>
                    <a:pt x="169545" y="137160"/>
                  </a:cubicBezTo>
                  <a:cubicBezTo>
                    <a:pt x="166688" y="116205"/>
                    <a:pt x="147638" y="101918"/>
                    <a:pt x="126683" y="104775"/>
                  </a:cubicBezTo>
                  <a:lnTo>
                    <a:pt x="0" y="104775"/>
                  </a:lnTo>
                  <a:lnTo>
                    <a:pt x="0" y="0"/>
                  </a:lnTo>
                  <a:lnTo>
                    <a:pt x="178118" y="0"/>
                  </a:lnTo>
                  <a:cubicBezTo>
                    <a:pt x="255270" y="0"/>
                    <a:pt x="297180" y="33338"/>
                    <a:pt x="297180" y="10477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8" name="Google Shape;5038;p51"/>
            <p:cNvSpPr/>
            <p:nvPr/>
          </p:nvSpPr>
          <p:spPr>
            <a:xfrm rot="8716295">
              <a:off x="182710" y="4641260"/>
              <a:ext cx="259728" cy="250615"/>
            </a:xfrm>
            <a:custGeom>
              <a:rect b="b" l="l" r="r" t="t"/>
              <a:pathLst>
                <a:path extrusionOk="0" h="523875" w="542925">
                  <a:moveTo>
                    <a:pt x="544830" y="184905"/>
                  </a:moveTo>
                  <a:lnTo>
                    <a:pt x="544830" y="197288"/>
                  </a:lnTo>
                  <a:lnTo>
                    <a:pt x="415290" y="204908"/>
                  </a:lnTo>
                  <a:lnTo>
                    <a:pt x="415290" y="170618"/>
                  </a:lnTo>
                  <a:cubicBezTo>
                    <a:pt x="415290" y="119183"/>
                    <a:pt x="385763" y="83940"/>
                    <a:pt x="344805" y="83940"/>
                  </a:cubicBezTo>
                  <a:cubicBezTo>
                    <a:pt x="283845" y="83940"/>
                    <a:pt x="233363" y="164903"/>
                    <a:pt x="233363" y="266820"/>
                  </a:cubicBezTo>
                  <a:lnTo>
                    <a:pt x="233363" y="446843"/>
                  </a:lnTo>
                  <a:lnTo>
                    <a:pt x="107632" y="532568"/>
                  </a:lnTo>
                  <a:lnTo>
                    <a:pt x="107632" y="95370"/>
                  </a:lnTo>
                  <a:lnTo>
                    <a:pt x="0" y="95370"/>
                  </a:lnTo>
                  <a:lnTo>
                    <a:pt x="0" y="2978"/>
                  </a:lnTo>
                  <a:lnTo>
                    <a:pt x="219075" y="2978"/>
                  </a:lnTo>
                  <a:lnTo>
                    <a:pt x="219075" y="157283"/>
                  </a:lnTo>
                  <a:lnTo>
                    <a:pt x="221932" y="157283"/>
                  </a:lnTo>
                  <a:cubicBezTo>
                    <a:pt x="252413" y="66795"/>
                    <a:pt x="276225" y="31553"/>
                    <a:pt x="321945" y="12503"/>
                  </a:cubicBezTo>
                  <a:cubicBezTo>
                    <a:pt x="342900" y="3930"/>
                    <a:pt x="364807" y="-832"/>
                    <a:pt x="387667" y="120"/>
                  </a:cubicBezTo>
                  <a:cubicBezTo>
                    <a:pt x="485775" y="-1785"/>
                    <a:pt x="544830" y="66795"/>
                    <a:pt x="544830" y="184905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9" name="Google Shape;5039;p51"/>
            <p:cNvSpPr/>
            <p:nvPr/>
          </p:nvSpPr>
          <p:spPr>
            <a:xfrm rot="8716295">
              <a:off x="-14524" y="4699631"/>
              <a:ext cx="49997" cy="54238"/>
            </a:xfrm>
            <a:custGeom>
              <a:rect b="b" l="l" r="r" t="t"/>
              <a:pathLst>
                <a:path extrusionOk="0" h="54238" w="49997">
                  <a:moveTo>
                    <a:pt x="8658" y="50123"/>
                  </a:moveTo>
                  <a:cubicBezTo>
                    <a:pt x="3190" y="44655"/>
                    <a:pt x="0" y="37365"/>
                    <a:pt x="0" y="29619"/>
                  </a:cubicBezTo>
                  <a:lnTo>
                    <a:pt x="0" y="29162"/>
                  </a:lnTo>
                  <a:cubicBezTo>
                    <a:pt x="0" y="21417"/>
                    <a:pt x="3190" y="14126"/>
                    <a:pt x="8658" y="8658"/>
                  </a:cubicBezTo>
                  <a:cubicBezTo>
                    <a:pt x="14126" y="3190"/>
                    <a:pt x="21416" y="0"/>
                    <a:pt x="29163" y="0"/>
                  </a:cubicBezTo>
                  <a:cubicBezTo>
                    <a:pt x="36909" y="0"/>
                    <a:pt x="44200" y="3190"/>
                    <a:pt x="49668" y="8658"/>
                  </a:cubicBezTo>
                  <a:lnTo>
                    <a:pt x="49997" y="9441"/>
                  </a:lnTo>
                  <a:lnTo>
                    <a:pt x="18945" y="54238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0" name="Google Shape;5040;p51"/>
            <p:cNvSpPr/>
            <p:nvPr/>
          </p:nvSpPr>
          <p:spPr>
            <a:xfrm rot="8716295">
              <a:off x="-30327" y="4579755"/>
              <a:ext cx="113346" cy="71024"/>
            </a:xfrm>
            <a:custGeom>
              <a:rect b="b" l="l" r="r" t="t"/>
              <a:pathLst>
                <a:path extrusionOk="0" h="71024" w="113346">
                  <a:moveTo>
                    <a:pt x="0" y="55323"/>
                  </a:moveTo>
                  <a:lnTo>
                    <a:pt x="0" y="0"/>
                  </a:lnTo>
                  <a:lnTo>
                    <a:pt x="113346" y="0"/>
                  </a:lnTo>
                  <a:lnTo>
                    <a:pt x="64114" y="71024"/>
                  </a:lnTo>
                  <a:lnTo>
                    <a:pt x="69777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1" name="Google Shape;5041;p51"/>
            <p:cNvSpPr/>
            <p:nvPr/>
          </p:nvSpPr>
          <p:spPr>
            <a:xfrm rot="8716295">
              <a:off x="71262" y="4741514"/>
              <a:ext cx="100246" cy="218719"/>
            </a:xfrm>
            <a:custGeom>
              <a:rect b="b" l="l" r="r" t="t"/>
              <a:pathLst>
                <a:path extrusionOk="0" h="457200" w="209550">
                  <a:moveTo>
                    <a:pt x="216217" y="0"/>
                  </a:moveTo>
                  <a:lnTo>
                    <a:pt x="216217" y="458153"/>
                  </a:lnTo>
                  <a:lnTo>
                    <a:pt x="90488" y="337185"/>
                  </a:lnTo>
                  <a:lnTo>
                    <a:pt x="90488" y="34290"/>
                  </a:lnTo>
                  <a:lnTo>
                    <a:pt x="0" y="34290"/>
                  </a:lnTo>
                  <a:lnTo>
                    <a:pt x="0" y="4763"/>
                  </a:lnTo>
                  <a:cubicBezTo>
                    <a:pt x="68580" y="7620"/>
                    <a:pt x="140017" y="1905"/>
                    <a:pt x="216217" y="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2" name="Google Shape;5042;p51"/>
            <p:cNvSpPr/>
            <p:nvPr/>
          </p:nvSpPr>
          <p:spPr>
            <a:xfrm rot="7484129">
              <a:off x="172059" y="4933533"/>
              <a:ext cx="203847" cy="195874"/>
            </a:xfrm>
            <a:custGeom>
              <a:rect b="b" l="l" r="r" t="t"/>
              <a:pathLst>
                <a:path extrusionOk="0" h="195874" w="203847">
                  <a:moveTo>
                    <a:pt x="90710" y="195874"/>
                  </a:moveTo>
                  <a:lnTo>
                    <a:pt x="47847" y="116129"/>
                  </a:lnTo>
                  <a:lnTo>
                    <a:pt x="69777" y="55323"/>
                  </a:lnTo>
                  <a:lnTo>
                    <a:pt x="0" y="55323"/>
                  </a:lnTo>
                  <a:lnTo>
                    <a:pt x="0" y="0"/>
                  </a:lnTo>
                  <a:lnTo>
                    <a:pt x="170341" y="0"/>
                  </a:lnTo>
                  <a:lnTo>
                    <a:pt x="203847" y="48325"/>
                  </a:lnTo>
                  <a:lnTo>
                    <a:pt x="203847" y="55323"/>
                  </a:lnTo>
                  <a:lnTo>
                    <a:pt x="139055" y="55323"/>
                  </a:ln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3" name="Google Shape;5043;p51"/>
            <p:cNvSpPr/>
            <p:nvPr/>
          </p:nvSpPr>
          <p:spPr>
            <a:xfrm rot="-8510606">
              <a:off x="313551" y="4906246"/>
              <a:ext cx="221827" cy="205098"/>
            </a:xfrm>
            <a:custGeom>
              <a:rect b="b" l="l" r="r" t="t"/>
              <a:pathLst>
                <a:path extrusionOk="0" h="205098" w="221827">
                  <a:moveTo>
                    <a:pt x="24153" y="55168"/>
                  </a:moveTo>
                  <a:lnTo>
                    <a:pt x="0" y="18385"/>
                  </a:lnTo>
                  <a:lnTo>
                    <a:pt x="23400" y="0"/>
                  </a:lnTo>
                  <a:lnTo>
                    <a:pt x="23735" y="46640"/>
                  </a:lnTo>
                  <a:close/>
                  <a:moveTo>
                    <a:pt x="221827" y="150928"/>
                  </a:moveTo>
                  <a:cubicBezTo>
                    <a:pt x="192582" y="176035"/>
                    <a:pt x="158785" y="193002"/>
                    <a:pt x="126574" y="204038"/>
                  </a:cubicBezTo>
                  <a:lnTo>
                    <a:pt x="122603" y="205098"/>
                  </a:lnTo>
                  <a:lnTo>
                    <a:pt x="102519" y="174512"/>
                  </a:lnTo>
                  <a:lnTo>
                    <a:pt x="103192" y="174655"/>
                  </a:lnTo>
                  <a:cubicBezTo>
                    <a:pt x="120298" y="174103"/>
                    <a:pt x="136851" y="170792"/>
                    <a:pt x="152853" y="165826"/>
                  </a:cubicBezTo>
                  <a:cubicBezTo>
                    <a:pt x="176028" y="158653"/>
                    <a:pt x="198652" y="149273"/>
                    <a:pt x="220723" y="138237"/>
                  </a:cubicBezTo>
                  <a:cubicBezTo>
                    <a:pt x="221275" y="140444"/>
                    <a:pt x="221827" y="143203"/>
                    <a:pt x="221827" y="145410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4" name="Google Shape;5044;p51"/>
            <p:cNvSpPr/>
            <p:nvPr/>
          </p:nvSpPr>
          <p:spPr>
            <a:xfrm rot="8716295">
              <a:off x="406370" y="4600606"/>
              <a:ext cx="113655" cy="117117"/>
            </a:xfrm>
            <a:custGeom>
              <a:rect b="b" l="l" r="r" t="t"/>
              <a:pathLst>
                <a:path extrusionOk="0" h="117117" w="113655">
                  <a:moveTo>
                    <a:pt x="13623" y="100559"/>
                  </a:moveTo>
                  <a:lnTo>
                    <a:pt x="0" y="68296"/>
                  </a:lnTo>
                  <a:lnTo>
                    <a:pt x="56488" y="0"/>
                  </a:lnTo>
                  <a:lnTo>
                    <a:pt x="96408" y="16856"/>
                  </a:lnTo>
                  <a:cubicBezTo>
                    <a:pt x="119404" y="38931"/>
                    <a:pt x="119404" y="76644"/>
                    <a:pt x="96408" y="99640"/>
                  </a:cubicBezTo>
                  <a:cubicBezTo>
                    <a:pt x="85370" y="110678"/>
                    <a:pt x="70653" y="117116"/>
                    <a:pt x="55015" y="117117"/>
                  </a:cubicBezTo>
                  <a:cubicBezTo>
                    <a:pt x="39378" y="117117"/>
                    <a:pt x="24661" y="111597"/>
                    <a:pt x="13623" y="100559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5" name="Google Shape;5045;p51"/>
            <p:cNvSpPr/>
            <p:nvPr/>
          </p:nvSpPr>
          <p:spPr>
            <a:xfrm rot="8716295">
              <a:off x="171547" y="4634346"/>
              <a:ext cx="54680" cy="546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6" name="Google Shape;5046;p51"/>
            <p:cNvSpPr/>
            <p:nvPr/>
          </p:nvSpPr>
          <p:spPr>
            <a:xfrm rot="8716295">
              <a:off x="348999" y="4475104"/>
              <a:ext cx="110380" cy="110380"/>
            </a:xfrm>
            <a:custGeom>
              <a:rect b="b" l="l" r="r" t="t"/>
              <a:pathLst>
                <a:path extrusionOk="0" h="114300" w="114300">
                  <a:moveTo>
                    <a:pt x="103823" y="103823"/>
                  </a:moveTo>
                  <a:cubicBezTo>
                    <a:pt x="92393" y="115253"/>
                    <a:pt x="77153" y="121920"/>
                    <a:pt x="60960" y="121920"/>
                  </a:cubicBezTo>
                  <a:cubicBezTo>
                    <a:pt x="44768" y="121920"/>
                    <a:pt x="29528" y="116205"/>
                    <a:pt x="18098" y="104775"/>
                  </a:cubicBezTo>
                  <a:cubicBezTo>
                    <a:pt x="6668" y="93345"/>
                    <a:pt x="0" y="78105"/>
                    <a:pt x="0" y="61913"/>
                  </a:cubicBezTo>
                  <a:lnTo>
                    <a:pt x="0" y="60960"/>
                  </a:lnTo>
                  <a:cubicBezTo>
                    <a:pt x="0" y="44768"/>
                    <a:pt x="6668" y="29528"/>
                    <a:pt x="18098" y="18098"/>
                  </a:cubicBezTo>
                  <a:cubicBezTo>
                    <a:pt x="29528" y="6668"/>
                    <a:pt x="44768" y="0"/>
                    <a:pt x="60960" y="0"/>
                  </a:cubicBezTo>
                  <a:cubicBezTo>
                    <a:pt x="77153" y="0"/>
                    <a:pt x="92393" y="6668"/>
                    <a:pt x="103823" y="18098"/>
                  </a:cubicBezTo>
                  <a:cubicBezTo>
                    <a:pt x="127635" y="40958"/>
                    <a:pt x="127635" y="80010"/>
                    <a:pt x="103823" y="103823"/>
                  </a:cubicBezTo>
                  <a:close/>
                </a:path>
              </a:pathLst>
            </a:custGeom>
            <a:solidFill>
              <a:schemeClr val="lt2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1198859" y="349390"/>
            <a:ext cx="7316491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A1B0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2" type="sldNum"/>
          </p:nvPr>
        </p:nvSpPr>
        <p:spPr>
          <a:xfrm>
            <a:off x="420766" y="4767263"/>
            <a:ext cx="515345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9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12" name="Google Shape;12;p29"/>
          <p:cNvSpPr txBox="1"/>
          <p:nvPr>
            <p:ph idx="1" type="body"/>
          </p:nvPr>
        </p:nvSpPr>
        <p:spPr>
          <a:xfrm>
            <a:off x="1198858" y="1370013"/>
            <a:ext cx="7316491" cy="3262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Relationship Id="rId5" Type="http://schemas.openxmlformats.org/officeDocument/2006/relationships/image" Target="../media/image20.gif"/><Relationship Id="rId6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6.png"/><Relationship Id="rId9" Type="http://schemas.openxmlformats.org/officeDocument/2006/relationships/image" Target="../media/image38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9.png"/><Relationship Id="rId5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46.png"/><Relationship Id="rId5" Type="http://schemas.openxmlformats.org/officeDocument/2006/relationships/image" Target="../media/image60.png"/><Relationship Id="rId6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Relationship Id="rId4" Type="http://schemas.openxmlformats.org/officeDocument/2006/relationships/image" Target="../media/image34.png"/></Relationships>
</file>

<file path=ppt/slides/_rels/slide14.xml.rels><?xml version="1.0" encoding="UTF-8" standalone="yes"?><Relationships xmlns="http://schemas.openxmlformats.org/package/2006/relationships"><Relationship Id="rId1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Relationship Id="rId4" Type="http://schemas.openxmlformats.org/officeDocument/2006/relationships/image" Target="../media/image32.png"/><Relationship Id="rId9" Type="http://schemas.openxmlformats.org/officeDocument/2006/relationships/image" Target="../media/image42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5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45.png"/><Relationship Id="rId5" Type="http://schemas.openxmlformats.org/officeDocument/2006/relationships/image" Target="../media/image50.png"/><Relationship Id="rId6" Type="http://schemas.openxmlformats.org/officeDocument/2006/relationships/image" Target="../media/image4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Relationship Id="rId4" Type="http://schemas.openxmlformats.org/officeDocument/2006/relationships/image" Target="../media/image50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5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Relationship Id="rId4" Type="http://schemas.openxmlformats.org/officeDocument/2006/relationships/image" Target="../media/image6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5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68.png"/><Relationship Id="rId5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6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Relationship Id="rId4" Type="http://schemas.openxmlformats.org/officeDocument/2006/relationships/image" Target="../media/image6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7.png"/><Relationship Id="rId4" Type="http://schemas.openxmlformats.org/officeDocument/2006/relationships/image" Target="../media/image17.png"/><Relationship Id="rId5" Type="http://schemas.openxmlformats.org/officeDocument/2006/relationships/image" Target="../media/image6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7.png"/><Relationship Id="rId4" Type="http://schemas.openxmlformats.org/officeDocument/2006/relationships/image" Target="../media/image67.png"/><Relationship Id="rId5" Type="http://schemas.openxmlformats.org/officeDocument/2006/relationships/image" Target="../media/image73.png"/><Relationship Id="rId6" Type="http://schemas.openxmlformats.org/officeDocument/2006/relationships/image" Target="../media/image71.png"/><Relationship Id="rId7" Type="http://schemas.openxmlformats.org/officeDocument/2006/relationships/image" Target="../media/image7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Relationship Id="rId4" Type="http://schemas.openxmlformats.org/officeDocument/2006/relationships/image" Target="../media/image67.png"/><Relationship Id="rId5" Type="http://schemas.openxmlformats.org/officeDocument/2006/relationships/image" Target="../media/image73.png"/><Relationship Id="rId6" Type="http://schemas.openxmlformats.org/officeDocument/2006/relationships/image" Target="../media/image71.png"/><Relationship Id="rId7" Type="http://schemas.openxmlformats.org/officeDocument/2006/relationships/image" Target="../media/image7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Relationship Id="rId6" Type="http://schemas.openxmlformats.org/officeDocument/2006/relationships/image" Target="../media/image74.png"/><Relationship Id="rId7" Type="http://schemas.openxmlformats.org/officeDocument/2006/relationships/image" Target="../media/image1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7.png"/><Relationship Id="rId4" Type="http://schemas.openxmlformats.org/officeDocument/2006/relationships/image" Target="../media/image71.png"/><Relationship Id="rId5" Type="http://schemas.openxmlformats.org/officeDocument/2006/relationships/image" Target="../media/image70.png"/><Relationship Id="rId6" Type="http://schemas.openxmlformats.org/officeDocument/2006/relationships/image" Target="../media/image74.png"/><Relationship Id="rId7" Type="http://schemas.openxmlformats.org/officeDocument/2006/relationships/image" Target="../media/image8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Relationship Id="rId4" Type="http://schemas.openxmlformats.org/officeDocument/2006/relationships/image" Target="../media/image7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7.png"/><Relationship Id="rId4" Type="http://schemas.openxmlformats.org/officeDocument/2006/relationships/image" Target="../media/image76.png"/><Relationship Id="rId5" Type="http://schemas.openxmlformats.org/officeDocument/2006/relationships/image" Target="../media/image8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7.png"/><Relationship Id="rId4" Type="http://schemas.openxmlformats.org/officeDocument/2006/relationships/image" Target="../media/image78.png"/><Relationship Id="rId5" Type="http://schemas.openxmlformats.org/officeDocument/2006/relationships/image" Target="../media/image144.jpg"/><Relationship Id="rId6" Type="http://schemas.openxmlformats.org/officeDocument/2006/relationships/image" Target="../media/image1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82.png"/><Relationship Id="rId5" Type="http://schemas.openxmlformats.org/officeDocument/2006/relationships/image" Target="../media/image81.png"/><Relationship Id="rId6" Type="http://schemas.openxmlformats.org/officeDocument/2006/relationships/image" Target="../media/image104.png"/><Relationship Id="rId7" Type="http://schemas.openxmlformats.org/officeDocument/2006/relationships/image" Target="../media/image83.png"/><Relationship Id="rId8" Type="http://schemas.openxmlformats.org/officeDocument/2006/relationships/image" Target="../media/image9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png"/><Relationship Id="rId4" Type="http://schemas.openxmlformats.org/officeDocument/2006/relationships/image" Target="../media/image8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7.png"/><Relationship Id="rId4" Type="http://schemas.openxmlformats.org/officeDocument/2006/relationships/image" Target="../media/image98.png"/><Relationship Id="rId5" Type="http://schemas.openxmlformats.org/officeDocument/2006/relationships/image" Target="../media/image8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7.png"/><Relationship Id="rId4" Type="http://schemas.openxmlformats.org/officeDocument/2006/relationships/image" Target="../media/image87.png"/><Relationship Id="rId5" Type="http://schemas.openxmlformats.org/officeDocument/2006/relationships/image" Target="../media/image86.png"/><Relationship Id="rId6" Type="http://schemas.openxmlformats.org/officeDocument/2006/relationships/image" Target="../media/image91.png"/><Relationship Id="rId7" Type="http://schemas.openxmlformats.org/officeDocument/2006/relationships/image" Target="../media/image88.png"/><Relationship Id="rId8" Type="http://schemas.openxmlformats.org/officeDocument/2006/relationships/image" Target="../media/image9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7.png"/><Relationship Id="rId4" Type="http://schemas.openxmlformats.org/officeDocument/2006/relationships/image" Target="../media/image94.png"/><Relationship Id="rId5" Type="http://schemas.openxmlformats.org/officeDocument/2006/relationships/image" Target="../media/image95.png"/><Relationship Id="rId6" Type="http://schemas.openxmlformats.org/officeDocument/2006/relationships/image" Target="../media/image11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7.png"/><Relationship Id="rId4" Type="http://schemas.openxmlformats.org/officeDocument/2006/relationships/image" Target="../media/image96.png"/><Relationship Id="rId5" Type="http://schemas.openxmlformats.org/officeDocument/2006/relationships/image" Target="../media/image10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7.png"/><Relationship Id="rId4" Type="http://schemas.openxmlformats.org/officeDocument/2006/relationships/image" Target="../media/image101.png"/><Relationship Id="rId5" Type="http://schemas.openxmlformats.org/officeDocument/2006/relationships/image" Target="../media/image9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7.png"/><Relationship Id="rId4" Type="http://schemas.openxmlformats.org/officeDocument/2006/relationships/image" Target="../media/image103.png"/><Relationship Id="rId5" Type="http://schemas.openxmlformats.org/officeDocument/2006/relationships/image" Target="../media/image10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7.png"/><Relationship Id="rId4" Type="http://schemas.openxmlformats.org/officeDocument/2006/relationships/image" Target="../media/image11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7.png"/><Relationship Id="rId4" Type="http://schemas.openxmlformats.org/officeDocument/2006/relationships/image" Target="../media/image105.png"/><Relationship Id="rId5" Type="http://schemas.openxmlformats.org/officeDocument/2006/relationships/image" Target="../media/image10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7.png"/><Relationship Id="rId4" Type="http://schemas.openxmlformats.org/officeDocument/2006/relationships/image" Target="../media/image142.png"/><Relationship Id="rId5" Type="http://schemas.openxmlformats.org/officeDocument/2006/relationships/image" Target="../media/image111.png"/><Relationship Id="rId6" Type="http://schemas.openxmlformats.org/officeDocument/2006/relationships/image" Target="../media/image10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Relationship Id="rId4" Type="http://schemas.openxmlformats.org/officeDocument/2006/relationships/image" Target="../media/image11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7.png"/><Relationship Id="rId4" Type="http://schemas.openxmlformats.org/officeDocument/2006/relationships/image" Target="../media/image110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30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7.png"/><Relationship Id="rId4" Type="http://schemas.openxmlformats.org/officeDocument/2006/relationships/image" Target="../media/image12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spreadsheets/d/1LiImGhiuIrSxVgEpkr-_PDmuLRGd5js-/edit?usp=sharing&amp;ouid=111536693129212534049&amp;rtpof=true&amp;sd=true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spreadsheets/d/1LiImGhiuIrSxVgEpkr-_PDmuLRGd5js-/edit?usp=sharing&amp;ouid=111536693129212534049&amp;rtpof=true&amp;sd=true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7.png"/><Relationship Id="rId4" Type="http://schemas.openxmlformats.org/officeDocument/2006/relationships/hyperlink" Target="https://docs.google.com/spreadsheets/d/1LiImGhiuIrSxVgEpkr-_PDmuLRGd5js-/edit?usp=sharing&amp;ouid=111536693129212534049&amp;rtpof=true&amp;sd=true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7.png"/><Relationship Id="rId4" Type="http://schemas.openxmlformats.org/officeDocument/2006/relationships/image" Target="../media/image115.png"/><Relationship Id="rId5" Type="http://schemas.openxmlformats.org/officeDocument/2006/relationships/image" Target="../media/image113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7.png"/><Relationship Id="rId4" Type="http://schemas.openxmlformats.org/officeDocument/2006/relationships/image" Target="../media/image121.png"/><Relationship Id="rId5" Type="http://schemas.openxmlformats.org/officeDocument/2006/relationships/image" Target="../media/image120.png"/><Relationship Id="rId6" Type="http://schemas.openxmlformats.org/officeDocument/2006/relationships/image" Target="../media/image122.png"/><Relationship Id="rId7" Type="http://schemas.openxmlformats.org/officeDocument/2006/relationships/image" Target="../media/image125.png"/></Relationships>
</file>

<file path=ppt/slides/_rels/slide5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3.png"/><Relationship Id="rId1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7.png"/><Relationship Id="rId4" Type="http://schemas.openxmlformats.org/officeDocument/2006/relationships/image" Target="../media/image123.png"/><Relationship Id="rId9" Type="http://schemas.openxmlformats.org/officeDocument/2006/relationships/image" Target="../media/image131.png"/><Relationship Id="rId5" Type="http://schemas.openxmlformats.org/officeDocument/2006/relationships/image" Target="../media/image126.png"/><Relationship Id="rId6" Type="http://schemas.openxmlformats.org/officeDocument/2006/relationships/image" Target="../media/image124.png"/><Relationship Id="rId7" Type="http://schemas.openxmlformats.org/officeDocument/2006/relationships/image" Target="../media/image128.png"/><Relationship Id="rId8" Type="http://schemas.openxmlformats.org/officeDocument/2006/relationships/image" Target="../media/image12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7.png"/><Relationship Id="rId4" Type="http://schemas.openxmlformats.org/officeDocument/2006/relationships/image" Target="../media/image136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3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7.png"/><Relationship Id="rId4" Type="http://schemas.openxmlformats.org/officeDocument/2006/relationships/image" Target="../media/image145.jpg"/><Relationship Id="rId5" Type="http://schemas.openxmlformats.org/officeDocument/2006/relationships/image" Target="../media/image137.png"/><Relationship Id="rId6" Type="http://schemas.openxmlformats.org/officeDocument/2006/relationships/image" Target="../media/image14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7.png"/><Relationship Id="rId4" Type="http://schemas.openxmlformats.org/officeDocument/2006/relationships/image" Target="../media/image14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0" name="Shape 5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1" name="Google Shape;5051;p1"/>
          <p:cNvSpPr txBox="1"/>
          <p:nvPr>
            <p:ph idx="4294967295" type="sldNum"/>
          </p:nvPr>
        </p:nvSpPr>
        <p:spPr>
          <a:xfrm>
            <a:off x="0" y="3148013"/>
            <a:ext cx="444500" cy="1995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52" name="Google Shape;5052;p1"/>
          <p:cNvSpPr txBox="1"/>
          <p:nvPr/>
        </p:nvSpPr>
        <p:spPr>
          <a:xfrm>
            <a:off x="2622550" y="220258"/>
            <a:ext cx="6521400" cy="470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b="1" lang="fr-FR" sz="2800">
                <a:solidFill>
                  <a:schemeClr val="dk2"/>
                </a:solidFill>
              </a:rPr>
              <a:t>EXPOSÉ</a:t>
            </a:r>
            <a:r>
              <a:rPr b="1" i="0" lang="fr-FR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DE CONCEPTION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PROJET SAE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KART </a:t>
            </a:r>
            <a:r>
              <a:rPr b="1" lang="fr-FR" sz="2000">
                <a:solidFill>
                  <a:schemeClr val="dk1"/>
                </a:solidFill>
              </a:rPr>
              <a:t>À</a:t>
            </a:r>
            <a:r>
              <a:rPr b="1" i="0" lang="fr-FR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2000">
                <a:solidFill>
                  <a:schemeClr val="dk1"/>
                </a:solidFill>
              </a:rPr>
              <a:t>HÉLICE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Groupe : A</a:t>
            </a:r>
            <a:r>
              <a:rPr b="1" lang="fr-FR" sz="1600">
                <a:solidFill>
                  <a:schemeClr val="dk1"/>
                </a:solidFill>
              </a:rPr>
              <a:t>1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Equipe : n°</a:t>
            </a:r>
            <a:r>
              <a:rPr b="1" lang="fr-FR" sz="1600">
                <a:solidFill>
                  <a:schemeClr val="dk1"/>
                </a:solidFill>
              </a:rPr>
              <a:t>12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n°1/2 </a:t>
            </a: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bleu foncé</a:t>
            </a:r>
            <a:r>
              <a:rPr b="1" i="0" lang="fr-FR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fr-FR" sz="1600">
                <a:solidFill>
                  <a:schemeClr val="dk1"/>
                </a:solidFill>
              </a:rPr>
              <a:t>ESPERON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1"/>
                </a:solidFill>
              </a:rPr>
              <a:t>-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1"/>
                </a:solidFill>
              </a:rPr>
              <a:t>Thomas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n°3/4 </a:t>
            </a: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bleu clair</a:t>
            </a:r>
            <a:r>
              <a:rPr b="1" i="0" lang="fr-FR" sz="1600" u="none" cap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fr-FR" sz="1600">
                <a:solidFill>
                  <a:schemeClr val="dk1"/>
                </a:solidFill>
              </a:rPr>
              <a:t>GUILLOU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fr-FR" sz="1600">
                <a:solidFill>
                  <a:schemeClr val="dk1"/>
                </a:solidFill>
              </a:rPr>
              <a:t>Anthony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"/>
              <a:buFont typeface="Arial"/>
              <a:buNone/>
            </a:pPr>
            <a:r>
              <a:t/>
            </a:r>
            <a:endParaRPr b="1" i="0" sz="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n°5/6 </a:t>
            </a: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rouge foncé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1" lang="fr-FR" sz="1600">
                <a:solidFill>
                  <a:schemeClr val="dk1"/>
                </a:solidFill>
              </a:rPr>
              <a:t>FEUGNET -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1"/>
                </a:solidFill>
              </a:rPr>
              <a:t>Théo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"/>
              <a:buFont typeface="Arial"/>
              <a:buNone/>
            </a:pPr>
            <a:r>
              <a:t/>
            </a:r>
            <a:endParaRPr b="1" i="0" sz="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Equipier n°7/8 </a:t>
            </a: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rouge clair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</a:t>
            </a:r>
            <a:r>
              <a:rPr b="1" lang="fr-FR" sz="1600">
                <a:solidFill>
                  <a:schemeClr val="dk1"/>
                </a:solidFill>
              </a:rPr>
              <a:t>DECRA</a:t>
            </a: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fr-FR" sz="1600">
                <a:solidFill>
                  <a:schemeClr val="dk1"/>
                </a:solidFill>
              </a:rPr>
              <a:t>Mathis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53" name="Google Shape;505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08" y="98686"/>
            <a:ext cx="2222700" cy="32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4" name="Google Shape;505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108" y="4615823"/>
            <a:ext cx="685436" cy="4133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xel art of a green frog with a big smile and a blue shirt . (Provided by Tenor)" id="5055" name="Google Shape;5055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0" y="5056188"/>
            <a:ext cx="87450" cy="8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6" name="Google Shape;5056;p1"/>
          <p:cNvPicPr preferRelativeResize="0"/>
          <p:nvPr/>
        </p:nvPicPr>
        <p:blipFill rotWithShape="1">
          <a:blip r:embed="rId6">
            <a:alphaModFix/>
          </a:blip>
          <a:srcRect b="0" l="0" r="27933" t="0"/>
          <a:stretch/>
        </p:blipFill>
        <p:spPr>
          <a:xfrm>
            <a:off x="3416349" y="2280453"/>
            <a:ext cx="1721651" cy="108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0" name="Shape 5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1" name="Google Shape;5061;p2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62" name="Google Shape;5062;p2"/>
          <p:cNvSpPr txBox="1"/>
          <p:nvPr>
            <p:ph type="title"/>
          </p:nvPr>
        </p:nvSpPr>
        <p:spPr>
          <a:xfrm>
            <a:off x="2854011" y="195438"/>
            <a:ext cx="3427437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Plan de l’exposé</a:t>
            </a:r>
            <a:endParaRPr/>
          </a:p>
        </p:txBody>
      </p:sp>
      <p:sp>
        <p:nvSpPr>
          <p:cNvPr id="5063" name="Google Shape;5063;p2"/>
          <p:cNvSpPr txBox="1"/>
          <p:nvPr>
            <p:ph idx="1" type="body"/>
          </p:nvPr>
        </p:nvSpPr>
        <p:spPr>
          <a:xfrm>
            <a:off x="2429050" y="723950"/>
            <a:ext cx="4933800" cy="42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I.</a:t>
            </a:r>
            <a:r>
              <a:rPr lang="fr-FR" sz="1600">
                <a:solidFill>
                  <a:schemeClr val="dk1"/>
                </a:solidFill>
              </a:rPr>
              <a:t> Contexte et Cahier Des Charges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II.</a:t>
            </a:r>
            <a:r>
              <a:rPr lang="fr-FR" sz="1600">
                <a:solidFill>
                  <a:schemeClr val="dk1"/>
                </a:solidFill>
              </a:rPr>
              <a:t> Conception préliminaire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Synoptique Electronique Emetteur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Synoptique </a:t>
            </a:r>
            <a:r>
              <a:rPr lang="fr-FR" sz="1400"/>
              <a:t>Électronique</a:t>
            </a:r>
            <a:r>
              <a:rPr lang="fr-FR" sz="1400"/>
              <a:t> Récepteur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Synoptique Informatique </a:t>
            </a:r>
            <a:r>
              <a:rPr lang="fr-FR" sz="1400"/>
              <a:t>Émetteur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Synoptique Informatique Récepteur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III.</a:t>
            </a:r>
            <a:r>
              <a:rPr lang="fr-FR" sz="1600">
                <a:solidFill>
                  <a:schemeClr val="dk1"/>
                </a:solidFill>
              </a:rPr>
              <a:t> Conception détaillée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Electronique Emetteur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</a:t>
            </a:r>
            <a:r>
              <a:rPr lang="fr-FR" sz="1400"/>
              <a:t>Électronique</a:t>
            </a:r>
            <a:r>
              <a:rPr lang="fr-FR" sz="1400"/>
              <a:t> Récepteur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Informatique </a:t>
            </a:r>
            <a:r>
              <a:rPr lang="fr-FR" sz="1400"/>
              <a:t>Émetteur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Informatique Récepteur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IV.</a:t>
            </a:r>
            <a:r>
              <a:rPr lang="fr-FR" sz="1600">
                <a:solidFill>
                  <a:schemeClr val="dk1"/>
                </a:solidFill>
              </a:rPr>
              <a:t> Plans de Fabrication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1. </a:t>
            </a:r>
            <a:r>
              <a:rPr lang="fr-FR" sz="1400"/>
              <a:t>Schéma électrique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2.</a:t>
            </a:r>
            <a:r>
              <a:rPr lang="fr-FR" sz="1400"/>
              <a:t> Nomenclature chiffrée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3.</a:t>
            </a:r>
            <a:r>
              <a:rPr lang="fr-FR" sz="1400"/>
              <a:t> Typons et plans du produit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4.</a:t>
            </a:r>
            <a:r>
              <a:rPr lang="fr-FR" sz="1400"/>
              <a:t> Protocole de fabrication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5.</a:t>
            </a:r>
            <a:r>
              <a:rPr lang="fr-FR" sz="1400"/>
              <a:t> Caractéristiques des fichiers informatiques</a:t>
            </a:r>
            <a:endParaRPr/>
          </a:p>
          <a:p>
            <a:pPr indent="0" lvl="2" marL="270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1400">
                <a:solidFill>
                  <a:schemeClr val="dk2"/>
                </a:solidFill>
              </a:rPr>
              <a:t>6.</a:t>
            </a:r>
            <a:r>
              <a:rPr lang="fr-FR" sz="1400"/>
              <a:t> Protocole de téléchargement informatique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</a:pPr>
            <a:r>
              <a:rPr lang="fr-FR" sz="1600"/>
              <a:t>V.</a:t>
            </a:r>
            <a:r>
              <a:rPr lang="fr-FR" sz="1600">
                <a:solidFill>
                  <a:schemeClr val="dk1"/>
                </a:solidFill>
              </a:rPr>
              <a:t> Conclusion et perspectives</a:t>
            </a:r>
            <a:endParaRPr/>
          </a:p>
        </p:txBody>
      </p:sp>
      <p:pic>
        <p:nvPicPr>
          <p:cNvPr id="5064" name="Google Shape;50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8" name="Shape 5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9" name="Google Shape;5069;p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70" name="Google Shape;5070;p3"/>
          <p:cNvSpPr txBox="1"/>
          <p:nvPr>
            <p:ph type="title"/>
          </p:nvPr>
        </p:nvSpPr>
        <p:spPr>
          <a:xfrm>
            <a:off x="1200972" y="216762"/>
            <a:ext cx="5609195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I. Contexte et Cahier des Charges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071" name="Google Shape;50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072" name="Google Shape;5072;p3"/>
          <p:cNvSpPr txBox="1"/>
          <p:nvPr>
            <p:ph idx="1" type="body"/>
          </p:nvPr>
        </p:nvSpPr>
        <p:spPr>
          <a:xfrm>
            <a:off x="4496225" y="1571475"/>
            <a:ext cx="3873900" cy="28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14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Caractéristiques :</a:t>
            </a:r>
            <a:endParaRPr b="0"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b="0" lang="fr-FR" sz="1100">
                <a:solidFill>
                  <a:schemeClr val="lt2"/>
                </a:solidFill>
              </a:rPr>
              <a:t>Client : société Toy Corporation </a:t>
            </a:r>
            <a:endParaRPr b="0"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b="0" lang="fr-FR" sz="1100">
                <a:solidFill>
                  <a:schemeClr val="lt2"/>
                </a:solidFill>
              </a:rPr>
              <a:t>prix d'acquisition pour le grand publique  &lt; 160 €</a:t>
            </a:r>
            <a:endParaRPr b="0"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fr-FR" sz="1100">
                <a:solidFill>
                  <a:schemeClr val="lt2"/>
                </a:solidFill>
              </a:rPr>
              <a:t>L’émetteur</a:t>
            </a:r>
            <a:r>
              <a:rPr b="0" lang="fr-FR" sz="1100">
                <a:solidFill>
                  <a:schemeClr val="lt2"/>
                </a:solidFill>
              </a:rPr>
              <a:t> : une télécommande utilisée par l’utilisateur.</a:t>
            </a:r>
            <a:endParaRPr b="0"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fr-FR">
                <a:solidFill>
                  <a:schemeClr val="lt2"/>
                </a:solidFill>
              </a:rPr>
              <a:t>autonomie &gt; 1h</a:t>
            </a:r>
            <a:endParaRPr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fr-FR">
                <a:solidFill>
                  <a:schemeClr val="lt2"/>
                </a:solidFill>
              </a:rPr>
              <a:t>distance de détection &gt; 10m</a:t>
            </a:r>
            <a:br>
              <a:rPr b="0" lang="fr-FR" sz="1100">
                <a:solidFill>
                  <a:schemeClr val="lt2"/>
                </a:solidFill>
              </a:rPr>
            </a:br>
            <a:endParaRPr b="0" sz="1100">
              <a:solidFill>
                <a:schemeClr val="lt2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</a:pPr>
            <a:r>
              <a:rPr lang="fr-FR" sz="1100">
                <a:solidFill>
                  <a:schemeClr val="lt2"/>
                </a:solidFill>
              </a:rPr>
              <a:t>Le récepteur</a:t>
            </a:r>
            <a:r>
              <a:rPr b="0" lang="fr-FR" sz="1100">
                <a:solidFill>
                  <a:schemeClr val="lt2"/>
                </a:solidFill>
              </a:rPr>
              <a:t> : le kart motorisé qui exécute les commandes reçues via un signal infrarouge (IR).</a:t>
            </a:r>
            <a:endParaRPr b="0" sz="1100">
              <a:solidFill>
                <a:schemeClr val="lt2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</a:pPr>
            <a:r>
              <a:rPr lang="fr-FR">
                <a:solidFill>
                  <a:schemeClr val="lt2"/>
                </a:solidFill>
              </a:rPr>
              <a:t>autonomie &gt; 15 min</a:t>
            </a:r>
            <a:endParaRPr b="0" sz="1100">
              <a:solidFill>
                <a:schemeClr val="lt2"/>
              </a:solidFill>
            </a:endParaRPr>
          </a:p>
        </p:txBody>
      </p:sp>
      <p:pic>
        <p:nvPicPr>
          <p:cNvPr id="5073" name="Google Shape;5073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2475" y="1519163"/>
            <a:ext cx="3161550" cy="28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7" name="Shape 5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8" name="Google Shape;5078;p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079" name="Google Shape;5079;p4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1. Synoptique Electronique Emetteur</a:t>
            </a:r>
            <a:endParaRPr/>
          </a:p>
        </p:txBody>
      </p:sp>
      <p:pic>
        <p:nvPicPr>
          <p:cNvPr id="5080" name="Google Shape;508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081" name="Google Shape;5081;p4"/>
          <p:cNvSpPr txBox="1"/>
          <p:nvPr/>
        </p:nvSpPr>
        <p:spPr>
          <a:xfrm>
            <a:off x="8117350" y="329984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082" name="Google Shape;5082;p4"/>
          <p:cNvSpPr txBox="1"/>
          <p:nvPr/>
        </p:nvSpPr>
        <p:spPr>
          <a:xfrm>
            <a:off x="8117368" y="3645213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083" name="Google Shape;5083;p4"/>
          <p:cNvSpPr txBox="1"/>
          <p:nvPr/>
        </p:nvSpPr>
        <p:spPr>
          <a:xfrm>
            <a:off x="8117368" y="3986724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084" name="Google Shape;5084;p4"/>
          <p:cNvSpPr/>
          <p:nvPr/>
        </p:nvSpPr>
        <p:spPr>
          <a:xfrm>
            <a:off x="6318000" y="915976"/>
            <a:ext cx="1835400" cy="21885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5" name="Google Shape;5085;p4"/>
          <p:cNvSpPr/>
          <p:nvPr/>
        </p:nvSpPr>
        <p:spPr>
          <a:xfrm>
            <a:off x="4020878" y="1310328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6" name="Google Shape;5086;p4"/>
          <p:cNvSpPr/>
          <p:nvPr/>
        </p:nvSpPr>
        <p:spPr>
          <a:xfrm>
            <a:off x="1750450" y="1310325"/>
            <a:ext cx="1835400" cy="15150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7" name="Google Shape;5087;p4"/>
          <p:cNvSpPr/>
          <p:nvPr/>
        </p:nvSpPr>
        <p:spPr>
          <a:xfrm>
            <a:off x="4020878" y="3167944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8" name="Google Shape;5088;p4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9" name="Google Shape;5089;p4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0" name="Google Shape;5090;p4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1" name="Google Shape;5091;p4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2" name="Google Shape;5092;p4"/>
          <p:cNvSpPr/>
          <p:nvPr/>
        </p:nvSpPr>
        <p:spPr>
          <a:xfrm rot="-5400000">
            <a:off x="4781765" y="2867541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3" name="Google Shape;5093;p4"/>
          <p:cNvSpPr/>
          <p:nvPr/>
        </p:nvSpPr>
        <p:spPr>
          <a:xfrm rot="-5400000">
            <a:off x="336171" y="1806052"/>
            <a:ext cx="1414983" cy="423538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-FR" sz="1200">
                <a:solidFill>
                  <a:schemeClr val="lt2"/>
                </a:solidFill>
              </a:rPr>
              <a:t>UTILISATEUR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094" name="Google Shape;5094;p4"/>
          <p:cNvSpPr/>
          <p:nvPr/>
        </p:nvSpPr>
        <p:spPr>
          <a:xfrm rot="-5400000">
            <a:off x="8106279" y="1796145"/>
            <a:ext cx="1414983" cy="423538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-FR" sz="1200">
                <a:solidFill>
                  <a:schemeClr val="lt2"/>
                </a:solidFill>
              </a:rPr>
              <a:t>KART À HÉLICE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095" name="Google Shape;5095;p4"/>
          <p:cNvSpPr/>
          <p:nvPr/>
        </p:nvSpPr>
        <p:spPr>
          <a:xfrm rot="-2700000">
            <a:off x="5954840" y="287823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6" name="Google Shape;5096;p4"/>
          <p:cNvSpPr/>
          <p:nvPr/>
        </p:nvSpPr>
        <p:spPr>
          <a:xfrm rot="-8100000">
            <a:off x="3677428" y="287823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7" name="Google Shape;5097;p4"/>
          <p:cNvSpPr txBox="1"/>
          <p:nvPr/>
        </p:nvSpPr>
        <p:spPr>
          <a:xfrm>
            <a:off x="8117350" y="2958329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098" name="Google Shape;5098;p4"/>
          <p:cNvSpPr txBox="1"/>
          <p:nvPr/>
        </p:nvSpPr>
        <p:spPr>
          <a:xfrm>
            <a:off x="8117350" y="43320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099" name="Google Shape;5099;p4"/>
          <p:cNvSpPr txBox="1"/>
          <p:nvPr/>
        </p:nvSpPr>
        <p:spPr>
          <a:xfrm>
            <a:off x="4264950" y="1937725"/>
            <a:ext cx="1327500" cy="4311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Microcontrôleur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(ATMEGA328P)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100" name="Google Shape;5100;p4"/>
          <p:cNvSpPr txBox="1"/>
          <p:nvPr/>
        </p:nvSpPr>
        <p:spPr>
          <a:xfrm>
            <a:off x="4235550" y="3487063"/>
            <a:ext cx="1386300" cy="4311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Accumulateur Lipo 2S 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Régulateur linéaire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01" name="Google Shape;5101;p4"/>
          <p:cNvSpPr txBox="1"/>
          <p:nvPr/>
        </p:nvSpPr>
        <p:spPr>
          <a:xfrm>
            <a:off x="4245463" y="4052075"/>
            <a:ext cx="1386300" cy="461700"/>
          </a:xfrm>
          <a:prstGeom prst="rect">
            <a:avLst/>
          </a:prstGeom>
          <a:noFill/>
          <a:ln cap="flat" cmpd="sng" w="28575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Interrupteur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rial"/>
              <a:buNone/>
            </a:pPr>
            <a:r>
              <a:rPr lang="fr-FR" sz="1000">
                <a:solidFill>
                  <a:schemeClr val="dk1"/>
                </a:solidFill>
              </a:rPr>
              <a:t>(</a:t>
            </a:r>
            <a:r>
              <a:rPr lang="fr-FR" sz="800">
                <a:solidFill>
                  <a:schemeClr val="dk1"/>
                </a:solidFill>
              </a:rPr>
              <a:t>JS202011CQN</a:t>
            </a:r>
            <a:r>
              <a:rPr lang="fr-FR" sz="1000">
                <a:solidFill>
                  <a:schemeClr val="dk1"/>
                </a:solidFill>
              </a:rPr>
              <a:t>)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02" name="Google Shape;5102;p4"/>
          <p:cNvSpPr txBox="1"/>
          <p:nvPr/>
        </p:nvSpPr>
        <p:spPr>
          <a:xfrm>
            <a:off x="2011063" y="1634988"/>
            <a:ext cx="1327500" cy="5907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 2 Potentiomètres rectilignes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PTA4543-2015DP-B103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03" name="Google Shape;5103;p4"/>
          <p:cNvSpPr txBox="1"/>
          <p:nvPr/>
        </p:nvSpPr>
        <p:spPr>
          <a:xfrm>
            <a:off x="2011063" y="2338049"/>
            <a:ext cx="1327500" cy="4674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Bouton poussoir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MCDTS6-3K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04" name="Google Shape;5104;p4"/>
          <p:cNvSpPr txBox="1"/>
          <p:nvPr/>
        </p:nvSpPr>
        <p:spPr>
          <a:xfrm>
            <a:off x="6576425" y="1634999"/>
            <a:ext cx="1327500" cy="5541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 LED verte HLMP-CM3A-Z10DD + résistance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5105" name="Google Shape;5105;p4"/>
          <p:cNvSpPr txBox="1"/>
          <p:nvPr/>
        </p:nvSpPr>
        <p:spPr>
          <a:xfrm>
            <a:off x="6565425" y="2259630"/>
            <a:ext cx="1327500" cy="7695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 4 LEDs </a:t>
            </a:r>
            <a:r>
              <a:rPr lang="fr-FR" sz="800">
                <a:solidFill>
                  <a:schemeClr val="lt2"/>
                </a:solidFill>
              </a:rPr>
              <a:t>infrarouges TSAL6200</a:t>
            </a:r>
            <a:r>
              <a:rPr lang="fr-FR">
                <a:solidFill>
                  <a:schemeClr val="lt2"/>
                </a:solidFill>
              </a:rPr>
              <a:t> </a:t>
            </a:r>
            <a:r>
              <a:rPr lang="fr-FR" sz="800">
                <a:solidFill>
                  <a:schemeClr val="lt2"/>
                </a:solidFill>
              </a:rPr>
              <a:t>+</a:t>
            </a:r>
            <a:r>
              <a:rPr lang="fr-FR" sz="800">
                <a:solidFill>
                  <a:schemeClr val="lt2"/>
                </a:solidFill>
              </a:rPr>
              <a:t> résistance + 2 transistors bipolaires </a:t>
            </a:r>
            <a:r>
              <a:rPr lang="fr-FR" sz="800">
                <a:solidFill>
                  <a:schemeClr val="lt2"/>
                </a:solidFill>
              </a:rPr>
              <a:t>BC337 </a:t>
            </a:r>
            <a:r>
              <a:rPr lang="fr-FR" sz="800">
                <a:solidFill>
                  <a:schemeClr val="lt2"/>
                </a:solidFill>
              </a:rPr>
              <a:t>+ condensateurs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9" name="Shape 5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0" name="Google Shape;5110;p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111" name="Google Shape;5111;p5"/>
          <p:cNvSpPr txBox="1"/>
          <p:nvPr>
            <p:ph type="title"/>
          </p:nvPr>
        </p:nvSpPr>
        <p:spPr>
          <a:xfrm>
            <a:off x="1200972" y="65012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Synoptique Électronique Récepteur</a:t>
            </a:r>
            <a:endParaRPr/>
          </a:p>
        </p:txBody>
      </p:sp>
      <p:pic>
        <p:nvPicPr>
          <p:cNvPr id="5112" name="Google Shape;5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113" name="Google Shape;5113;p5"/>
          <p:cNvSpPr txBox="1"/>
          <p:nvPr/>
        </p:nvSpPr>
        <p:spPr>
          <a:xfrm>
            <a:off x="8117350" y="329984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114" name="Google Shape;5114;p5"/>
          <p:cNvSpPr txBox="1"/>
          <p:nvPr/>
        </p:nvSpPr>
        <p:spPr>
          <a:xfrm>
            <a:off x="8117368" y="3645213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115" name="Google Shape;5115;p5"/>
          <p:cNvSpPr txBox="1"/>
          <p:nvPr/>
        </p:nvSpPr>
        <p:spPr>
          <a:xfrm>
            <a:off x="8117368" y="398672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116" name="Google Shape;5116;p5"/>
          <p:cNvSpPr/>
          <p:nvPr/>
        </p:nvSpPr>
        <p:spPr>
          <a:xfrm>
            <a:off x="6269900" y="463325"/>
            <a:ext cx="1835400" cy="30666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7" name="Google Shape;5117;p5"/>
          <p:cNvSpPr/>
          <p:nvPr/>
        </p:nvSpPr>
        <p:spPr>
          <a:xfrm>
            <a:off x="4020878" y="1310328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8" name="Google Shape;5118;p5"/>
          <p:cNvSpPr/>
          <p:nvPr/>
        </p:nvSpPr>
        <p:spPr>
          <a:xfrm>
            <a:off x="1750453" y="1310327"/>
            <a:ext cx="1835400" cy="14151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9" name="Google Shape;5119;p5"/>
          <p:cNvSpPr/>
          <p:nvPr/>
        </p:nvSpPr>
        <p:spPr>
          <a:xfrm>
            <a:off x="3412823" y="3580625"/>
            <a:ext cx="3031800" cy="14151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ENERGIE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0" name="Google Shape;5120;p5"/>
          <p:cNvSpPr/>
          <p:nvPr/>
        </p:nvSpPr>
        <p:spPr>
          <a:xfrm>
            <a:off x="3655921" y="1927824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1" name="Google Shape;5121;p5"/>
          <p:cNvSpPr/>
          <p:nvPr/>
        </p:nvSpPr>
        <p:spPr>
          <a:xfrm>
            <a:off x="5944146" y="1937726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2" name="Google Shape;5122;p5"/>
          <p:cNvSpPr/>
          <p:nvPr/>
        </p:nvSpPr>
        <p:spPr>
          <a:xfrm>
            <a:off x="8222464" y="1927823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3" name="Google Shape;5123;p5"/>
          <p:cNvSpPr/>
          <p:nvPr/>
        </p:nvSpPr>
        <p:spPr>
          <a:xfrm>
            <a:off x="1380027" y="1927822"/>
            <a:ext cx="3138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4" name="Google Shape;5124;p5"/>
          <p:cNvSpPr/>
          <p:nvPr/>
        </p:nvSpPr>
        <p:spPr>
          <a:xfrm rot="-5400000">
            <a:off x="4536775" y="3057787"/>
            <a:ext cx="783900" cy="1602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5" name="Google Shape;5125;p5"/>
          <p:cNvSpPr/>
          <p:nvPr/>
        </p:nvSpPr>
        <p:spPr>
          <a:xfrm rot="-5400000">
            <a:off x="336143" y="1805962"/>
            <a:ext cx="1415100" cy="4236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Signal infrarouge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6" name="Google Shape;5126;p5"/>
          <p:cNvSpPr/>
          <p:nvPr/>
        </p:nvSpPr>
        <p:spPr>
          <a:xfrm rot="-5400000">
            <a:off x="8106251" y="1796056"/>
            <a:ext cx="1415100" cy="4236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Contrôle du kart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7" name="Google Shape;5127;p5"/>
          <p:cNvSpPr/>
          <p:nvPr/>
        </p:nvSpPr>
        <p:spPr>
          <a:xfrm rot="-2700000">
            <a:off x="5892130" y="3360056"/>
            <a:ext cx="313531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8" name="Google Shape;5128;p5"/>
          <p:cNvSpPr/>
          <p:nvPr/>
        </p:nvSpPr>
        <p:spPr>
          <a:xfrm rot="-8100000">
            <a:off x="3018423" y="3062315"/>
            <a:ext cx="1060660" cy="160372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9" name="Google Shape;5129;p5"/>
          <p:cNvSpPr txBox="1"/>
          <p:nvPr/>
        </p:nvSpPr>
        <p:spPr>
          <a:xfrm>
            <a:off x="8117350" y="295832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130" name="Google Shape;5130;p5"/>
          <p:cNvSpPr txBox="1"/>
          <p:nvPr/>
        </p:nvSpPr>
        <p:spPr>
          <a:xfrm>
            <a:off x="8117350" y="43320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131" name="Google Shape;5131;p5"/>
          <p:cNvSpPr txBox="1"/>
          <p:nvPr/>
        </p:nvSpPr>
        <p:spPr>
          <a:xfrm>
            <a:off x="4264963" y="1666825"/>
            <a:ext cx="1327500" cy="431100"/>
          </a:xfrm>
          <a:prstGeom prst="rect">
            <a:avLst/>
          </a:prstGeom>
          <a:noFill/>
          <a:ln cap="flat" cmpd="sng" w="28575">
            <a:solidFill>
              <a:srgbClr val="F3A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Microcontrôleur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r>
              <a:rPr lang="fr-FR" sz="800">
                <a:solidFill>
                  <a:schemeClr val="lt2"/>
                </a:solidFill>
              </a:rPr>
              <a:t>(ATMEGA328P)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32" name="Google Shape;5132;p5"/>
          <p:cNvSpPr txBox="1"/>
          <p:nvPr/>
        </p:nvSpPr>
        <p:spPr>
          <a:xfrm>
            <a:off x="3472225" y="3905575"/>
            <a:ext cx="1386300" cy="431100"/>
          </a:xfrm>
          <a:prstGeom prst="rect">
            <a:avLst/>
          </a:prstGeom>
          <a:noFill/>
          <a:ln cap="flat" cmpd="sng" w="28575">
            <a:solidFill>
              <a:srgbClr val="F3A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Accumulateur Lipo 2S 7,4V 1000mA.h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133" name="Google Shape;5133;p5"/>
          <p:cNvSpPr txBox="1"/>
          <p:nvPr/>
        </p:nvSpPr>
        <p:spPr>
          <a:xfrm>
            <a:off x="152400" y="1524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t/>
            </a:r>
            <a:endParaRPr/>
          </a:p>
        </p:txBody>
      </p:sp>
      <p:sp>
        <p:nvSpPr>
          <p:cNvPr id="5134" name="Google Shape;5134;p5"/>
          <p:cNvSpPr txBox="1"/>
          <p:nvPr/>
        </p:nvSpPr>
        <p:spPr>
          <a:xfrm>
            <a:off x="5018688" y="4055900"/>
            <a:ext cx="1386300" cy="507300"/>
          </a:xfrm>
          <a:prstGeom prst="rect">
            <a:avLst/>
          </a:prstGeom>
          <a:noFill/>
          <a:ln cap="flat" cmpd="sng" w="28575">
            <a:solidFill>
              <a:srgbClr val="F3A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Interrupteur 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595"/>
              </a:spcBef>
              <a:spcAft>
                <a:spcPts val="595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(Bouton poussoir) 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35" name="Google Shape;5135;p5"/>
          <p:cNvSpPr txBox="1"/>
          <p:nvPr/>
        </p:nvSpPr>
        <p:spPr>
          <a:xfrm>
            <a:off x="3472225" y="4434975"/>
            <a:ext cx="1386300" cy="507300"/>
          </a:xfrm>
          <a:prstGeom prst="rect">
            <a:avLst/>
          </a:prstGeom>
          <a:noFill/>
          <a:ln cap="flat" cmpd="sng" w="28575">
            <a:solidFill>
              <a:srgbClr val="F3A58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Régulateur linéaire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595"/>
              </a:spcBef>
              <a:spcAft>
                <a:spcPts val="595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(BEC XREG10)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36" name="Google Shape;5136;p5"/>
          <p:cNvSpPr txBox="1"/>
          <p:nvPr/>
        </p:nvSpPr>
        <p:spPr>
          <a:xfrm>
            <a:off x="1981675" y="1792363"/>
            <a:ext cx="13863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Récepteur Démodulateur infrarouge TSOP4438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137" name="Google Shape;5137;p5"/>
          <p:cNvSpPr txBox="1"/>
          <p:nvPr/>
        </p:nvSpPr>
        <p:spPr>
          <a:xfrm>
            <a:off x="6530525" y="819475"/>
            <a:ext cx="13821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Servomoteur Hitec HS322HD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38" name="Google Shape;5138;p5"/>
          <p:cNvSpPr txBox="1"/>
          <p:nvPr/>
        </p:nvSpPr>
        <p:spPr>
          <a:xfrm>
            <a:off x="6530525" y="1250575"/>
            <a:ext cx="13821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Buzzer MCKPT-G1210-3916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39" name="Google Shape;5139;p5"/>
          <p:cNvSpPr txBox="1"/>
          <p:nvPr/>
        </p:nvSpPr>
        <p:spPr>
          <a:xfrm>
            <a:off x="6526300" y="1678950"/>
            <a:ext cx="13863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Contrôleur de moteur brushless XREG10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40" name="Google Shape;5140;p5"/>
          <p:cNvSpPr txBox="1"/>
          <p:nvPr/>
        </p:nvSpPr>
        <p:spPr>
          <a:xfrm>
            <a:off x="6526313" y="2110050"/>
            <a:ext cx="13821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Moteur Brushless Turnigy 28-22-CQ 1400Kv 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41" name="Google Shape;5141;p5"/>
          <p:cNvSpPr txBox="1"/>
          <p:nvPr/>
        </p:nvSpPr>
        <p:spPr>
          <a:xfrm>
            <a:off x="6528413" y="2528525"/>
            <a:ext cx="13821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LED </a:t>
            </a:r>
            <a:r>
              <a:rPr lang="fr-FR" sz="800">
                <a:solidFill>
                  <a:schemeClr val="lt2"/>
                </a:solidFill>
              </a:rPr>
              <a:t>Connexion Bleue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HLMP-CB2A-VW0DD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42" name="Google Shape;5142;p5"/>
          <p:cNvSpPr txBox="1"/>
          <p:nvPr/>
        </p:nvSpPr>
        <p:spPr>
          <a:xfrm>
            <a:off x="6526300" y="2969522"/>
            <a:ext cx="1382100" cy="431100"/>
          </a:xfrm>
          <a:prstGeom prst="rect">
            <a:avLst/>
          </a:prstGeom>
          <a:noFill/>
          <a:ln cap="flat" cmpd="sng" w="28575">
            <a:solidFill>
              <a:srgbClr val="CE411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LED </a:t>
            </a:r>
            <a:r>
              <a:rPr lang="fr-FR" sz="800">
                <a:solidFill>
                  <a:schemeClr val="lt2"/>
                </a:solidFill>
              </a:rPr>
              <a:t>Indicatrice Verte</a:t>
            </a:r>
            <a:endParaRPr sz="8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chemeClr val="lt2"/>
                </a:solidFill>
              </a:rPr>
              <a:t>HLMP-CB2A-Z10DD</a:t>
            </a:r>
            <a:endParaRPr sz="800">
              <a:solidFill>
                <a:schemeClr val="lt2"/>
              </a:solidFill>
            </a:endParaRPr>
          </a:p>
        </p:txBody>
      </p:sp>
      <p:sp>
        <p:nvSpPr>
          <p:cNvPr id="5143" name="Google Shape;5143;p5"/>
          <p:cNvSpPr txBox="1"/>
          <p:nvPr/>
        </p:nvSpPr>
        <p:spPr>
          <a:xfrm>
            <a:off x="6269900" y="485375"/>
            <a:ext cx="183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ACTION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7" name="Shape 5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8" name="Google Shape;5148;p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149" name="Google Shape;5149;p6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Synoptique Informatique </a:t>
            </a:r>
            <a:r>
              <a:rPr lang="fr-FR" sz="1600">
                <a:solidFill>
                  <a:schemeClr val="dk2"/>
                </a:solidFill>
              </a:rPr>
              <a:t>Émetteur</a:t>
            </a:r>
            <a:endParaRPr/>
          </a:p>
        </p:txBody>
      </p:sp>
      <p:pic>
        <p:nvPicPr>
          <p:cNvPr id="5150" name="Google Shape;515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151" name="Google Shape;5151;p6"/>
          <p:cNvSpPr txBox="1"/>
          <p:nvPr/>
        </p:nvSpPr>
        <p:spPr>
          <a:xfrm>
            <a:off x="8117350" y="329984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152" name="Google Shape;5152;p6"/>
          <p:cNvSpPr txBox="1"/>
          <p:nvPr/>
        </p:nvSpPr>
        <p:spPr>
          <a:xfrm>
            <a:off x="8117368" y="3645213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153" name="Google Shape;5153;p6"/>
          <p:cNvSpPr txBox="1"/>
          <p:nvPr/>
        </p:nvSpPr>
        <p:spPr>
          <a:xfrm>
            <a:off x="8117368" y="3986724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154" name="Google Shape;5154;p6"/>
          <p:cNvSpPr/>
          <p:nvPr/>
        </p:nvSpPr>
        <p:spPr>
          <a:xfrm>
            <a:off x="6318000" y="1035098"/>
            <a:ext cx="1835400" cy="16902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Led verte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Générer TRAM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5" name="Google Shape;5155;p6"/>
          <p:cNvSpPr/>
          <p:nvPr/>
        </p:nvSpPr>
        <p:spPr>
          <a:xfrm>
            <a:off x="4080875" y="1206475"/>
            <a:ext cx="1835400" cy="3103200"/>
          </a:xfrm>
          <a:prstGeom prst="rect">
            <a:avLst/>
          </a:prstGeom>
          <a:noFill/>
          <a:ln cap="flat" cmpd="sng" w="25400">
            <a:solidFill>
              <a:srgbClr val="CE411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6" name="Google Shape;5156;p6"/>
          <p:cNvSpPr/>
          <p:nvPr/>
        </p:nvSpPr>
        <p:spPr>
          <a:xfrm>
            <a:off x="1750450" y="1034998"/>
            <a:ext cx="1835400" cy="16902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Valeur </a:t>
            </a:r>
            <a:r>
              <a:rPr b="1" lang="fr-FR">
                <a:solidFill>
                  <a:schemeClr val="dk1"/>
                </a:solidFill>
              </a:rPr>
              <a:t>potentiomètre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Bouton poussoir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7" name="Google Shape;5157;p6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8" name="Google Shape;5158;p6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9" name="Google Shape;5159;p6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0" name="Google Shape;5160;p6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1" name="Google Shape;5161;p6"/>
          <p:cNvSpPr/>
          <p:nvPr/>
        </p:nvSpPr>
        <p:spPr>
          <a:xfrm rot="-5400000">
            <a:off x="336143" y="1805962"/>
            <a:ext cx="1415100" cy="4236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Action utilisateur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2" name="Google Shape;5162;p6"/>
          <p:cNvSpPr/>
          <p:nvPr/>
        </p:nvSpPr>
        <p:spPr>
          <a:xfrm rot="-5400000">
            <a:off x="7973650" y="1663449"/>
            <a:ext cx="1680300" cy="423600"/>
          </a:xfrm>
          <a:prstGeom prst="rect">
            <a:avLst/>
          </a:prstGeom>
          <a:noFill/>
          <a:ln cap="flat" cmpd="sng" w="25400">
            <a:solidFill>
              <a:srgbClr val="F3A58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Émettre</a:t>
            </a:r>
            <a:r>
              <a:rPr b="1" lang="fr-FR">
                <a:solidFill>
                  <a:schemeClr val="dk1"/>
                </a:solidFill>
              </a:rPr>
              <a:t> le signal infrarouge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3" name="Google Shape;5163;p6"/>
          <p:cNvSpPr txBox="1"/>
          <p:nvPr/>
        </p:nvSpPr>
        <p:spPr>
          <a:xfrm>
            <a:off x="8117350" y="2958329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164" name="Google Shape;5164;p6"/>
          <p:cNvSpPr txBox="1"/>
          <p:nvPr/>
        </p:nvSpPr>
        <p:spPr>
          <a:xfrm>
            <a:off x="8117350" y="43320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165" name="Google Shape;5165;p6"/>
          <p:cNvSpPr txBox="1"/>
          <p:nvPr/>
        </p:nvSpPr>
        <p:spPr>
          <a:xfrm>
            <a:off x="4080800" y="1530600"/>
            <a:ext cx="18354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900">
                <a:solidFill>
                  <a:schemeClr val="lt2"/>
                </a:solidFill>
              </a:rPr>
              <a:t>Encoder deux octets de la trame NEC :</a:t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u="sng">
                <a:solidFill>
                  <a:schemeClr val="lt2"/>
                </a:solidFill>
              </a:rPr>
              <a:t>Octet d’adresse : </a:t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1 bit du statut du bouton poussoir pour le klaxon</a:t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7 bits pour numéro d’équipe 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 u="sng">
                <a:solidFill>
                  <a:schemeClr val="lt2"/>
                </a:solidFill>
              </a:rPr>
              <a:t>Octet de données :</a:t>
            </a:r>
            <a:endParaRPr sz="900" u="sng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3 bits pour la vitesse du kart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5 bits pour la direction des roues du kart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900">
                <a:solidFill>
                  <a:schemeClr val="lt2"/>
                </a:solidFill>
              </a:rPr>
              <a:t>Vérifier la </a:t>
            </a:r>
            <a:r>
              <a:rPr b="1" lang="fr-FR" sz="900">
                <a:solidFill>
                  <a:schemeClr val="lt2"/>
                </a:solidFill>
              </a:rPr>
              <a:t>répétitivité</a:t>
            </a:r>
            <a:r>
              <a:rPr b="1" lang="fr-FR" sz="900">
                <a:solidFill>
                  <a:schemeClr val="lt2"/>
                </a:solidFill>
              </a:rPr>
              <a:t> de la trame NEC : </a:t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Si la trame est similaire à la précédente -&gt; 333ms d’attente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Sinon 108ms</a:t>
            </a:r>
            <a:endParaRPr sz="900">
              <a:solidFill>
                <a:schemeClr val="lt2"/>
              </a:solidFill>
            </a:endParaRPr>
          </a:p>
        </p:txBody>
      </p:sp>
      <p:sp>
        <p:nvSpPr>
          <p:cNvPr id="5166" name="Google Shape;5166;p6"/>
          <p:cNvSpPr txBox="1"/>
          <p:nvPr/>
        </p:nvSpPr>
        <p:spPr>
          <a:xfrm>
            <a:off x="4189363" y="1193200"/>
            <a:ext cx="15252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Font typeface="Arial"/>
              <a:buNone/>
            </a:pPr>
            <a:r>
              <a:rPr b="1" lang="fr-FR">
                <a:solidFill>
                  <a:schemeClr val="dk1"/>
                </a:solidFill>
              </a:rPr>
              <a:t>TRAITEMENT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0" name="Shape 5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1" name="Google Shape;5171;p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172" name="Google Shape;5172;p7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II. Conception préliminaire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4. Synoptique Informatique Récepteur</a:t>
            </a:r>
            <a:endParaRPr/>
          </a:p>
        </p:txBody>
      </p:sp>
      <p:pic>
        <p:nvPicPr>
          <p:cNvPr id="5173" name="Google Shape;5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174" name="Google Shape;5174;p7"/>
          <p:cNvSpPr txBox="1"/>
          <p:nvPr/>
        </p:nvSpPr>
        <p:spPr>
          <a:xfrm>
            <a:off x="8222475" y="328049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C1-4</a:t>
            </a:r>
            <a:endParaRPr/>
          </a:p>
        </p:txBody>
      </p:sp>
      <p:sp>
        <p:nvSpPr>
          <p:cNvPr id="5175" name="Google Shape;5175;p7"/>
          <p:cNvSpPr txBox="1"/>
          <p:nvPr/>
        </p:nvSpPr>
        <p:spPr>
          <a:xfrm>
            <a:off x="8222493" y="3625863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C1-9</a:t>
            </a:r>
            <a:endParaRPr/>
          </a:p>
        </p:txBody>
      </p:sp>
      <p:sp>
        <p:nvSpPr>
          <p:cNvPr id="5176" name="Google Shape;5176;p7"/>
          <p:cNvSpPr txBox="1"/>
          <p:nvPr/>
        </p:nvSpPr>
        <p:spPr>
          <a:xfrm>
            <a:off x="8222493" y="3967374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C1-10</a:t>
            </a:r>
            <a:endParaRPr/>
          </a:p>
        </p:txBody>
      </p:sp>
      <p:sp>
        <p:nvSpPr>
          <p:cNvPr id="5177" name="Google Shape;5177;p7"/>
          <p:cNvSpPr/>
          <p:nvPr/>
        </p:nvSpPr>
        <p:spPr>
          <a:xfrm>
            <a:off x="1750453" y="1310327"/>
            <a:ext cx="1835474" cy="1414983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ACQUISITION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8" name="Google Shape;5178;p7"/>
          <p:cNvSpPr/>
          <p:nvPr/>
        </p:nvSpPr>
        <p:spPr>
          <a:xfrm>
            <a:off x="3655921" y="1927824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9" name="Google Shape;5179;p7"/>
          <p:cNvSpPr/>
          <p:nvPr/>
        </p:nvSpPr>
        <p:spPr>
          <a:xfrm>
            <a:off x="5944146" y="1937726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0" name="Google Shape;5180;p7"/>
          <p:cNvSpPr/>
          <p:nvPr/>
        </p:nvSpPr>
        <p:spPr>
          <a:xfrm>
            <a:off x="8222464" y="1927823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1" name="Google Shape;5181;p7"/>
          <p:cNvSpPr/>
          <p:nvPr/>
        </p:nvSpPr>
        <p:spPr>
          <a:xfrm>
            <a:off x="1380027" y="1927822"/>
            <a:ext cx="313699" cy="160187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2" name="Google Shape;5182;p7"/>
          <p:cNvSpPr/>
          <p:nvPr/>
        </p:nvSpPr>
        <p:spPr>
          <a:xfrm rot="-5400000">
            <a:off x="336171" y="1806052"/>
            <a:ext cx="1414983" cy="423538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Données</a:t>
            </a:r>
            <a:r>
              <a:rPr b="1" lang="fr-FR">
                <a:solidFill>
                  <a:schemeClr val="dk1"/>
                </a:solidFill>
              </a:rPr>
              <a:t> trame NEC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3" name="Google Shape;5183;p7"/>
          <p:cNvSpPr/>
          <p:nvPr/>
        </p:nvSpPr>
        <p:spPr>
          <a:xfrm rot="-5400000">
            <a:off x="8106279" y="1796145"/>
            <a:ext cx="1414983" cy="423538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dk1"/>
                </a:solidFill>
              </a:rPr>
              <a:t>KAH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4" name="Google Shape;5184;p7"/>
          <p:cNvSpPr txBox="1"/>
          <p:nvPr/>
        </p:nvSpPr>
        <p:spPr>
          <a:xfrm>
            <a:off x="8222475" y="2938979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</a:t>
            </a:r>
            <a:endParaRPr/>
          </a:p>
        </p:txBody>
      </p:sp>
      <p:sp>
        <p:nvSpPr>
          <p:cNvPr id="5185" name="Google Shape;5185;p7"/>
          <p:cNvSpPr txBox="1"/>
          <p:nvPr/>
        </p:nvSpPr>
        <p:spPr>
          <a:xfrm>
            <a:off x="8222475" y="431274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C1-11</a:t>
            </a:r>
            <a:endParaRPr/>
          </a:p>
        </p:txBody>
      </p:sp>
      <p:sp>
        <p:nvSpPr>
          <p:cNvPr id="5186" name="Google Shape;5186;p7"/>
          <p:cNvSpPr/>
          <p:nvPr/>
        </p:nvSpPr>
        <p:spPr>
          <a:xfrm>
            <a:off x="1882682" y="18738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Acquérir la tram NEC</a:t>
            </a:r>
            <a:endParaRPr sz="800"/>
          </a:p>
        </p:txBody>
      </p:sp>
      <p:sp>
        <p:nvSpPr>
          <p:cNvPr id="5187" name="Google Shape;5187;p7"/>
          <p:cNvSpPr/>
          <p:nvPr/>
        </p:nvSpPr>
        <p:spPr>
          <a:xfrm>
            <a:off x="6318000" y="1310325"/>
            <a:ext cx="1835400" cy="22182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8" name="Google Shape;5188;p7"/>
          <p:cNvSpPr/>
          <p:nvPr/>
        </p:nvSpPr>
        <p:spPr>
          <a:xfrm>
            <a:off x="6436982" y="15858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l’information de puissance au moteur BR</a:t>
            </a:r>
            <a:endParaRPr sz="800"/>
          </a:p>
        </p:txBody>
      </p:sp>
      <p:sp>
        <p:nvSpPr>
          <p:cNvPr id="5189" name="Google Shape;5189;p7"/>
          <p:cNvSpPr/>
          <p:nvPr/>
        </p:nvSpPr>
        <p:spPr>
          <a:xfrm>
            <a:off x="6448007" y="1937732"/>
            <a:ext cx="1584300" cy="2880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l’information de direction au servomoteur</a:t>
            </a:r>
            <a:endParaRPr sz="800"/>
          </a:p>
        </p:txBody>
      </p:sp>
      <p:sp>
        <p:nvSpPr>
          <p:cNvPr id="5190" name="Google Shape;5190;p7"/>
          <p:cNvSpPr/>
          <p:nvPr/>
        </p:nvSpPr>
        <p:spPr>
          <a:xfrm>
            <a:off x="6436988" y="2326075"/>
            <a:ext cx="1584300" cy="6129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Envoyer un signal carré de</a:t>
            </a:r>
            <a:br>
              <a:rPr lang="fr-FR" sz="800"/>
            </a:br>
            <a:r>
              <a:rPr lang="fr-FR" sz="800"/>
              <a:t>4 kHz avec un rapport cyclique de 50% vers le buzzer lorsque l’information celui-ci doit être allumé</a:t>
            </a:r>
            <a:endParaRPr sz="800"/>
          </a:p>
        </p:txBody>
      </p:sp>
      <p:sp>
        <p:nvSpPr>
          <p:cNvPr id="5191" name="Google Shape;5191;p7"/>
          <p:cNvSpPr/>
          <p:nvPr/>
        </p:nvSpPr>
        <p:spPr>
          <a:xfrm>
            <a:off x="6436975" y="3039325"/>
            <a:ext cx="1584300" cy="408300"/>
          </a:xfrm>
          <a:prstGeom prst="rect">
            <a:avLst/>
          </a:prstGeom>
          <a:noFill/>
          <a:ln cap="flat" cmpd="sng" w="25400">
            <a:solidFill>
              <a:srgbClr val="53CB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-FR" sz="800"/>
              <a:t>Allumer la LED bleue dans le cas d’un reçu d’une trame IR NEC valide et correcte</a:t>
            </a:r>
            <a:endParaRPr sz="800"/>
          </a:p>
        </p:txBody>
      </p:sp>
      <p:sp>
        <p:nvSpPr>
          <p:cNvPr id="5192" name="Google Shape;5192;p7"/>
          <p:cNvSpPr/>
          <p:nvPr/>
        </p:nvSpPr>
        <p:spPr>
          <a:xfrm>
            <a:off x="4020875" y="1310325"/>
            <a:ext cx="1835400" cy="3596400"/>
          </a:xfrm>
          <a:prstGeom prst="rect">
            <a:avLst/>
          </a:prstGeom>
          <a:noFill/>
          <a:ln cap="flat" cmpd="sng" w="25400">
            <a:solidFill>
              <a:srgbClr val="0075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fr-FR" sz="14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TRAITEMENT</a:t>
            </a:r>
            <a:endParaRPr b="1" i="0" sz="1400" u="none" cap="none" strike="noStrike">
              <a:solidFill>
                <a:srgbClr val="3A1B0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5193" name="Google Shape;5193;p7"/>
          <p:cNvSpPr/>
          <p:nvPr/>
        </p:nvSpPr>
        <p:spPr>
          <a:xfrm>
            <a:off x="4159813" y="2199025"/>
            <a:ext cx="1584300" cy="13296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fr-FR" sz="800">
                <a:solidFill>
                  <a:srgbClr val="000000"/>
                </a:solidFill>
              </a:rPr>
              <a:t>Décoder</a:t>
            </a:r>
            <a:r>
              <a:rPr lang="fr-FR" sz="800">
                <a:solidFill>
                  <a:srgbClr val="000000"/>
                </a:solidFill>
              </a:rPr>
              <a:t> deux octets pour le protocole NEC :</a:t>
            </a:r>
            <a:br>
              <a:rPr lang="fr-FR" sz="800">
                <a:solidFill>
                  <a:srgbClr val="000000"/>
                </a:solidFill>
              </a:rPr>
            </a:br>
            <a:r>
              <a:rPr lang="fr-FR" sz="800">
                <a:solidFill>
                  <a:srgbClr val="000000"/>
                </a:solidFill>
              </a:rPr>
              <a:t>- L’octet </a:t>
            </a:r>
            <a:r>
              <a:rPr b="1" lang="fr-FR" sz="800">
                <a:solidFill>
                  <a:srgbClr val="000000"/>
                </a:solidFill>
              </a:rPr>
              <a:t>“address”</a:t>
            </a:r>
            <a:r>
              <a:rPr lang="fr-FR" sz="800">
                <a:solidFill>
                  <a:srgbClr val="000000"/>
                </a:solidFill>
              </a:rPr>
              <a:t> : 1 bit pour l’état du bouton poussoir et 7 bits pour l’identifiant de l’équipe.</a:t>
            </a:r>
            <a:br>
              <a:rPr lang="fr-FR" sz="800">
                <a:solidFill>
                  <a:srgbClr val="000000"/>
                </a:solidFill>
              </a:rPr>
            </a:br>
            <a:r>
              <a:rPr lang="fr-FR" sz="800">
                <a:solidFill>
                  <a:srgbClr val="000000"/>
                </a:solidFill>
              </a:rPr>
              <a:t>- L’octet </a:t>
            </a:r>
            <a:r>
              <a:rPr b="1" lang="fr-FR" sz="800">
                <a:solidFill>
                  <a:srgbClr val="000000"/>
                </a:solidFill>
              </a:rPr>
              <a:t>“data”</a:t>
            </a:r>
            <a:r>
              <a:rPr lang="fr-FR" sz="800">
                <a:solidFill>
                  <a:srgbClr val="000000"/>
                </a:solidFill>
              </a:rPr>
              <a:t> : 3 bits pour la puissance moteur et 5 bits pour la direction des roues.</a:t>
            </a:r>
            <a:endParaRPr sz="800"/>
          </a:p>
        </p:txBody>
      </p:sp>
      <p:sp>
        <p:nvSpPr>
          <p:cNvPr id="5194" name="Google Shape;5194;p7"/>
          <p:cNvSpPr/>
          <p:nvPr/>
        </p:nvSpPr>
        <p:spPr>
          <a:xfrm>
            <a:off x="4164738" y="1573075"/>
            <a:ext cx="1584300" cy="5703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fr-FR" sz="800">
                <a:solidFill>
                  <a:srgbClr val="000000"/>
                </a:solidFill>
              </a:rPr>
              <a:t>Détecter </a:t>
            </a:r>
            <a:r>
              <a:rPr lang="fr-FR" sz="800">
                <a:solidFill>
                  <a:srgbClr val="000000"/>
                </a:solidFill>
              </a:rPr>
              <a:t>la présence d’une trame IR NEC et</a:t>
            </a:r>
            <a:r>
              <a:rPr b="1" lang="fr-FR" sz="800">
                <a:solidFill>
                  <a:srgbClr val="000000"/>
                </a:solidFill>
              </a:rPr>
              <a:t> vérifier </a:t>
            </a:r>
            <a:r>
              <a:rPr lang="fr-FR" sz="800">
                <a:solidFill>
                  <a:srgbClr val="000000"/>
                </a:solidFill>
              </a:rPr>
              <a:t>si elle est </a:t>
            </a:r>
            <a:r>
              <a:rPr b="1" lang="fr-FR" sz="800">
                <a:solidFill>
                  <a:srgbClr val="000000"/>
                </a:solidFill>
              </a:rPr>
              <a:t>valide </a:t>
            </a:r>
            <a:r>
              <a:rPr lang="fr-FR" sz="800">
                <a:solidFill>
                  <a:srgbClr val="000000"/>
                </a:solidFill>
              </a:rPr>
              <a:t>et</a:t>
            </a:r>
            <a:r>
              <a:rPr b="1" lang="fr-FR" sz="800">
                <a:solidFill>
                  <a:srgbClr val="000000"/>
                </a:solidFill>
              </a:rPr>
              <a:t> correcte</a:t>
            </a:r>
            <a:r>
              <a:rPr lang="fr-FR" sz="800">
                <a:solidFill>
                  <a:srgbClr val="000000"/>
                </a:solidFill>
              </a:rPr>
              <a:t> vis à vis du numéro d’équipe </a:t>
            </a:r>
            <a:endParaRPr sz="800"/>
          </a:p>
        </p:txBody>
      </p:sp>
      <p:sp>
        <p:nvSpPr>
          <p:cNvPr id="5195" name="Google Shape;5195;p7"/>
          <p:cNvSpPr/>
          <p:nvPr/>
        </p:nvSpPr>
        <p:spPr>
          <a:xfrm>
            <a:off x="4146425" y="3584275"/>
            <a:ext cx="1584300" cy="5703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fr-FR" sz="800">
                <a:solidFill>
                  <a:srgbClr val="000000"/>
                </a:solidFill>
              </a:rPr>
              <a:t>Fixer </a:t>
            </a:r>
            <a:r>
              <a:rPr lang="fr-FR" sz="800">
                <a:solidFill>
                  <a:srgbClr val="000000"/>
                </a:solidFill>
              </a:rPr>
              <a:t>la puissance du </a:t>
            </a:r>
            <a:r>
              <a:rPr b="1" lang="fr-FR" sz="800">
                <a:solidFill>
                  <a:srgbClr val="000000"/>
                </a:solidFill>
              </a:rPr>
              <a:t>moteur à 0</a:t>
            </a:r>
            <a:r>
              <a:rPr lang="fr-FR" sz="800">
                <a:solidFill>
                  <a:srgbClr val="000000"/>
                </a:solidFill>
              </a:rPr>
              <a:t> en cas d'</a:t>
            </a:r>
            <a:r>
              <a:rPr b="1" lang="fr-FR" sz="800">
                <a:solidFill>
                  <a:srgbClr val="000000"/>
                </a:solidFill>
              </a:rPr>
              <a:t>absence</a:t>
            </a:r>
            <a:r>
              <a:rPr lang="fr-FR" sz="800">
                <a:solidFill>
                  <a:srgbClr val="000000"/>
                </a:solidFill>
              </a:rPr>
              <a:t> de réception d’un signal IR ou d’</a:t>
            </a:r>
            <a:r>
              <a:rPr b="1" lang="fr-FR" sz="800">
                <a:solidFill>
                  <a:srgbClr val="000000"/>
                </a:solidFill>
              </a:rPr>
              <a:t>invalidité</a:t>
            </a:r>
            <a:r>
              <a:rPr lang="fr-FR" sz="800">
                <a:solidFill>
                  <a:srgbClr val="000000"/>
                </a:solidFill>
              </a:rPr>
              <a:t> de celui-ci</a:t>
            </a:r>
            <a:endParaRPr sz="800"/>
          </a:p>
        </p:txBody>
      </p:sp>
      <p:sp>
        <p:nvSpPr>
          <p:cNvPr id="5196" name="Google Shape;5196;p7"/>
          <p:cNvSpPr/>
          <p:nvPr/>
        </p:nvSpPr>
        <p:spPr>
          <a:xfrm>
            <a:off x="4146425" y="4553875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800"/>
              <a:t>Exécuter l'algorithme comme défini dans l’algorigramme</a:t>
            </a:r>
            <a:endParaRPr sz="800"/>
          </a:p>
        </p:txBody>
      </p:sp>
      <p:sp>
        <p:nvSpPr>
          <p:cNvPr id="5197" name="Google Shape;5197;p7"/>
          <p:cNvSpPr/>
          <p:nvPr/>
        </p:nvSpPr>
        <p:spPr>
          <a:xfrm>
            <a:off x="4146425" y="4210225"/>
            <a:ext cx="1584300" cy="288000"/>
          </a:xfrm>
          <a:prstGeom prst="rect">
            <a:avLst/>
          </a:prstGeom>
          <a:noFill/>
          <a:ln cap="flat" cmpd="sng" w="25400">
            <a:solidFill>
              <a:srgbClr val="007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fr-FR" sz="800"/>
              <a:t>Déterminer si le klaxon doit être activé ou non</a:t>
            </a:r>
            <a:endParaRPr sz="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1" name="Shape 5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2" name="Google Shape;5202;p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203" name="Google Shape;5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04" name="Google Shape;5204;p8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05" name="Google Shape;5205;p8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206" name="Google Shape;5206;p8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07" name="Google Shape;5207;p8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08" name="Google Shape;5208;p8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09" name="Google Shape;5209;p8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10" name="Google Shape;5210;p8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11" name="Google Shape;5211;p8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EXIG_EMTT_IHM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212" name="Google Shape;521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0225" y="2254720"/>
            <a:ext cx="2222700" cy="1318551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213" name="Google Shape;5213;p8"/>
          <p:cNvSpPr txBox="1"/>
          <p:nvPr/>
        </p:nvSpPr>
        <p:spPr>
          <a:xfrm>
            <a:off x="904300" y="37995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45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3.2.1.1 : Schéma électrique détaillé de l’étage IHM</a:t>
            </a:r>
            <a:endParaRPr/>
          </a:p>
        </p:txBody>
      </p:sp>
      <p:graphicFrame>
        <p:nvGraphicFramePr>
          <p:cNvPr id="5214" name="Google Shape;5214;p8"/>
          <p:cNvGraphicFramePr/>
          <p:nvPr/>
        </p:nvGraphicFramePr>
        <p:xfrm>
          <a:off x="3720025" y="177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130100"/>
                <a:gridCol w="213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Types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Rectilignes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Référence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/>
                        <a:t>PTA4543-2015DP-B103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Tolérance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1/32 eme </a:t>
                      </a:r>
                      <a:r>
                        <a:rPr lang="fr-FR">
                          <a:solidFill>
                            <a:schemeClr val="dk1"/>
                          </a:solidFill>
                        </a:rPr>
                        <a:t>de la tension d’alimentation de l’étage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Courant de fuite MCU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1 μA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15" name="Google Shape;5215;p8"/>
          <p:cNvSpPr txBox="1"/>
          <p:nvPr/>
        </p:nvSpPr>
        <p:spPr>
          <a:xfrm>
            <a:off x="904300" y="4743300"/>
            <a:ext cx="6996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Datasheets PTA4543; ATMEGA328P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9" name="Shape 5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0" name="Google Shape;5220;g355509dab14_1_8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221" name="Google Shape;5221;g355509dab14_1_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22" name="Google Shape;5222;g355509dab14_1_8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3" name="Google Shape;5223;g355509dab14_1_8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224" name="Google Shape;5224;g355509dab14_1_8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5" name="Google Shape;5225;g355509dab14_1_8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6" name="Google Shape;5226;g355509dab14_1_8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7" name="Google Shape;5227;g355509dab14_1_8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8" name="Google Shape;5228;g355509dab14_1_8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29" name="Google Shape;5229;g355509dab14_1_87"/>
          <p:cNvSpPr txBox="1"/>
          <p:nvPr>
            <p:ph idx="1" type="body"/>
          </p:nvPr>
        </p:nvSpPr>
        <p:spPr>
          <a:xfrm>
            <a:off x="1237875" y="1008799"/>
            <a:ext cx="7465500" cy="40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Dimensionnement des potentiomètres 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Potentiomètre utilisé en pont diviseur de tension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Calcul de 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9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En stock, seuls des potentiomètres de 10 kΩ avec une précision de (-/+ 20%) sont disponibles.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Vérification des valeurs normalisées pour les potentiomètres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Conforme</a:t>
            </a:r>
            <a:endParaRPr b="0" sz="900">
              <a:solidFill>
                <a:schemeClr val="lt2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</p:txBody>
      </p:sp>
      <p:pic>
        <p:nvPicPr>
          <p:cNvPr id="5230" name="Google Shape;5230;g355509dab14_1_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0396" y="1762950"/>
            <a:ext cx="309004" cy="21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31" name="Google Shape;5231;g355509dab14_1_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36624" y="3369973"/>
            <a:ext cx="2716825" cy="244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32" name="Google Shape;5232;g355509dab14_1_87"/>
          <p:cNvSpPr txBox="1"/>
          <p:nvPr/>
        </p:nvSpPr>
        <p:spPr>
          <a:xfrm>
            <a:off x="1014950" y="4760500"/>
            <a:ext cx="5578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Micro-contrôleur ATMEGA328P, HTUT n°5, HTUT n°1</a:t>
            </a:r>
            <a:endParaRPr sz="900">
              <a:solidFill>
                <a:schemeClr val="dk1"/>
              </a:solidFill>
            </a:endParaRPr>
          </a:p>
        </p:txBody>
      </p:sp>
      <p:grpSp>
        <p:nvGrpSpPr>
          <p:cNvPr id="5233" name="Google Shape;5233;g355509dab14_1_87"/>
          <p:cNvGrpSpPr/>
          <p:nvPr/>
        </p:nvGrpSpPr>
        <p:grpSpPr>
          <a:xfrm>
            <a:off x="1237872" y="1973808"/>
            <a:ext cx="3879162" cy="744212"/>
            <a:chOff x="1237872" y="1973808"/>
            <a:chExt cx="3879162" cy="744212"/>
          </a:xfrm>
        </p:grpSpPr>
        <p:pic>
          <p:nvPicPr>
            <p:cNvPr id="5234" name="Google Shape;5234;g355509dab14_1_8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237872" y="1973808"/>
              <a:ext cx="2757477" cy="280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5" name="Google Shape;5235;g355509dab14_1_8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220863" y="2008763"/>
              <a:ext cx="896172" cy="210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6" name="Google Shape;5236;g355509dab14_1_87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289700" y="2254595"/>
              <a:ext cx="2419350" cy="463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7" name="Google Shape;5237;g355509dab14_1_87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4026856" y="2049425"/>
              <a:ext cx="143944" cy="129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1" name="Shape 5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2" name="Google Shape;5242;g35065cd2106_0_1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243" name="Google Shape;5243;g35065cd2106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44" name="Google Shape;5244;g35065cd2106_0_1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45" name="Google Shape;5245;g35065cd2106_0_1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246" name="Google Shape;5246;g35065cd2106_0_1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47" name="Google Shape;5247;g35065cd2106_0_1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48" name="Google Shape;5248;g35065cd2106_0_1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49" name="Google Shape;5249;g35065cd2106_0_1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50" name="Google Shape;5250;g35065cd2106_0_1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51" name="Google Shape;5251;g35065cd2106_0_14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EXIG_EMTT_KLAXON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52" name="Google Shape;5252;g35065cd2106_0_14"/>
          <p:cNvSpPr txBox="1"/>
          <p:nvPr/>
        </p:nvSpPr>
        <p:spPr>
          <a:xfrm>
            <a:off x="681813" y="35848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45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3.2.1.3 : Schéma électrique détaillé de l’étage klaxon</a:t>
            </a:r>
            <a:endParaRPr/>
          </a:p>
        </p:txBody>
      </p:sp>
      <p:pic>
        <p:nvPicPr>
          <p:cNvPr id="5253" name="Google Shape;5253;g35065cd2106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2675" y="1967075"/>
            <a:ext cx="1438275" cy="14668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254" name="Google Shape;5254;g35065cd2106_0_14"/>
          <p:cNvGraphicFramePr/>
          <p:nvPr/>
        </p:nvGraphicFramePr>
        <p:xfrm>
          <a:off x="3459338" y="112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130100"/>
                <a:gridCol w="213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Fonctionnement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Logique négative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Référence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/>
                        <a:t>MCDTS6-3K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Prix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0.19€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>
                          <a:solidFill>
                            <a:schemeClr val="dk1"/>
                          </a:solidFill>
                        </a:rPr>
                        <a:t>Intensité électrique maximale supportée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50 mA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5255" name="Google Shape;5255;g35065cd2106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1825" y="3633275"/>
            <a:ext cx="26193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256" name="Google Shape;5256;g35065cd2106_0_14"/>
          <p:cNvSpPr txBox="1"/>
          <p:nvPr/>
        </p:nvSpPr>
        <p:spPr>
          <a:xfrm>
            <a:off x="3681825" y="3352475"/>
            <a:ext cx="3156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Résistance interne du microcontrôleur : (RPU 20kΩ-50kΩ</a:t>
            </a:r>
            <a:r>
              <a:rPr lang="fr-FR" sz="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5257" name="Google Shape;5257;g35065cd2106_0_14"/>
          <p:cNvSpPr txBox="1"/>
          <p:nvPr/>
        </p:nvSpPr>
        <p:spPr>
          <a:xfrm>
            <a:off x="1040175" y="4772775"/>
            <a:ext cx="621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Datasheets MCDTS6-3K ;</a:t>
            </a:r>
            <a:r>
              <a:rPr lang="fr-FR" sz="900">
                <a:solidFill>
                  <a:schemeClr val="lt2"/>
                </a:solidFill>
              </a:rPr>
              <a:t> </a:t>
            </a:r>
            <a:r>
              <a:rPr lang="fr-FR" sz="900">
                <a:solidFill>
                  <a:schemeClr val="dk1"/>
                </a:solidFill>
              </a:rPr>
              <a:t>ATMEGA328P</a:t>
            </a:r>
            <a:endParaRPr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1" name="Shape 5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2" name="Google Shape;5262;p9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263" name="Google Shape;526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64" name="Google Shape;5264;p9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65" name="Google Shape;5265;p9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266" name="Google Shape;5266;p9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67" name="Google Shape;5267;p9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68" name="Google Shape;5268;p9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69" name="Google Shape;5269;p9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70" name="Google Shape;5270;p9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71" name="Google Shape;5271;p9"/>
          <p:cNvSpPr txBox="1"/>
          <p:nvPr>
            <p:ph idx="1" type="body"/>
          </p:nvPr>
        </p:nvSpPr>
        <p:spPr>
          <a:xfrm>
            <a:off x="1278308" y="1036285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72" name="Google Shape;5272;p9"/>
          <p:cNvSpPr txBox="1"/>
          <p:nvPr/>
        </p:nvSpPr>
        <p:spPr>
          <a:xfrm>
            <a:off x="1237875" y="1404875"/>
            <a:ext cx="30000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EXIG_EMTT_TRAITEMENT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595"/>
              </a:spcBef>
              <a:spcAft>
                <a:spcPts val="595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</p:txBody>
      </p:sp>
      <p:pic>
        <p:nvPicPr>
          <p:cNvPr id="5273" name="Google Shape;5273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8026" y="927513"/>
            <a:ext cx="4104957" cy="19952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274" name="Google Shape;5274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4471" y="1845671"/>
            <a:ext cx="1312100" cy="10771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75" name="Google Shape;5275;p9"/>
          <p:cNvSpPr txBox="1"/>
          <p:nvPr/>
        </p:nvSpPr>
        <p:spPr>
          <a:xfrm>
            <a:off x="1518025" y="4738625"/>
            <a:ext cx="4600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Sources : </a:t>
            </a:r>
            <a:r>
              <a:rPr lang="fr-FR" sz="1000">
                <a:solidFill>
                  <a:srgbClr val="3A1B0B"/>
                </a:solidFill>
              </a:rPr>
              <a:t>jeu simon, </a:t>
            </a:r>
            <a:r>
              <a:rPr lang="fr-FR" sz="1000">
                <a:solidFill>
                  <a:srgbClr val="3A1B0B"/>
                </a:solidFill>
              </a:rPr>
              <a:t>datasheet ATMEGA328P</a:t>
            </a:r>
            <a:r>
              <a:rPr lang="fr-FR" sz="1000">
                <a:solidFill>
                  <a:srgbClr val="3A1B0B"/>
                </a:solidFill>
              </a:rPr>
              <a:t>, HTUT 21, </a:t>
            </a:r>
            <a:r>
              <a:rPr lang="fr-FR" sz="1000">
                <a:solidFill>
                  <a:schemeClr val="dk1"/>
                </a:solidFill>
              </a:rPr>
              <a:t>HTUT 17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76" name="Google Shape;5276;p9"/>
          <p:cNvGraphicFramePr/>
          <p:nvPr/>
        </p:nvGraphicFramePr>
        <p:xfrm>
          <a:off x="1394475" y="3122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463700"/>
                <a:gridCol w="1463700"/>
              </a:tblGrid>
              <a:tr h="47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900">
                          <a:solidFill>
                            <a:schemeClr val="lt2"/>
                          </a:solidFill>
                        </a:rPr>
                        <a:t>encoder les octets “address” et “data” du protocole NEC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8 bits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6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900">
                          <a:solidFill>
                            <a:schemeClr val="lt2"/>
                          </a:solidFill>
                        </a:rPr>
                        <a:t>fréquence</a:t>
                      </a:r>
                      <a:endParaRPr sz="9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et 4 MHz</a:t>
                      </a:r>
                      <a:endParaRPr sz="900"/>
                    </a:p>
                  </a:txBody>
                  <a:tcPr marT="91425" marB="91425" marR="91425" marL="91425"/>
                </a:tc>
              </a:tr>
              <a:tr h="26455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 sz="9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analogique vers </a:t>
                      </a:r>
                      <a:r>
                        <a:rPr lang="fr-FR" sz="900">
                          <a:solidFill>
                            <a:schemeClr val="lt2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numérique</a:t>
                      </a:r>
                      <a:endParaRPr sz="900">
                        <a:solidFill>
                          <a:schemeClr val="lt2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900"/>
                        <a:t>oui</a:t>
                      </a:r>
                      <a:endParaRPr sz="9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5277" name="Google Shape;5277;p9"/>
          <p:cNvCxnSpPr/>
          <p:nvPr/>
        </p:nvCxnSpPr>
        <p:spPr>
          <a:xfrm>
            <a:off x="5021625" y="3101875"/>
            <a:ext cx="30300" cy="149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8" name="Google Shape;5278;p9"/>
          <p:cNvSpPr txBox="1"/>
          <p:nvPr/>
        </p:nvSpPr>
        <p:spPr>
          <a:xfrm>
            <a:off x="5084650" y="3101875"/>
            <a:ext cx="28569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Dimensionnement du </a:t>
            </a:r>
            <a:r>
              <a:rPr lang="fr-FR" sz="900">
                <a:solidFill>
                  <a:schemeClr val="dk1"/>
                </a:solidFill>
              </a:rPr>
              <a:t>condensateur de découplage</a:t>
            </a:r>
            <a:r>
              <a:rPr lang="fr-FR" sz="900">
                <a:solidFill>
                  <a:schemeClr val="dk1"/>
                </a:solidFill>
              </a:rPr>
              <a:t> 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formule :				</a:t>
            </a:r>
            <a:r>
              <a:rPr lang="fr-FR" sz="9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11,25x10^-6uF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condensateur : </a:t>
            </a:r>
            <a:r>
              <a:rPr lang="fr-FR" sz="9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supérieure donc 100nF</a:t>
            </a:r>
            <a:endParaRPr sz="9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79" name="Google Shape;5279;p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69299" y="3371125"/>
            <a:ext cx="1217707" cy="3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3" name="Shape 5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4" name="Google Shape;5284;g355509dab14_0_1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285" name="Google Shape;5285;g355509dab14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286" name="Google Shape;5286;g355509dab14_0_1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87" name="Google Shape;5287;g355509dab14_0_1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288" name="Google Shape;5288;g355509dab14_0_1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89" name="Google Shape;5289;g355509dab14_0_1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90" name="Google Shape;5290;g355509dab14_0_1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91" name="Google Shape;5291;g355509dab14_0_1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92" name="Google Shape;5292;g355509dab14_0_1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293" name="Google Shape;5293;g355509dab14_0_15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294" name="Google Shape;5294;g355509dab14_0_15"/>
          <p:cNvSpPr txBox="1"/>
          <p:nvPr/>
        </p:nvSpPr>
        <p:spPr>
          <a:xfrm>
            <a:off x="1237875" y="1404875"/>
            <a:ext cx="30000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EXIG_EMTT_REPETITIVITE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600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lt2"/>
                </a:solidFill>
              </a:rPr>
              <a:t>EXIG_EMTT_TRAITEMENT</a:t>
            </a:r>
            <a:endParaRPr sz="900">
              <a:solidFill>
                <a:schemeClr val="lt2"/>
              </a:solidFill>
            </a:endParaRPr>
          </a:p>
        </p:txBody>
      </p:sp>
      <p:pic>
        <p:nvPicPr>
          <p:cNvPr id="5295" name="Google Shape;5295;g355509dab14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2031" y="2076519"/>
            <a:ext cx="2042673" cy="2140175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296" name="Google Shape;5296;g355509dab14_0_15"/>
          <p:cNvSpPr txBox="1"/>
          <p:nvPr/>
        </p:nvSpPr>
        <p:spPr>
          <a:xfrm>
            <a:off x="3646875" y="1490750"/>
            <a:ext cx="32862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Dimensionnement</a:t>
            </a:r>
            <a:r>
              <a:rPr lang="fr-FR" sz="900">
                <a:solidFill>
                  <a:schemeClr val="dk1"/>
                </a:solidFill>
              </a:rPr>
              <a:t> du quartz 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formule 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condensateur : 22pF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Dimensionnement</a:t>
            </a:r>
            <a:r>
              <a:rPr lang="fr-FR" sz="900">
                <a:solidFill>
                  <a:schemeClr val="dk1"/>
                </a:solidFill>
              </a:rPr>
              <a:t> du reset 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formule :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	     RC = </a:t>
            </a:r>
            <a:r>
              <a:rPr lang="fr-FR" sz="9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11,2x10^-6 sec</a:t>
            </a:r>
            <a:endParaRPr sz="9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formule : R &gt; RC/C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	 R &gt; 11 200 ohm soit 12k ohm série </a:t>
            </a:r>
            <a:r>
              <a:rPr lang="fr-FR" sz="9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E48</a:t>
            </a:r>
            <a:endParaRPr sz="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297" name="Google Shape;5297;g355509dab14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37876" y="1727975"/>
            <a:ext cx="1017070" cy="348550"/>
          </a:xfrm>
          <a:prstGeom prst="rect">
            <a:avLst/>
          </a:prstGeom>
          <a:noFill/>
          <a:ln>
            <a:noFill/>
          </a:ln>
        </p:spPr>
      </p:pic>
      <p:sp>
        <p:nvSpPr>
          <p:cNvPr id="5298" name="Google Shape;5298;g355509dab14_0_15"/>
          <p:cNvSpPr txBox="1"/>
          <p:nvPr/>
        </p:nvSpPr>
        <p:spPr>
          <a:xfrm>
            <a:off x="3831663" y="4321275"/>
            <a:ext cx="310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Sources : </a:t>
            </a:r>
            <a:r>
              <a:rPr lang="fr-FR" sz="1000">
                <a:solidFill>
                  <a:srgbClr val="3A1B0B"/>
                </a:solidFill>
              </a:rPr>
              <a:t>jeu simon, datasheet du quartz, HTUT 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99" name="Google Shape;5299;g355509dab14_0_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7886" y="2752451"/>
            <a:ext cx="932511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3" name="Shape 5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" name="Google Shape;5304;p10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05" name="Google Shape;53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06" name="Google Shape;5306;p10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07" name="Google Shape;5307;p10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308" name="Google Shape;5308;p10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09" name="Google Shape;5309;p10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10" name="Google Shape;5310;p10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11" name="Google Shape;5311;p10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12" name="Google Shape;5312;p10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13" name="Google Shape;5313;p10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EXIG_EMTT_INDICATEUR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314" name="Google Shape;5314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5283" y="1702955"/>
            <a:ext cx="1223700" cy="24221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315" name="Google Shape;5315;p10"/>
          <p:cNvSpPr txBox="1"/>
          <p:nvPr/>
        </p:nvSpPr>
        <p:spPr>
          <a:xfrm>
            <a:off x="1177125" y="42316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45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3.2.1.6 : Schéma électrique détaillé de l’étage indicateur</a:t>
            </a:r>
            <a:endParaRPr b="1"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5316" name="Google Shape;5316;p10"/>
          <p:cNvGraphicFramePr/>
          <p:nvPr/>
        </p:nvGraphicFramePr>
        <p:xfrm>
          <a:off x="3720038" y="2327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130100"/>
                <a:gridCol w="2130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Types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LED Verte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Intensité lumineuse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/>
                        <a:t>50 mcd (+/-20%)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17" name="Google Shape;5317;p10"/>
          <p:cNvSpPr txBox="1"/>
          <p:nvPr/>
        </p:nvSpPr>
        <p:spPr>
          <a:xfrm>
            <a:off x="993475" y="474187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HLMP-CM3A-Z10DD ; HTUT n°7</a:t>
            </a:r>
            <a:endParaRPr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1" name="Shape 5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2" name="Google Shape;5322;g3557996ce97_2_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23" name="Google Shape;5323;g3557996ce97_2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24" name="Google Shape;5324;g3557996ce97_2_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5" name="Google Shape;5325;g3557996ce97_2_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326" name="Google Shape;5326;g3557996ce97_2_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7" name="Google Shape;5327;g3557996ce97_2_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8" name="Google Shape;5328;g3557996ce97_2_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29" name="Google Shape;5329;g3557996ce97_2_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30" name="Google Shape;5330;g3557996ce97_2_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31" name="Google Shape;5331;g3557996ce97_2_7"/>
          <p:cNvSpPr txBox="1"/>
          <p:nvPr>
            <p:ph idx="1" type="body"/>
          </p:nvPr>
        </p:nvSpPr>
        <p:spPr>
          <a:xfrm>
            <a:off x="1237875" y="1008799"/>
            <a:ext cx="7465500" cy="40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fr-FR" sz="900">
                <a:solidFill>
                  <a:schemeClr val="dk1"/>
                </a:solidFill>
              </a:rPr>
              <a:t>Dimensionnement de la résistance en série avec la LED verte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</a:rPr>
              <a:t>Intensité typique : 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</a:rPr>
              <a:t>Intensité électrique de la LED verte pour 50 mcd : 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</a:rPr>
              <a:t>Vf = 2,659 V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</a:rPr>
              <a:t>Ainsi :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</a:rPr>
              <a:t>Valeur normalisée : Série E24 39kΩ (+/-5%)</a:t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lang="fr-FR" sz="900">
                <a:solidFill>
                  <a:schemeClr val="dk1"/>
                </a:solidFill>
              </a:rPr>
              <a:t>Vérification de la valeur normalisée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None/>
            </a:pPr>
            <a:r>
              <a:rPr b="0" lang="fr-FR" sz="1000">
                <a:solidFill>
                  <a:schemeClr val="lt2"/>
                </a:solidFill>
              </a:rPr>
              <a:t>Conforme à l’exigence</a:t>
            </a:r>
            <a:endParaRPr b="0" sz="1000">
              <a:solidFill>
                <a:schemeClr val="lt2"/>
              </a:solidFill>
            </a:endParaRPr>
          </a:p>
        </p:txBody>
      </p:sp>
      <p:sp>
        <p:nvSpPr>
          <p:cNvPr id="5332" name="Google Shape;5332;g3557996ce97_2_7"/>
          <p:cNvSpPr txBox="1"/>
          <p:nvPr/>
        </p:nvSpPr>
        <p:spPr>
          <a:xfrm>
            <a:off x="1014950" y="4760500"/>
            <a:ext cx="5578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HLMP-CM3A-Z10DD, HTUT n°7, HTUT n°1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333" name="Google Shape;5333;g3557996ce97_2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626" y="357775"/>
            <a:ext cx="2804969" cy="234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4" name="Google Shape;5334;g3557996ce97_2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1625" y="1599097"/>
            <a:ext cx="1639400" cy="223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5" name="Google Shape;5335;g3557996ce97_2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8422" y="2133450"/>
            <a:ext cx="1288977" cy="2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6" name="Google Shape;5336;g3557996ce97_2_7"/>
          <p:cNvPicPr preferRelativeResize="0"/>
          <p:nvPr/>
        </p:nvPicPr>
        <p:blipFill rotWithShape="1">
          <a:blip r:embed="rId7">
            <a:alphaModFix/>
          </a:blip>
          <a:srcRect b="0" l="-4723" r="0" t="0"/>
          <a:stretch/>
        </p:blipFill>
        <p:spPr>
          <a:xfrm>
            <a:off x="5447511" y="3034536"/>
            <a:ext cx="2051225" cy="129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7" name="Google Shape;5337;g3557996ce97_2_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72326" y="2930366"/>
            <a:ext cx="955075" cy="170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8" name="Google Shape;5338;g3557996ce97_2_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6668" y="3567738"/>
            <a:ext cx="2727419" cy="25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9" name="Google Shape;5339;g3557996ce97_2_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6675" y="3924237"/>
            <a:ext cx="3969275" cy="25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3" name="Shape 5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4" name="Google Shape;5344;g35065cd2106_0_3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45" name="Google Shape;5345;g35065cd2106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46" name="Google Shape;5346;g35065cd2106_0_3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47" name="Google Shape;5347;g35065cd2106_0_3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348" name="Google Shape;5348;g35065cd2106_0_3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49" name="Google Shape;5349;g35065cd2106_0_3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0" name="Google Shape;5350;g35065cd2106_0_3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1" name="Google Shape;5351;g35065cd2106_0_3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2" name="Google Shape;5352;g35065cd2106_0_3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53" name="Google Shape;5353;g35065cd2106_0_37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0" lang="fr-FR" sz="900">
                <a:solidFill>
                  <a:schemeClr val="lt2"/>
                </a:solidFill>
              </a:rPr>
              <a:t>EXIG_EMTT_PUISSANCE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54" name="Google Shape;5354;g35065cd2106_0_37"/>
          <p:cNvSpPr txBox="1"/>
          <p:nvPr/>
        </p:nvSpPr>
        <p:spPr>
          <a:xfrm>
            <a:off x="1177125" y="41058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3.2.1.8 : Schéma électrique détaillé de l’étage puissance</a:t>
            </a:r>
            <a:endParaRPr b="1"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355" name="Google Shape;5355;g35065cd2106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5352" y="1727975"/>
            <a:ext cx="3309881" cy="23438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356" name="Google Shape;5356;g35065cd2106_0_37"/>
          <p:cNvGraphicFramePr/>
          <p:nvPr/>
        </p:nvGraphicFramePr>
        <p:xfrm>
          <a:off x="4496475" y="1696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720500"/>
                <a:gridCol w="1720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Nombre de LEDs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Référence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/>
                        <a:t>TSAL6200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Prix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0.19€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Distance minimum pour une </a:t>
                      </a:r>
                      <a:r>
                        <a:rPr lang="fr-FR"/>
                        <a:t>émission</a:t>
                      </a:r>
                      <a:r>
                        <a:rPr lang="fr-FR"/>
                        <a:t> infrarouge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10m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Intensité électrique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Ic &gt; 200 mA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57" name="Google Shape;5357;g35065cd2106_0_37"/>
          <p:cNvSpPr txBox="1"/>
          <p:nvPr/>
        </p:nvSpPr>
        <p:spPr>
          <a:xfrm>
            <a:off x="904275" y="4821775"/>
            <a:ext cx="3938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Datasheets TSAL6200 ; BC337 ; HTUT n°1 et 7</a:t>
            </a:r>
            <a:endParaRPr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1" name="Shape 5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2" name="Google Shape;5362;g355509dab14_1_7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63" name="Google Shape;5363;g355509dab14_1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64" name="Google Shape;5364;g355509dab14_1_7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65" name="Google Shape;5365;g355509dab14_1_7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366" name="Google Shape;5366;g355509dab14_1_7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67" name="Google Shape;5367;g355509dab14_1_7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68" name="Google Shape;5368;g355509dab14_1_7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69" name="Google Shape;5369;g355509dab14_1_7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0" name="Google Shape;5370;g355509dab14_1_7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71" name="Google Shape;5371;g355509dab14_1_7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 sz="900">
                <a:solidFill>
                  <a:schemeClr val="dk1"/>
                </a:solidFill>
              </a:rPr>
              <a:t>Intensité électrique -&gt; Ic&gt;200mA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0" lang="fr-FR" sz="900">
                <a:solidFill>
                  <a:schemeClr val="dk1"/>
                </a:solidFill>
              </a:rPr>
              <a:t>Vled = 1.45 V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0" lang="fr-FR" sz="900">
                <a:solidFill>
                  <a:schemeClr val="dk1"/>
                </a:solidFill>
              </a:rPr>
              <a:t>Vcesat = 0.7 V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fr-FR" sz="900">
                <a:solidFill>
                  <a:schemeClr val="dk1"/>
                </a:solidFill>
              </a:rPr>
              <a:t>Dimensionnement des résistances R2 et R3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Valeurs normalisées de R2 et R3 : Série E24 5,6  (-/+ 5%).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900">
                <a:solidFill>
                  <a:schemeClr val="dk1"/>
                </a:solidFill>
              </a:rPr>
              <a:t>Vérification des valeurs normalisées pour R2 et R3</a:t>
            </a:r>
            <a:endParaRPr sz="9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72" name="Google Shape;5372;g355509dab14_1_7"/>
          <p:cNvSpPr txBox="1"/>
          <p:nvPr/>
        </p:nvSpPr>
        <p:spPr>
          <a:xfrm>
            <a:off x="1014950" y="4760500"/>
            <a:ext cx="5578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</a:t>
            </a:r>
            <a:r>
              <a:rPr lang="fr-FR" sz="900">
                <a:solidFill>
                  <a:schemeClr val="dk1"/>
                </a:solidFill>
              </a:rPr>
              <a:t>TSAL6200, Datasheet BC337</a:t>
            </a:r>
            <a:r>
              <a:rPr lang="fr-FR" sz="900">
                <a:solidFill>
                  <a:schemeClr val="dk1"/>
                </a:solidFill>
              </a:rPr>
              <a:t>, HTUT n°1, HTUT n°7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373" name="Google Shape;5373;g355509dab14_1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2189271"/>
            <a:ext cx="3286200" cy="5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4" name="Google Shape;5374;g355509dab14_1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3475" y="289125"/>
            <a:ext cx="2954687" cy="2092318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375" name="Google Shape;5375;g355509dab14_1_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6858" y="3470700"/>
            <a:ext cx="3714392" cy="3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9" name="Shape 5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0" name="Google Shape;5380;g355a88cb1b8_3_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381" name="Google Shape;5381;g355a88cb1b8_3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382" name="Google Shape;5382;g355a88cb1b8_3_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3" name="Google Shape;5383;g355a88cb1b8_3_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384" name="Google Shape;5384;g355a88cb1b8_3_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5" name="Google Shape;5385;g355a88cb1b8_3_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6" name="Google Shape;5386;g355a88cb1b8_3_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7" name="Google Shape;5387;g355a88cb1b8_3_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8" name="Google Shape;5388;g355a88cb1b8_3_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389" name="Google Shape;5389;g355a88cb1b8_3_4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0" lang="fr-FR" sz="900">
                <a:solidFill>
                  <a:schemeClr val="dk1"/>
                </a:solidFill>
              </a:rPr>
              <a:t>B(</a:t>
            </a:r>
            <a:r>
              <a:rPr b="0" lang="fr-FR" sz="900">
                <a:solidFill>
                  <a:schemeClr val="dk1"/>
                </a:solidFill>
              </a:rPr>
              <a:t>hfe2) = 60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 sz="900">
                <a:solidFill>
                  <a:schemeClr val="dk1"/>
                </a:solidFill>
              </a:rPr>
              <a:t>Voh = 4.9V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 sz="900">
                <a:solidFill>
                  <a:schemeClr val="dk1"/>
                </a:solidFill>
              </a:rPr>
              <a:t>Vbe(on) = 1.2V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b="0" lang="fr-FR" sz="900">
                <a:solidFill>
                  <a:schemeClr val="dk1"/>
                </a:solidFill>
              </a:rPr>
              <a:t>tension d’alimentation = 4.9V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fr-FR" sz="900">
                <a:solidFill>
                  <a:schemeClr val="dk1"/>
                </a:solidFill>
              </a:rPr>
              <a:t>Dimensionnement des résistances R5 et R6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Série E48 910  (-/+ 2%)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lang="fr-FR" sz="900">
                <a:solidFill>
                  <a:schemeClr val="dk1"/>
                </a:solidFill>
              </a:rPr>
              <a:t>Vérification des valeurs normalisées pour R5 et R6</a:t>
            </a:r>
            <a:endParaRPr sz="9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390" name="Google Shape;5390;g355a88cb1b8_3_4"/>
          <p:cNvSpPr txBox="1"/>
          <p:nvPr/>
        </p:nvSpPr>
        <p:spPr>
          <a:xfrm>
            <a:off x="1028863" y="4690050"/>
            <a:ext cx="5578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TSAL6200, Datasheet </a:t>
            </a:r>
            <a:r>
              <a:rPr lang="fr-FR" sz="900">
                <a:solidFill>
                  <a:schemeClr val="dk1"/>
                </a:solidFill>
              </a:rPr>
              <a:t>BC337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fr-FR" sz="900">
                <a:solidFill>
                  <a:schemeClr val="dk1"/>
                </a:solidFill>
              </a:rPr>
              <a:t> </a:t>
            </a:r>
            <a:r>
              <a:rPr lang="fr-FR" sz="900">
                <a:solidFill>
                  <a:schemeClr val="dk1"/>
                </a:solidFill>
              </a:rPr>
              <a:t>Datasheet ATMEGA328P, </a:t>
            </a:r>
            <a:r>
              <a:rPr lang="fr-FR" sz="900">
                <a:solidFill>
                  <a:schemeClr val="dk1"/>
                </a:solidFill>
              </a:rPr>
              <a:t>HTUT n°1, HTUT n°7, HTUT n°22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391" name="Google Shape;5391;g355a88cb1b8_3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475" y="289125"/>
            <a:ext cx="2954687" cy="2092318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392" name="Google Shape;5392;g355a88cb1b8_3_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6850" y="2460266"/>
            <a:ext cx="2954675" cy="496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3" name="Google Shape;5393;g355a88cb1b8_3_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06850" y="2133075"/>
            <a:ext cx="2174469" cy="2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4" name="Google Shape;5394;g355a88cb1b8_3_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06857" y="3707375"/>
            <a:ext cx="2610068" cy="32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8" name="Shape 5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9" name="Google Shape;5399;g355a88cb1b8_3_2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00" name="Google Shape;5400;g355a88cb1b8_3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01" name="Google Shape;5401;g355a88cb1b8_3_2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2" name="Google Shape;5402;g355a88cb1b8_3_2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403" name="Google Shape;5403;g355a88cb1b8_3_2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4" name="Google Shape;5404;g355a88cb1b8_3_2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5" name="Google Shape;5405;g355a88cb1b8_3_2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6" name="Google Shape;5406;g355a88cb1b8_3_2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7" name="Google Shape;5407;g355a88cb1b8_3_2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08" name="Google Shape;5408;g355a88cb1b8_3_25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 sz="900">
                <a:solidFill>
                  <a:schemeClr val="dk1"/>
                </a:solidFill>
              </a:rPr>
              <a:t>Ic = 250 mA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b="0" lang="fr-FR" sz="900">
                <a:solidFill>
                  <a:schemeClr val="dk1"/>
                </a:solidFill>
              </a:rPr>
              <a:t>Fréquence de communication protocole NEC = 38 kHz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rPr lang="fr-FR" sz="900">
                <a:solidFill>
                  <a:schemeClr val="dk1"/>
                </a:solidFill>
              </a:rPr>
              <a:t>Dimensionnement des condensateurs</a:t>
            </a:r>
            <a:r>
              <a:rPr lang="fr-FR" sz="900">
                <a:solidFill>
                  <a:schemeClr val="dk1"/>
                </a:solidFill>
              </a:rPr>
              <a:t> C6, C7, C10 et C11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Valeurs normalisées C6 et C7 : 220 µF (-/+ 20%)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V</a:t>
            </a:r>
            <a:r>
              <a:rPr b="0" lang="fr-FR" sz="900">
                <a:solidFill>
                  <a:schemeClr val="dk1"/>
                </a:solidFill>
              </a:rPr>
              <a:t>aleurs normalisées de C10 et C11 : 220 nF (-/+ 10%)</a:t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lang="fr-FR" sz="900">
                <a:solidFill>
                  <a:schemeClr val="dk1"/>
                </a:solidFill>
              </a:rPr>
              <a:t>Vérification des valeurs normalisées pour C6 et C7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ΔV &gt; 1% de Vcc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dk1"/>
                </a:solidFill>
              </a:rPr>
              <a:t>Conforme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409" name="Google Shape;5409;g355a88cb1b8_3_25"/>
          <p:cNvSpPr txBox="1"/>
          <p:nvPr/>
        </p:nvSpPr>
        <p:spPr>
          <a:xfrm>
            <a:off x="1028875" y="4862850"/>
            <a:ext cx="55788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HTUT n°24</a:t>
            </a:r>
            <a:endParaRPr sz="900">
              <a:solidFill>
                <a:schemeClr val="dk1"/>
              </a:solidFill>
            </a:endParaRPr>
          </a:p>
        </p:txBody>
      </p:sp>
      <p:pic>
        <p:nvPicPr>
          <p:cNvPr id="5410" name="Google Shape;5410;g355a88cb1b8_3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3475" y="289125"/>
            <a:ext cx="2954687" cy="2092318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411" name="Google Shape;5411;g355a88cb1b8_3_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0701" y="1900838"/>
            <a:ext cx="2345554" cy="6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2" name="Google Shape;5412;g355a88cb1b8_3_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90700" y="2734568"/>
            <a:ext cx="2345550" cy="21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3" name="Google Shape;5413;g355a88cb1b8_3_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90701" y="3402950"/>
            <a:ext cx="3244978" cy="45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7" name="Shape 5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8" name="Google Shape;5418;g350ad5ebf0d_0_29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19" name="Google Shape;5419;g350ad5ebf0d_0_29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Énergie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fr-FR" sz="1400">
                <a:solidFill>
                  <a:schemeClr val="dk1"/>
                </a:solidFill>
              </a:rPr>
              <a:t>Etage à accumulateur LiPo</a:t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420" name="Google Shape;5420;g350ad5ebf0d_0_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21" name="Google Shape;5421;g350ad5ebf0d_0_29"/>
          <p:cNvSpPr txBox="1"/>
          <p:nvPr/>
        </p:nvSpPr>
        <p:spPr>
          <a:xfrm>
            <a:off x="1237875" y="1607476"/>
            <a:ext cx="14244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EXIG_EMTT_ENERGIE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pic>
        <p:nvPicPr>
          <p:cNvPr id="5422" name="Google Shape;5422;g350ad5ebf0d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525" y="2122375"/>
            <a:ext cx="2124076" cy="1747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23" name="Google Shape;5423;g350ad5ebf0d_0_29"/>
          <p:cNvSpPr txBox="1"/>
          <p:nvPr/>
        </p:nvSpPr>
        <p:spPr>
          <a:xfrm>
            <a:off x="955525" y="3938425"/>
            <a:ext cx="2124000" cy="41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>
                <a:solidFill>
                  <a:schemeClr val="l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Figure 11 : Pack de batterie (LiPo) 7.4 V (6.0-8.4) 350 mAh Conrad Energy 25C</a:t>
            </a:r>
            <a:endParaRPr>
              <a:solidFill>
                <a:schemeClr val="lt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0045" rtl="0" algn="ctr"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5424" name="Google Shape;5424;g350ad5ebf0d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89975" y="1760425"/>
            <a:ext cx="4216926" cy="2311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5" name="Google Shape;5425;g350ad5ebf0d_0_29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426" name="Google Shape;5426;g350ad5ebf0d_0_29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7" name="Google Shape;5427;g350ad5ebf0d_0_29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8" name="Google Shape;5428;g350ad5ebf0d_0_29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29" name="Google Shape;5429;g350ad5ebf0d_0_29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30" name="Google Shape;5430;g350ad5ebf0d_0_29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31" name="Google Shape;5431;g350ad5ebf0d_0_29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32" name="Google Shape;5432;g350ad5ebf0d_0_29"/>
          <p:cNvSpPr txBox="1"/>
          <p:nvPr/>
        </p:nvSpPr>
        <p:spPr>
          <a:xfrm>
            <a:off x="3330488" y="4353325"/>
            <a:ext cx="55788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dk1"/>
                </a:solidFill>
              </a:rPr>
              <a:t>Sources : Datasheet des composants, U=RI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6" name="Shape 5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" name="Google Shape;5437;g350ad5ebf0d_0_4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38" name="Google Shape;5438;g350ad5ebf0d_0_44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Énergie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fr-FR" sz="1400">
                <a:solidFill>
                  <a:schemeClr val="dk1"/>
                </a:solidFill>
              </a:rPr>
              <a:t>Etage à accumulateur LiPo</a:t>
            </a:r>
            <a:endParaRPr sz="1400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439" name="Google Shape;5439;g350ad5ebf0d_0_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0" name="Google Shape;5440;g350ad5ebf0d_0_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5512" y="2122375"/>
            <a:ext cx="2124076" cy="17476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41" name="Google Shape;5441;g350ad5ebf0d_0_44"/>
          <p:cNvSpPr txBox="1"/>
          <p:nvPr/>
        </p:nvSpPr>
        <p:spPr>
          <a:xfrm>
            <a:off x="3944488" y="43075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Sources : </a:t>
            </a:r>
            <a:r>
              <a:rPr lang="fr-FR" sz="1000">
                <a:solidFill>
                  <a:srgbClr val="3A1B0B"/>
                </a:solidFill>
              </a:rPr>
              <a:t>HTUT 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2" name="Google Shape;5442;g350ad5ebf0d_0_44"/>
          <p:cNvSpPr txBox="1"/>
          <p:nvPr/>
        </p:nvSpPr>
        <p:spPr>
          <a:xfrm>
            <a:off x="3164538" y="1758750"/>
            <a:ext cx="46029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Formule : 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E=I*t  (E en mAh, I en mA et t en h)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Application numérique: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E=62.261*1 = 62.261mAh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E&lt;350mAh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Durée d’autonomie maximal : 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(350/62.261*1.2) = 4.68 h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443" name="Google Shape;5443;g350ad5ebf0d_0_44"/>
          <p:cNvSpPr txBox="1"/>
          <p:nvPr/>
        </p:nvSpPr>
        <p:spPr>
          <a:xfrm>
            <a:off x="955525" y="3938425"/>
            <a:ext cx="2124000" cy="41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>
                <a:solidFill>
                  <a:schemeClr val="l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Figure 11 : Pack de batterie (LiPo) 7.4 V (6.0-8.4) 350 mAh Conrad Energy 25C</a:t>
            </a:r>
            <a:endParaRPr>
              <a:solidFill>
                <a:schemeClr val="lt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0045" rtl="0" algn="ctr"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5444" name="Google Shape;5444;g350ad5ebf0d_0_4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445" name="Google Shape;5445;g350ad5ebf0d_0_44"/>
          <p:cNvSpPr txBox="1"/>
          <p:nvPr/>
        </p:nvSpPr>
        <p:spPr>
          <a:xfrm>
            <a:off x="1237875" y="1607476"/>
            <a:ext cx="14244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EXIG_EMTT_ENERGIE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5446" name="Google Shape;5446;g350ad5ebf0d_0_4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7" name="Google Shape;5447;g350ad5ebf0d_0_4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8" name="Google Shape;5448;g350ad5ebf0d_0_4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49" name="Google Shape;5449;g350ad5ebf0d_0_4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50" name="Google Shape;5450;g350ad5ebf0d_0_4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51" name="Google Shape;5451;g350ad5ebf0d_0_4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5" name="Shape 5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6" name="Google Shape;5456;g350ad5ebf0d_0_7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57" name="Google Shape;5457;g350ad5ebf0d_0_75"/>
          <p:cNvSpPr txBox="1"/>
          <p:nvPr>
            <p:ph idx="1" type="body"/>
          </p:nvPr>
        </p:nvSpPr>
        <p:spPr>
          <a:xfrm>
            <a:off x="1237883" y="98866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Énergie</a:t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fr-FR" sz="1400">
                <a:solidFill>
                  <a:schemeClr val="dk1"/>
                </a:solidFill>
              </a:rPr>
              <a:t>Étage</a:t>
            </a:r>
            <a:r>
              <a:rPr b="0" lang="fr-FR" sz="1400">
                <a:solidFill>
                  <a:schemeClr val="dk1"/>
                </a:solidFill>
              </a:rPr>
              <a:t> à régulateur linéaire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458" name="Google Shape;5458;g350ad5ebf0d_0_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59" name="Google Shape;5459;g350ad5ebf0d_0_75"/>
          <p:cNvSpPr txBox="1"/>
          <p:nvPr/>
        </p:nvSpPr>
        <p:spPr>
          <a:xfrm>
            <a:off x="3732250" y="42197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Sources : </a:t>
            </a:r>
            <a:r>
              <a:rPr lang="fr-FR" sz="1000">
                <a:solidFill>
                  <a:srgbClr val="3A1B0B"/>
                </a:solidFill>
              </a:rPr>
              <a:t>HTUT 5 et datasheet LM78L05ACZ</a:t>
            </a:r>
            <a:endParaRPr sz="1000">
              <a:solidFill>
                <a:srgbClr val="3A1B0B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rgbClr val="3A1B0B"/>
              </a:solidFill>
            </a:endParaRPr>
          </a:p>
        </p:txBody>
      </p:sp>
      <p:sp>
        <p:nvSpPr>
          <p:cNvPr id="5460" name="Google Shape;5460;g350ad5ebf0d_0_75"/>
          <p:cNvSpPr txBox="1"/>
          <p:nvPr/>
        </p:nvSpPr>
        <p:spPr>
          <a:xfrm>
            <a:off x="3270625" y="2063375"/>
            <a:ext cx="4463100" cy="2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Consommation :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2 mA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tension d’entrée : 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7 V &lt; 7,4 V &lt; 30 V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>
                <a:solidFill>
                  <a:schemeClr val="lt2"/>
                </a:solidFill>
              </a:rPr>
              <a:t>tension de sortie : </a:t>
            </a:r>
            <a:endParaRPr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285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lt2"/>
                </a:solidFill>
              </a:rPr>
              <a:t>5V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5461" name="Google Shape;5461;g350ad5ebf0d_0_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5925" y="2124572"/>
            <a:ext cx="2143025" cy="1868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462" name="Google Shape;5462;g350ad5ebf0d_0_75"/>
          <p:cNvSpPr txBox="1"/>
          <p:nvPr/>
        </p:nvSpPr>
        <p:spPr>
          <a:xfrm>
            <a:off x="955563" y="3938450"/>
            <a:ext cx="2124000" cy="414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>
                <a:solidFill>
                  <a:schemeClr val="l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Figure 13 : schéma du régulateur linéaire</a:t>
            </a:r>
            <a:endParaRPr>
              <a:solidFill>
                <a:schemeClr val="lt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0045" rtl="0" algn="ctr"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sp>
        <p:nvSpPr>
          <p:cNvPr id="5463" name="Google Shape;5463;g350ad5ebf0d_0_75"/>
          <p:cNvSpPr txBox="1"/>
          <p:nvPr/>
        </p:nvSpPr>
        <p:spPr>
          <a:xfrm>
            <a:off x="1237875" y="1607476"/>
            <a:ext cx="1424400" cy="5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EXIG_EMTT_ENERGIE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5464" name="Google Shape;5464;g350ad5ebf0d_0_7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465" name="Google Shape;5465;g350ad5ebf0d_0_7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66" name="Google Shape;5466;g350ad5ebf0d_0_7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67" name="Google Shape;5467;g350ad5ebf0d_0_7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68" name="Google Shape;5468;g350ad5ebf0d_0_7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69" name="Google Shape;5469;g350ad5ebf0d_0_7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70" name="Google Shape;5470;g350ad5ebf0d_0_7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4" name="Shape 5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5" name="Google Shape;5475;g350ad5ebf0d_0_6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5476" name="Google Shape;5476;g350ad5ebf0d_0_60"/>
          <p:cNvSpPr txBox="1"/>
          <p:nvPr>
            <p:ph idx="1" type="body"/>
          </p:nvPr>
        </p:nvSpPr>
        <p:spPr>
          <a:xfrm>
            <a:off x="124823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Énergie</a:t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b="0"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b="0" lang="fr-FR" sz="1400">
                <a:solidFill>
                  <a:schemeClr val="dk1"/>
                </a:solidFill>
              </a:rPr>
              <a:t>Étage</a:t>
            </a:r>
            <a:r>
              <a:rPr b="0" lang="fr-FR" sz="1400">
                <a:solidFill>
                  <a:schemeClr val="dk1"/>
                </a:solidFill>
              </a:rPr>
              <a:t> à interrupteur</a:t>
            </a:r>
            <a:endParaRPr b="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477" name="Google Shape;5477;g350ad5ebf0d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78" name="Google Shape;5478;g350ad5ebf0d_0_60"/>
          <p:cNvSpPr txBox="1"/>
          <p:nvPr/>
        </p:nvSpPr>
        <p:spPr>
          <a:xfrm>
            <a:off x="3910775" y="43212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fr-FR" sz="1000" u="none" cap="none" strike="noStrike">
                <a:solidFill>
                  <a:srgbClr val="3A1B0B"/>
                </a:solidFill>
                <a:latin typeface="Arial"/>
                <a:ea typeface="Arial"/>
                <a:cs typeface="Arial"/>
                <a:sym typeface="Arial"/>
              </a:rPr>
              <a:t>Sources : </a:t>
            </a:r>
            <a:r>
              <a:rPr lang="fr-FR" sz="1000">
                <a:solidFill>
                  <a:srgbClr val="3A1B0B"/>
                </a:solidFill>
              </a:rPr>
              <a:t>Datasheet JS202011CQN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9" name="Google Shape;5479;g350ad5ebf0d_0_60"/>
          <p:cNvSpPr txBox="1"/>
          <p:nvPr/>
        </p:nvSpPr>
        <p:spPr>
          <a:xfrm>
            <a:off x="955550" y="4104075"/>
            <a:ext cx="2124000" cy="41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>
                <a:solidFill>
                  <a:schemeClr val="lt2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Figure 12 : schéma électrique préliminaire de l'interrupteur</a:t>
            </a:r>
            <a:endParaRPr>
              <a:solidFill>
                <a:schemeClr val="lt2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0045" rtl="0" algn="ctr">
              <a:spcBef>
                <a:spcPts val="59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dk2"/>
              </a:solidFill>
              <a:highlight>
                <a:schemeClr val="lt1"/>
              </a:highlight>
            </a:endParaRPr>
          </a:p>
        </p:txBody>
      </p:sp>
      <p:pic>
        <p:nvPicPr>
          <p:cNvPr id="5480" name="Google Shape;5480;g350ad5ebf0d_0_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8300" y="1962150"/>
            <a:ext cx="1847225" cy="2082125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graphicFrame>
        <p:nvGraphicFramePr>
          <p:cNvPr id="5481" name="Google Shape;5481;g350ad5ebf0d_0_60"/>
          <p:cNvGraphicFramePr/>
          <p:nvPr/>
        </p:nvGraphicFramePr>
        <p:xfrm>
          <a:off x="3093888" y="227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422550"/>
                <a:gridCol w="2422550"/>
              </a:tblGrid>
              <a:tr h="3444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Caractéristiques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Détails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Positions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Pouvoir de coupure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ON / OFF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Montage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/>
                        <a:t>Série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482" name="Google Shape;5482;g350ad5ebf0d_0_60"/>
          <p:cNvSpPr txBox="1"/>
          <p:nvPr/>
        </p:nvSpPr>
        <p:spPr>
          <a:xfrm>
            <a:off x="1237875" y="1607475"/>
            <a:ext cx="1791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900">
                <a:solidFill>
                  <a:schemeClr val="lt2"/>
                </a:solidFill>
              </a:rPr>
              <a:t>EXIG_EMTT_</a:t>
            </a:r>
            <a:r>
              <a:rPr lang="fr-FR" sz="900">
                <a:solidFill>
                  <a:schemeClr val="lt2"/>
                </a:solidFill>
              </a:rPr>
              <a:t>INTERRUPTEUR</a:t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5483" name="Google Shape;5483;g350ad5ebf0d_0_60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fr-FR" sz="1600">
                <a:solidFill>
                  <a:schemeClr val="dk2"/>
                </a:solidFill>
              </a:rPr>
              <a:t>É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metteur</a:t>
            </a:r>
            <a:endParaRPr/>
          </a:p>
        </p:txBody>
      </p:sp>
      <p:sp>
        <p:nvSpPr>
          <p:cNvPr id="5484" name="Google Shape;5484;g350ad5ebf0d_0_60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85" name="Google Shape;5485;g350ad5ebf0d_0_60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86" name="Google Shape;5486;g350ad5ebf0d_0_60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87" name="Google Shape;5487;g350ad5ebf0d_0_60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88" name="Google Shape;5488;g350ad5ebf0d_0_60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89" name="Google Shape;5489;g350ad5ebf0d_0_60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3" name="Shape 5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4" name="Google Shape;5494;g351efd04640_0_2"/>
          <p:cNvSpPr txBox="1"/>
          <p:nvPr>
            <p:ph idx="12" type="sldNum"/>
          </p:nvPr>
        </p:nvSpPr>
        <p:spPr>
          <a:xfrm>
            <a:off x="433693" y="3148199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495" name="Google Shape;5495;g351efd04640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7202" y="4777220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496" name="Google Shape;5496;g351efd04640_0_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97" name="Google Shape;5497;g351efd04640_0_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498" name="Google Shape;5498;g351efd04640_0_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499" name="Google Shape;5499;g351efd04640_0_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0" name="Google Shape;5500;g351efd04640_0_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1" name="Google Shape;5501;g351efd04640_0_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2" name="Google Shape;5502;g351efd04640_0_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03" name="Google Shape;5503;g351efd04640_0_2"/>
          <p:cNvSpPr txBox="1"/>
          <p:nvPr>
            <p:ph idx="1" type="body"/>
          </p:nvPr>
        </p:nvSpPr>
        <p:spPr>
          <a:xfrm>
            <a:off x="1200971" y="986522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 : choix du matériel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04" name="Google Shape;5504;g351efd04640_0_2"/>
          <p:cNvSpPr txBox="1"/>
          <p:nvPr/>
        </p:nvSpPr>
        <p:spPr>
          <a:xfrm>
            <a:off x="3415650" y="1346213"/>
            <a:ext cx="2312700" cy="397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chemeClr val="dk1"/>
                </a:solidFill>
              </a:rPr>
              <a:t>2 </a:t>
            </a:r>
            <a:r>
              <a:rPr lang="fr-FR">
                <a:solidFill>
                  <a:schemeClr val="dk1"/>
                </a:solidFill>
              </a:rPr>
              <a:t>potentiels récepteurs </a:t>
            </a:r>
            <a:r>
              <a:rPr lang="fr-FR">
                <a:solidFill>
                  <a:schemeClr val="dk1"/>
                </a:solidFill>
              </a:rPr>
              <a:t>IR 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505" name="Google Shape;5505;g351efd0464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3238" y="1483338"/>
            <a:ext cx="1259896" cy="8739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06" name="Google Shape;5506;g351efd04640_0_2"/>
          <p:cNvGraphicFramePr/>
          <p:nvPr/>
        </p:nvGraphicFramePr>
        <p:xfrm>
          <a:off x="878288" y="262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759075"/>
                <a:gridCol w="1624500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2.5V - 5.5V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Protocole compatible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NEC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Distance de transmission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45m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Fréquence porteuse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38kHz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Angle de réception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38761D"/>
                          </a:solidFill>
                        </a:rPr>
                        <a:t>360° sur le dessus</a:t>
                      </a:r>
                      <a:endParaRPr sz="1100">
                        <a:solidFill>
                          <a:srgbClr val="38761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07" name="Google Shape;5507;g351efd04640_0_2"/>
          <p:cNvSpPr txBox="1"/>
          <p:nvPr/>
        </p:nvSpPr>
        <p:spPr>
          <a:xfrm>
            <a:off x="878316" y="2270100"/>
            <a:ext cx="935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TSOP4438</a:t>
            </a:r>
            <a:endParaRPr sz="1100"/>
          </a:p>
        </p:txBody>
      </p:sp>
      <p:graphicFrame>
        <p:nvGraphicFramePr>
          <p:cNvPr id="5508" name="Google Shape;5508;g351efd04640_0_2"/>
          <p:cNvGraphicFramePr/>
          <p:nvPr/>
        </p:nvGraphicFramePr>
        <p:xfrm>
          <a:off x="4497825" y="262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759075"/>
                <a:gridCol w="1624500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>
                          <a:solidFill>
                            <a:schemeClr val="lt2"/>
                          </a:solidFill>
                        </a:rPr>
                        <a:t>Caractéristiques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>
                          <a:solidFill>
                            <a:schemeClr val="lt2"/>
                          </a:solidFill>
                        </a:rPr>
                        <a:t>Détail </a:t>
                      </a:r>
                      <a:endParaRPr b="1"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2.5V - 5.5V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Protocole compatible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NEC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Distance de transmission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40m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Fréquence porteuse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38kHz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Angle de réception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CE4114"/>
                          </a:solidFill>
                        </a:rPr>
                        <a:t>180</a:t>
                      </a:r>
                      <a:r>
                        <a:rPr lang="fr-FR" sz="1100">
                          <a:solidFill>
                            <a:srgbClr val="CE4114"/>
                          </a:solidFill>
                        </a:rPr>
                        <a:t>° sur le dessus</a:t>
                      </a:r>
                      <a:endParaRPr sz="1100">
                        <a:solidFill>
                          <a:srgbClr val="CE4114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09" name="Google Shape;5509;g351efd04640_0_2"/>
          <p:cNvSpPr txBox="1"/>
          <p:nvPr/>
        </p:nvSpPr>
        <p:spPr>
          <a:xfrm>
            <a:off x="6767192" y="2252625"/>
            <a:ext cx="111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/>
              <a:t>TSOP58438</a:t>
            </a:r>
            <a:endParaRPr sz="1100"/>
          </a:p>
        </p:txBody>
      </p:sp>
      <p:pic>
        <p:nvPicPr>
          <p:cNvPr id="5510" name="Google Shape;5510;g351efd04640_0_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2775" y="1434099"/>
            <a:ext cx="1418800" cy="923225"/>
          </a:xfrm>
          <a:prstGeom prst="rect">
            <a:avLst/>
          </a:prstGeom>
          <a:noFill/>
          <a:ln>
            <a:noFill/>
          </a:ln>
        </p:spPr>
      </p:pic>
      <p:sp>
        <p:nvSpPr>
          <p:cNvPr id="5511" name="Google Shape;5511;g351efd04640_0_2"/>
          <p:cNvSpPr txBox="1"/>
          <p:nvPr/>
        </p:nvSpPr>
        <p:spPr>
          <a:xfrm>
            <a:off x="1038725" y="4777225"/>
            <a:ext cx="3899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2"/>
                </a:solidFill>
              </a:rPr>
              <a:t>Sources:  Datasheet </a:t>
            </a:r>
            <a:r>
              <a:rPr lang="fr-FR" sz="1100">
                <a:solidFill>
                  <a:schemeClr val="dk2"/>
                </a:solidFill>
              </a:rPr>
              <a:t>TSOP4438 et TSOP58438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12" name="Google Shape;5512;g351efd04640_0_2"/>
          <p:cNvSpPr/>
          <p:nvPr/>
        </p:nvSpPr>
        <p:spPr>
          <a:xfrm>
            <a:off x="6807925" y="322475"/>
            <a:ext cx="20265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EXIG_RCPT_CAPTEUR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6" name="Shape 5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7" name="Google Shape;5517;g351efd04640_0_1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18" name="Google Shape;5518;g351efd04640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19" name="Google Shape;5519;g351efd04640_0_16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0" name="Google Shape;5520;g351efd04640_0_16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521" name="Google Shape;5521;g351efd04640_0_16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2" name="Google Shape;5522;g351efd04640_0_16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3" name="Google Shape;5523;g351efd04640_0_16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4" name="Google Shape;5524;g351efd04640_0_16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5" name="Google Shape;5525;g351efd04640_0_16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26" name="Google Shape;5526;g351efd04640_0_16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 : schéma et dimensionnement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527" name="Google Shape;5527;g351efd04640_0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5225" y="2076525"/>
            <a:ext cx="2719012" cy="1834317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28" name="Google Shape;5528;g351efd04640_0_16"/>
          <p:cNvSpPr txBox="1"/>
          <p:nvPr/>
        </p:nvSpPr>
        <p:spPr>
          <a:xfrm>
            <a:off x="4509925" y="1823375"/>
            <a:ext cx="2506200" cy="24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graphicFrame>
        <p:nvGraphicFramePr>
          <p:cNvPr id="5529" name="Google Shape;5529;g351efd04640_0_16"/>
          <p:cNvGraphicFramePr/>
          <p:nvPr/>
        </p:nvGraphicFramePr>
        <p:xfrm>
          <a:off x="4105163" y="1727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988250"/>
                <a:gridCol w="183617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VCC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1 RCPT_IR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VCC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2 RCPT_IR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GROUND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3 RCPT_IR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IR_SIGNAL vers PIN PWM 16 du MCU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C_D_IR condensateur de découplage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100nF conseillé par constructeur</a:t>
                      </a:r>
                      <a:endParaRPr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30" name="Google Shape;5530;g351efd04640_0_16"/>
          <p:cNvSpPr txBox="1"/>
          <p:nvPr/>
        </p:nvSpPr>
        <p:spPr>
          <a:xfrm>
            <a:off x="1038725" y="4777225"/>
            <a:ext cx="3899100" cy="2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2"/>
                </a:solidFill>
              </a:rPr>
              <a:t>Source :  Datasheet TSOP4438</a:t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5531" name="Google Shape;5531;g351efd04640_0_16"/>
          <p:cNvSpPr/>
          <p:nvPr/>
        </p:nvSpPr>
        <p:spPr>
          <a:xfrm>
            <a:off x="6807925" y="322475"/>
            <a:ext cx="20265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EXIG_RCPT_CAPTEUR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532" name="Google Shape;5532;g351efd04640_0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44277" y="4189102"/>
            <a:ext cx="4233449" cy="63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6" name="Shape 5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7" name="Google Shape;5537;p13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38" name="Google Shape;553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39" name="Google Shape;5539;p13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0" name="Google Shape;5540;p13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541" name="Google Shape;5541;p13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2" name="Google Shape;5542;p13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3" name="Google Shape;5543;p13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4" name="Google Shape;5544;p13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5" name="Google Shape;5545;p13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46" name="Google Shape;5546;p13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47" name="Google Shape;5547;p13"/>
          <p:cNvSpPr txBox="1"/>
          <p:nvPr/>
        </p:nvSpPr>
        <p:spPr>
          <a:xfrm>
            <a:off x="936250" y="1381150"/>
            <a:ext cx="6986400" cy="16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Détecter l'absence de signal infrarouge en réception,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Décoder les trames protocolaires NEC reçues,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Contrôler la validité de la trame,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Identifier si l'adresse NEC est bien celle attendue,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Extraire l'information de puissance moteur transmise sur 3 bits et l'information de direction de roue sur 5 bits,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Calculer la puissance à appliquer sur le moteur et l'angle de direction à appliquer aux roues avant.  </a:t>
            </a:r>
            <a:endParaRPr sz="12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pic>
        <p:nvPicPr>
          <p:cNvPr id="5548" name="Google Shape;5548;p13" title="download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3302100"/>
            <a:ext cx="1589038" cy="1616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49" name="Google Shape;5549;p13"/>
          <p:cNvSpPr/>
          <p:nvPr/>
        </p:nvSpPr>
        <p:spPr>
          <a:xfrm>
            <a:off x="6807925" y="322475"/>
            <a:ext cx="20265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EXIG_RCPT_CAPTEUR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50" name="Google Shape;5550;p13"/>
          <p:cNvSpPr/>
          <p:nvPr/>
        </p:nvSpPr>
        <p:spPr>
          <a:xfrm>
            <a:off x="66117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4" name="Shape 5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5" name="Google Shape;5555;g353a3966ea6_0_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56" name="Google Shape;5556;g353a3966ea6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57" name="Google Shape;5557;g353a3966ea6_0_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58" name="Google Shape;5558;g353a3966ea6_0_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559" name="Google Shape;5559;g353a3966ea6_0_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60" name="Google Shape;5560;g353a3966ea6_0_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61" name="Google Shape;5561;g353a3966ea6_0_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62" name="Google Shape;5562;g353a3966ea6_0_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63" name="Google Shape;5563;g353a3966ea6_0_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64" name="Google Shape;5564;g353a3966ea6_0_2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565" name="Google Shape;5565;g353a3966ea6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3416975"/>
            <a:ext cx="2904100" cy="1457825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5566" name="Google Shape;5566;g353a3966ea6_0_2"/>
          <p:cNvSpPr txBox="1"/>
          <p:nvPr/>
        </p:nvSpPr>
        <p:spPr>
          <a:xfrm>
            <a:off x="1200975" y="1330325"/>
            <a:ext cx="36306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ATMEGA128P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3 timers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just"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</a:rPr>
              <a:t>1.8 - 5.5V</a:t>
            </a:r>
            <a:endParaRPr sz="1200">
              <a:solidFill>
                <a:schemeClr val="lt2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16MHz &gt; 38kHz</a:t>
            </a:r>
            <a:endParaRPr sz="1200">
              <a:solidFill>
                <a:schemeClr val="lt2"/>
              </a:solidFill>
            </a:endParaRPr>
          </a:p>
        </p:txBody>
      </p:sp>
      <p:sp>
        <p:nvSpPr>
          <p:cNvPr id="5567" name="Google Shape;5567;g353a3966ea6_0_2"/>
          <p:cNvSpPr/>
          <p:nvPr/>
        </p:nvSpPr>
        <p:spPr>
          <a:xfrm>
            <a:off x="66117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1" name="Shape 5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ampe LED verte sur | Vecteurs publiques" id="5572" name="Google Shape;5572;g351efd04640_0_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68443">
            <a:off x="5510623" y="120240"/>
            <a:ext cx="1688779" cy="126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573" name="Google Shape;5573;g351efd04640_0_12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74" name="Google Shape;5574;g351efd04640_0_1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75" name="Google Shape;5575;g351efd04640_0_12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76" name="Google Shape;5576;g351efd04640_0_12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577" name="Google Shape;5577;g351efd04640_0_12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78" name="Google Shape;5578;g351efd04640_0_12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79" name="Google Shape;5579;g351efd04640_0_12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0" name="Google Shape;5580;g351efd04640_0_12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1" name="Google Shape;5581;g351efd04640_0_12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82" name="Google Shape;5582;g351efd04640_0_122"/>
          <p:cNvSpPr txBox="1"/>
          <p:nvPr>
            <p:ph idx="1" type="body"/>
          </p:nvPr>
        </p:nvSpPr>
        <p:spPr>
          <a:xfrm>
            <a:off x="1200983" y="9723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mise sous tension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583" name="Google Shape;5583;g351efd04640_0_122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EXIG_RCPT_INDICATEUR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84" name="Google Shape;5584;g351efd04640_0_122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HLMP-CM3A-Z10DD, HTUT7, HTUT 1, HTUT 2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585" name="Google Shape;5585;g351efd04640_0_122"/>
          <p:cNvSpPr txBox="1"/>
          <p:nvPr/>
        </p:nvSpPr>
        <p:spPr>
          <a:xfrm>
            <a:off x="6929650" y="740900"/>
            <a:ext cx="2100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50mcd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graphicFrame>
        <p:nvGraphicFramePr>
          <p:cNvPr id="5586" name="Google Shape;5586;g351efd04640_0_122"/>
          <p:cNvGraphicFramePr/>
          <p:nvPr/>
        </p:nvGraphicFramePr>
        <p:xfrm>
          <a:off x="3813138" y="1727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207175"/>
                <a:gridCol w="2038375"/>
              </a:tblGrid>
              <a:tr h="32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5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5V - directement </a:t>
                      </a:r>
                      <a:r>
                        <a:rPr lang="fr-FR" sz="1100"/>
                        <a:t>relié</a:t>
                      </a:r>
                      <a:r>
                        <a:rPr lang="fr-FR" sz="1100"/>
                        <a:t> au VCC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R_VERTE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39 </a:t>
                      </a:r>
                      <a:r>
                        <a:rPr lang="fr-FR" sz="1100"/>
                        <a:t>kOhm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I_VERTE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Chevron pour mesure d’intensité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D_VERTE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LED Verte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587" name="Google Shape;5587;g351efd04640_0_1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2" y="1353575"/>
            <a:ext cx="1601725" cy="312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1" name="Shape 5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2" name="Google Shape;5592;g351efd04640_0_7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593" name="Google Shape;5593;g351efd04640_0_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594" name="Google Shape;5594;g351efd04640_0_78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5" name="Google Shape;5595;g351efd04640_0_78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596" name="Google Shape;5596;g351efd04640_0_7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7" name="Google Shape;5597;g351efd04640_0_78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8" name="Google Shape;5598;g351efd04640_0_78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599" name="Google Shape;5599;g351efd04640_0_78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00" name="Google Shape;5600;g351efd04640_0_78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01" name="Google Shape;5601;g351efd04640_0_78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mise sous tension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Lampe LED verte sur | Vecteurs publiques" id="5602" name="Google Shape;5602;g351efd04640_0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8443">
            <a:off x="5510623" y="120240"/>
            <a:ext cx="1688779" cy="126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03" name="Google Shape;5603;g351efd04640_0_78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EXIG_RCPT_INDICATEUR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04" name="Google Shape;5604;g351efd04640_0_78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HLMP-CM3A-Z10DD, HTUT7, HTUT 2, HTUT 1</a:t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605" name="Google Shape;5605;g351efd04640_0_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807" y="1761246"/>
            <a:ext cx="2714192" cy="23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6" name="Google Shape;5606;g351efd04640_0_7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100" y="124404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7" name="Google Shape;5607;g351efd04640_0_7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100" y="2985400"/>
            <a:ext cx="2641175" cy="18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5608" name="Google Shape;5608;g351efd04640_0_78"/>
          <p:cNvSpPr txBox="1"/>
          <p:nvPr/>
        </p:nvSpPr>
        <p:spPr>
          <a:xfrm>
            <a:off x="7120575" y="740900"/>
            <a:ext cx="190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50mcd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609" name="Google Shape;5609;g351efd04640_0_78"/>
          <p:cNvSpPr txBox="1"/>
          <p:nvPr/>
        </p:nvSpPr>
        <p:spPr>
          <a:xfrm>
            <a:off x="4918450" y="1368650"/>
            <a:ext cx="2976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Modèle choisi :</a:t>
            </a:r>
            <a:r>
              <a:rPr lang="fr-FR" sz="1600">
                <a:solidFill>
                  <a:schemeClr val="dk2"/>
                </a:solidFill>
              </a:rPr>
              <a:t> </a:t>
            </a:r>
            <a:r>
              <a:rPr lang="fr-FR" sz="1000">
                <a:solidFill>
                  <a:schemeClr val="lt2"/>
                </a:solidFill>
              </a:rPr>
              <a:t>HLMP-CM3A-Z10DD</a:t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5610" name="Google Shape;5610;g351efd04640_0_78"/>
          <p:cNvSpPr txBox="1"/>
          <p:nvPr/>
        </p:nvSpPr>
        <p:spPr>
          <a:xfrm>
            <a:off x="4206975" y="4105575"/>
            <a:ext cx="40368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3A1B0B"/>
                </a:solidFill>
              </a:rPr>
              <a:t>Valeur normalisée : </a:t>
            </a:r>
            <a:r>
              <a:rPr lang="fr-FR" sz="1600">
                <a:solidFill>
                  <a:schemeClr val="lt2"/>
                </a:solidFill>
              </a:rPr>
              <a:t>39</a:t>
            </a:r>
            <a:r>
              <a:rPr lang="fr-FR" sz="1600">
                <a:solidFill>
                  <a:schemeClr val="lt2"/>
                </a:solidFill>
              </a:rPr>
              <a:t> kohm +/-5% E24</a:t>
            </a:r>
            <a:endParaRPr sz="1600">
              <a:solidFill>
                <a:srgbClr val="3A1B0B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4" name="Shape 5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5" name="Google Shape;5615;g351efd04640_0_19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16" name="Google Shape;5616;g351efd04640_0_1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17" name="Google Shape;5617;g351efd04640_0_19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18" name="Google Shape;5618;g351efd04640_0_19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619" name="Google Shape;5619;g351efd04640_0_19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20" name="Google Shape;5620;g351efd04640_0_19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21" name="Google Shape;5621;g351efd04640_0_19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22" name="Google Shape;5622;g351efd04640_0_19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23" name="Google Shape;5623;g351efd04640_0_19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24" name="Google Shape;5624;g351efd04640_0_195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mise sous tension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descr="Lampe LED verte sur | Vecteurs publiques" id="5625" name="Google Shape;5625;g351efd04640_0_1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8443">
            <a:off x="5510623" y="120240"/>
            <a:ext cx="1688779" cy="1266592"/>
          </a:xfrm>
          <a:prstGeom prst="rect">
            <a:avLst/>
          </a:prstGeom>
          <a:noFill/>
          <a:ln>
            <a:noFill/>
          </a:ln>
        </p:spPr>
      </p:pic>
      <p:sp>
        <p:nvSpPr>
          <p:cNvPr id="5626" name="Google Shape;5626;g351efd04640_0_195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EXIG_RCPT_INDICATEUR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27" name="Google Shape;5627;g351efd04640_0_195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HLMP-CM3A-Z10DD, HTUT7, HTUT 2, HTUT 1</a:t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628" name="Google Shape;5628;g351efd04640_0_1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9807" y="1761246"/>
            <a:ext cx="2714192" cy="23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9" name="Google Shape;5629;g351efd04640_0_19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100" y="124404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0" name="Google Shape;5630;g351efd04640_0_19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100" y="2985400"/>
            <a:ext cx="2641175" cy="18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5631" name="Google Shape;5631;g351efd04640_0_195"/>
          <p:cNvSpPr txBox="1"/>
          <p:nvPr/>
        </p:nvSpPr>
        <p:spPr>
          <a:xfrm>
            <a:off x="7120575" y="740900"/>
            <a:ext cx="19098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50mcd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sp>
        <p:nvSpPr>
          <p:cNvPr id="5632" name="Google Shape;5632;g351efd04640_0_195"/>
          <p:cNvSpPr txBox="1"/>
          <p:nvPr/>
        </p:nvSpPr>
        <p:spPr>
          <a:xfrm>
            <a:off x="4918450" y="1415950"/>
            <a:ext cx="2976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000">
                <a:solidFill>
                  <a:schemeClr val="lt2"/>
                </a:solidFill>
              </a:rPr>
              <a:t>Vérification de la luminosité normalisée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633" name="Google Shape;5633;g351efd04640_0_195"/>
          <p:cNvSpPr txBox="1"/>
          <p:nvPr/>
        </p:nvSpPr>
        <p:spPr>
          <a:xfrm>
            <a:off x="4206975" y="4105575"/>
            <a:ext cx="40368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3A1B0B"/>
                </a:solidFill>
              </a:rPr>
              <a:t>Valeur normalisée : </a:t>
            </a:r>
            <a:r>
              <a:rPr lang="fr-FR" sz="1600">
                <a:solidFill>
                  <a:schemeClr val="lt2"/>
                </a:solidFill>
              </a:rPr>
              <a:t>39 kohm +/-5% E24</a:t>
            </a:r>
            <a:endParaRPr sz="1600">
              <a:solidFill>
                <a:srgbClr val="3A1B0B"/>
              </a:solidFill>
            </a:endParaRPr>
          </a:p>
        </p:txBody>
      </p:sp>
      <p:sp>
        <p:nvSpPr>
          <p:cNvPr id="5634" name="Google Shape;5634;g351efd04640_0_195"/>
          <p:cNvSpPr txBox="1"/>
          <p:nvPr/>
        </p:nvSpPr>
        <p:spPr>
          <a:xfrm>
            <a:off x="4105875" y="2695700"/>
            <a:ext cx="10128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Pour 50 mcd :</a:t>
            </a:r>
            <a:endParaRPr sz="1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8" name="Shape 5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9" name="Google Shape;5639;g351efd04640_0_14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40" name="Google Shape;5640;g351efd04640_0_1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41" name="Google Shape;5641;g351efd04640_0_14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2" name="Google Shape;5642;g351efd04640_0_142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643" name="Google Shape;5643;g351efd04640_0_14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4" name="Google Shape;5644;g351efd04640_0_14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5" name="Google Shape;5645;g351efd04640_0_14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6" name="Google Shape;5646;g351efd04640_0_14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7" name="Google Shape;5647;g351efd04640_0_14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48" name="Google Shape;5648;g351efd04640_0_142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réception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49" name="Google Shape;5649;g351efd04640_0_142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EXIG_RCPT_CONNEXION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50" name="Google Shape;5650;g351efd04640_0_142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HLMP-CM3A-Z10DD, </a:t>
            </a:r>
            <a:r>
              <a:rPr lang="fr-FR" sz="1000">
                <a:solidFill>
                  <a:schemeClr val="lt2"/>
                </a:solidFill>
              </a:rPr>
              <a:t>HTUT7, HTUT 1, HTUT 2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651" name="Google Shape;5651;g351efd04640_0_142"/>
          <p:cNvSpPr txBox="1"/>
          <p:nvPr/>
        </p:nvSpPr>
        <p:spPr>
          <a:xfrm>
            <a:off x="7010975" y="740900"/>
            <a:ext cx="20199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100mcd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pic>
        <p:nvPicPr>
          <p:cNvPr descr="Lampe led bleue | Vecteurs publiques" id="5652" name="Google Shape;5652;g351efd04640_0_1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9225" y="62317"/>
            <a:ext cx="1741750" cy="13063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3" name="Google Shape;5653;g351efd04640_0_142"/>
          <p:cNvGraphicFramePr/>
          <p:nvPr/>
        </p:nvGraphicFramePr>
        <p:xfrm>
          <a:off x="3756988" y="1520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207175"/>
                <a:gridCol w="2038375"/>
              </a:tblGrid>
              <a:tr h="329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50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5V - LEDB_SIGNAL relié au PIN 25 MCU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R_Bleue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5.6kOhm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I_Bleue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Chevron pour mesure d’intensité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D_BLEUE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LED Bleue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654" name="Google Shape;5654;g351efd04640_0_1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6425" y="1520275"/>
            <a:ext cx="1494075" cy="302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5" name="Google Shape;5655;g351efd04640_0_1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68375" y="4109550"/>
            <a:ext cx="3700775" cy="63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9" name="Shape 5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0" name="Google Shape;5660;g351efd04640_0_9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61" name="Google Shape;5661;g351efd04640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62" name="Google Shape;5662;g351efd04640_0_98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3" name="Google Shape;5663;g351efd04640_0_98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664" name="Google Shape;5664;g351efd04640_0_9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5" name="Google Shape;5665;g351efd04640_0_98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6" name="Google Shape;5666;g351efd04640_0_98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7" name="Google Shape;5667;g351efd04640_0_98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8" name="Google Shape;5668;g351efd04640_0_98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69" name="Google Shape;5669;g351efd04640_0_98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réception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70" name="Google Shape;5670;g351efd04640_0_98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EXIG_RCPT_CONNEXION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71" name="Google Shape;5671;g351efd04640_0_98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HLMP-CM3A-VW0DD, </a:t>
            </a:r>
            <a:r>
              <a:rPr lang="fr-FR" sz="1000">
                <a:solidFill>
                  <a:schemeClr val="lt2"/>
                </a:solidFill>
              </a:rPr>
              <a:t>HTUT7, HTUT 1, HTUT 2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672" name="Google Shape;5672;g351efd04640_0_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100" y="124404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3" name="Google Shape;5673;g351efd04640_0_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00" y="2985400"/>
            <a:ext cx="2641175" cy="18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5674" name="Google Shape;5674;g351efd04640_0_98"/>
          <p:cNvSpPr txBox="1"/>
          <p:nvPr/>
        </p:nvSpPr>
        <p:spPr>
          <a:xfrm>
            <a:off x="7010975" y="740900"/>
            <a:ext cx="20196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100mcd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pic>
        <p:nvPicPr>
          <p:cNvPr descr="Lampe led bleue | Vecteurs publiques" id="5675" name="Google Shape;5675;g351efd04640_0_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9225" y="62317"/>
            <a:ext cx="1741750" cy="13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6" name="Google Shape;5676;g351efd04640_0_98"/>
          <p:cNvSpPr txBox="1"/>
          <p:nvPr/>
        </p:nvSpPr>
        <p:spPr>
          <a:xfrm>
            <a:off x="4223800" y="3873150"/>
            <a:ext cx="40368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3A1B0B"/>
                </a:solidFill>
              </a:rPr>
              <a:t>Valeur normalisée : </a:t>
            </a:r>
            <a:r>
              <a:rPr lang="fr-FR" sz="1600">
                <a:solidFill>
                  <a:schemeClr val="lt2"/>
                </a:solidFill>
              </a:rPr>
              <a:t>5.6 kohm +/-5% E24</a:t>
            </a:r>
            <a:endParaRPr sz="1600">
              <a:solidFill>
                <a:srgbClr val="3A1B0B"/>
              </a:solidFill>
            </a:endParaRPr>
          </a:p>
        </p:txBody>
      </p:sp>
      <p:sp>
        <p:nvSpPr>
          <p:cNvPr id="5677" name="Google Shape;5677;g351efd04640_0_98"/>
          <p:cNvSpPr txBox="1"/>
          <p:nvPr/>
        </p:nvSpPr>
        <p:spPr>
          <a:xfrm>
            <a:off x="4918450" y="1368650"/>
            <a:ext cx="2976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Modèle choisi :</a:t>
            </a:r>
            <a:r>
              <a:rPr lang="fr-FR" sz="1600">
                <a:solidFill>
                  <a:schemeClr val="dk2"/>
                </a:solidFill>
              </a:rPr>
              <a:t> </a:t>
            </a:r>
            <a:r>
              <a:rPr lang="fr-FR" sz="1000">
                <a:solidFill>
                  <a:schemeClr val="lt2"/>
                </a:solidFill>
              </a:rPr>
              <a:t>HLMP-CM3A-VW0DD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678" name="Google Shape;5678;g351efd04640_0_9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73086" y="1747684"/>
            <a:ext cx="2713589" cy="209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2" name="Shape 5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3" name="Google Shape;5683;g351efd04640_0_17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684" name="Google Shape;5684;g351efd04640_0_1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685" name="Google Shape;5685;g351efd04640_0_171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6" name="Google Shape;5686;g351efd04640_0_171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687" name="Google Shape;5687;g351efd04640_0_171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8" name="Google Shape;5688;g351efd04640_0_171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89" name="Google Shape;5689;g351efd04640_0_171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90" name="Google Shape;5690;g351efd04640_0_171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91" name="Google Shape;5691;g351efd04640_0_171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692" name="Google Shape;5692;g351efd04640_0_171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Indicateur de réception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693" name="Google Shape;5693;g351efd04640_0_171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EXIG_RCPT_CONNEXION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694" name="Google Shape;5694;g351efd04640_0_171"/>
          <p:cNvSpPr txBox="1"/>
          <p:nvPr/>
        </p:nvSpPr>
        <p:spPr>
          <a:xfrm>
            <a:off x="1077000" y="4748775"/>
            <a:ext cx="4770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HLMP-CM3A-VW0DD, </a:t>
            </a:r>
            <a:r>
              <a:rPr lang="fr-FR" sz="1000">
                <a:solidFill>
                  <a:schemeClr val="lt2"/>
                </a:solidFill>
              </a:rPr>
              <a:t>HTUT7, HTUT 1, HTUT 2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695" name="Google Shape;5695;g351efd04640_0_1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100" y="1244049"/>
            <a:ext cx="2641187" cy="181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6" name="Google Shape;5696;g351efd04640_0_1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100" y="2985400"/>
            <a:ext cx="2641175" cy="1810580"/>
          </a:xfrm>
          <a:prstGeom prst="rect">
            <a:avLst/>
          </a:prstGeom>
          <a:noFill/>
          <a:ln>
            <a:noFill/>
          </a:ln>
        </p:spPr>
      </p:pic>
      <p:sp>
        <p:nvSpPr>
          <p:cNvPr id="5697" name="Google Shape;5697;g351efd04640_0_171"/>
          <p:cNvSpPr txBox="1"/>
          <p:nvPr/>
        </p:nvSpPr>
        <p:spPr>
          <a:xfrm>
            <a:off x="6980200" y="740900"/>
            <a:ext cx="20505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2"/>
                </a:solidFill>
              </a:rPr>
              <a:t>Luminosité : 100mcd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-/+20%</a:t>
            </a:r>
            <a:endParaRPr sz="1100">
              <a:solidFill>
                <a:schemeClr val="lt2"/>
              </a:solidFill>
            </a:endParaRPr>
          </a:p>
        </p:txBody>
      </p:sp>
      <p:pic>
        <p:nvPicPr>
          <p:cNvPr descr="Lampe led bleue | Vecteurs publiques" id="5698" name="Google Shape;5698;g351efd04640_0_1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9225" y="62317"/>
            <a:ext cx="1741750" cy="1306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99" name="Google Shape;5699;g351efd04640_0_171"/>
          <p:cNvSpPr txBox="1"/>
          <p:nvPr/>
        </p:nvSpPr>
        <p:spPr>
          <a:xfrm>
            <a:off x="4457525" y="3470700"/>
            <a:ext cx="40368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3A1B0B"/>
                </a:solidFill>
              </a:rPr>
              <a:t>Erreur relative = 2.8%</a:t>
            </a:r>
            <a:endParaRPr sz="1600">
              <a:solidFill>
                <a:srgbClr val="3A1B0B"/>
              </a:solidFill>
            </a:endParaRPr>
          </a:p>
        </p:txBody>
      </p:sp>
      <p:sp>
        <p:nvSpPr>
          <p:cNvPr id="5700" name="Google Shape;5700;g351efd04640_0_171"/>
          <p:cNvSpPr txBox="1"/>
          <p:nvPr/>
        </p:nvSpPr>
        <p:spPr>
          <a:xfrm>
            <a:off x="4901600" y="1527150"/>
            <a:ext cx="29769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Vérification de la luminosité normalisée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5701" name="Google Shape;5701;g351efd04640_0_17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84962" y="2030950"/>
            <a:ext cx="3912694" cy="130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5" name="Shape 5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6" name="Google Shape;5706;g351efd04640_0_235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07" name="Google Shape;5707;g351efd04640_0_2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08" name="Google Shape;5708;g351efd04640_0_235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09" name="Google Shape;5709;g351efd04640_0_235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710" name="Google Shape;5710;g351efd04640_0_235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11" name="Google Shape;5711;g351efd04640_0_235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12" name="Google Shape;5712;g351efd04640_0_235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13" name="Google Shape;5713;g351efd04640_0_235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14" name="Google Shape;5714;g351efd04640_0_235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15" name="Google Shape;5715;g351efd04640_0_235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Servomoteur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16" name="Google Shape;5716;g351efd04640_0_235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17" name="Google Shape;5717;g351efd04640_0_235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</a:t>
            </a:r>
            <a:r>
              <a:rPr lang="fr-FR" sz="1000">
                <a:solidFill>
                  <a:schemeClr val="lt2"/>
                </a:solidFill>
              </a:rPr>
              <a:t>Datasheet Servomoteur Hitec HS322HD, HTUT 2, HTUT 24, Cours et TD condensateurs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718" name="Google Shape;5718;g351efd04640_0_235"/>
          <p:cNvSpPr txBox="1"/>
          <p:nvPr/>
        </p:nvSpPr>
        <p:spPr>
          <a:xfrm>
            <a:off x="1200975" y="1437200"/>
            <a:ext cx="41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Modèle choisi : </a:t>
            </a:r>
            <a:r>
              <a:rPr lang="fr-FR">
                <a:solidFill>
                  <a:schemeClr val="lt2"/>
                </a:solidFill>
              </a:rPr>
              <a:t>Servomoteur Hitec HS322HD</a:t>
            </a:r>
            <a:endParaRPr/>
          </a:p>
        </p:txBody>
      </p:sp>
      <p:graphicFrame>
        <p:nvGraphicFramePr>
          <p:cNvPr id="5719" name="Google Shape;5719;g351efd04640_0_235"/>
          <p:cNvGraphicFramePr/>
          <p:nvPr/>
        </p:nvGraphicFramePr>
        <p:xfrm>
          <a:off x="1200963" y="193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072600"/>
                <a:gridCol w="19140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4.8V - 6V</a:t>
                      </a:r>
                      <a:r>
                        <a:rPr lang="fr-FR" sz="1100"/>
                        <a:t>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Courant de claquage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700mA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Pic de c</a:t>
                      </a:r>
                      <a:r>
                        <a:rPr lang="fr-FR" sz="1100"/>
                        <a:t>ourant</a:t>
                      </a:r>
                      <a:r>
                        <a:rPr lang="fr-FR" sz="1100"/>
                        <a:t> d’utilisation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500mA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Type PWM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Accélération (Δt)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 0.19s pour faire 60°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20" name="Google Shape;5720;g351efd04640_0_235"/>
          <p:cNvPicPr preferRelativeResize="0"/>
          <p:nvPr/>
        </p:nvPicPr>
        <p:blipFill rotWithShape="1">
          <a:blip r:embed="rId4">
            <a:alphaModFix/>
          </a:blip>
          <a:srcRect b="0" l="14987" r="28668" t="0"/>
          <a:stretch/>
        </p:blipFill>
        <p:spPr>
          <a:xfrm>
            <a:off x="5305462" y="1727975"/>
            <a:ext cx="2090976" cy="2087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4" name="Shape 5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5" name="Google Shape;5725;g351efd04640_0_279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26" name="Google Shape;5726;g351efd04640_0_2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27" name="Google Shape;5727;g351efd04640_0_279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28" name="Google Shape;5728;g351efd04640_0_279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729" name="Google Shape;5729;g351efd04640_0_279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30" name="Google Shape;5730;g351efd04640_0_279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31" name="Google Shape;5731;g351efd04640_0_279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32" name="Google Shape;5732;g351efd04640_0_279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33" name="Google Shape;5733;g351efd04640_0_279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34" name="Google Shape;5734;g351efd04640_0_279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Servomoteur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35" name="Google Shape;5735;g351efd04640_0_279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36" name="Google Shape;5736;g351efd04640_0_279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Servomoteur Hitec HS322HD, HTUT 2, HTUT 24, Cours et TD condensateurs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graphicFrame>
        <p:nvGraphicFramePr>
          <p:cNvPr id="5737" name="Google Shape;5737;g351efd04640_0_279"/>
          <p:cNvGraphicFramePr/>
          <p:nvPr/>
        </p:nvGraphicFramePr>
        <p:xfrm>
          <a:off x="4054438" y="141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988250"/>
                <a:gridCol w="183617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VCC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1 SERVO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SERVO_SIGNAL PWM vers pin PWM 17 du MCU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2 SERVO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VCC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PIN 3 SERVO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GROUND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C_D_SERVO condensateur de découplage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470uF + plan de VCC</a:t>
                      </a:r>
                      <a:endParaRPr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38" name="Google Shape;5738;g351efd04640_0_2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65" y="1285675"/>
            <a:ext cx="2415110" cy="168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39" name="Google Shape;5739;g351efd04640_0_2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7625" y="4213140"/>
            <a:ext cx="6688551" cy="39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3" name="Shape 5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4" name="Google Shape;5744;g351efd04640_0_301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45" name="Google Shape;5745;g351efd04640_0_3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46" name="Google Shape;5746;g351efd04640_0_301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7" name="Google Shape;5747;g351efd04640_0_301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748" name="Google Shape;5748;g351efd04640_0_301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49" name="Google Shape;5749;g351efd04640_0_301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50" name="Google Shape;5750;g351efd04640_0_301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51" name="Google Shape;5751;g351efd04640_0_301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52" name="Google Shape;5752;g351efd04640_0_301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53" name="Google Shape;5753;g351efd04640_0_301"/>
          <p:cNvSpPr txBox="1"/>
          <p:nvPr>
            <p:ph idx="1" type="body"/>
          </p:nvPr>
        </p:nvSpPr>
        <p:spPr>
          <a:xfrm>
            <a:off x="1200983" y="102856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Servomoteur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54" name="Google Shape;5754;g351efd04640_0_301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55" name="Google Shape;5755;g351efd04640_0_301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Datasheet Servomoteur Hitec HS322HD, HTUT 2, HTUT 24, Cours et TD condensateurs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graphicFrame>
        <p:nvGraphicFramePr>
          <p:cNvPr id="5756" name="Google Shape;5756;g351efd04640_0_301"/>
          <p:cNvGraphicFramePr/>
          <p:nvPr/>
        </p:nvGraphicFramePr>
        <p:xfrm>
          <a:off x="904263" y="158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906800"/>
                <a:gridCol w="17609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Accélération (Δt)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Clr>
                          <a:schemeClr val="lt2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0.19s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Pic de c</a:t>
                      </a:r>
                      <a:r>
                        <a:rPr lang="fr-FR" sz="1100"/>
                        <a:t>ourant d’utilisation (arbitraire décidé selon les données de la datasheet)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500mA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757" name="Google Shape;5757;g351efd04640_0_3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5124" y="1622700"/>
            <a:ext cx="2648987" cy="1045879"/>
          </a:xfrm>
          <a:prstGeom prst="rect">
            <a:avLst/>
          </a:prstGeom>
          <a:noFill/>
          <a:ln>
            <a:noFill/>
          </a:ln>
        </p:spPr>
      </p:pic>
      <p:sp>
        <p:nvSpPr>
          <p:cNvPr id="5758" name="Google Shape;5758;g351efd04640_0_301"/>
          <p:cNvSpPr txBox="1"/>
          <p:nvPr/>
        </p:nvSpPr>
        <p:spPr>
          <a:xfrm>
            <a:off x="4616500" y="1227550"/>
            <a:ext cx="4294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Dimensionnement du condensateur de découplage C_D_SERVO 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759" name="Google Shape;5759;g351efd04640_0_301"/>
          <p:cNvSpPr txBox="1"/>
          <p:nvPr/>
        </p:nvSpPr>
        <p:spPr>
          <a:xfrm>
            <a:off x="808375" y="3018900"/>
            <a:ext cx="2982300" cy="7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accent5"/>
                </a:solidFill>
              </a:rPr>
              <a:t>Valeur de condensateur trop grande</a:t>
            </a:r>
            <a:endParaRPr sz="13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accent5"/>
                </a:solidFill>
              </a:rPr>
              <a:t>= </a:t>
            </a:r>
            <a:endParaRPr sz="13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accent5"/>
                </a:solidFill>
              </a:rPr>
              <a:t>Plus de place + plus gros prix</a:t>
            </a:r>
            <a:endParaRPr sz="13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5"/>
              </a:solidFill>
            </a:endParaRPr>
          </a:p>
        </p:txBody>
      </p:sp>
      <p:sp>
        <p:nvSpPr>
          <p:cNvPr id="5760" name="Google Shape;5760;g351efd04640_0_301"/>
          <p:cNvSpPr txBox="1"/>
          <p:nvPr/>
        </p:nvSpPr>
        <p:spPr>
          <a:xfrm>
            <a:off x="4515013" y="2721650"/>
            <a:ext cx="1206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dk2"/>
                </a:solidFill>
              </a:rPr>
              <a:t>Solution 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5761" name="Google Shape;5761;g351efd04640_0_301" title="TYPON_TOP.bmp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26600" y="2758125"/>
            <a:ext cx="2043873" cy="1532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2" name="Google Shape;5762;g351efd04640_0_301"/>
          <p:cNvPicPr preferRelativeResize="0"/>
          <p:nvPr/>
        </p:nvPicPr>
        <p:blipFill rotWithShape="1">
          <a:blip r:embed="rId6">
            <a:alphaModFix/>
          </a:blip>
          <a:srcRect b="24999" l="-8330" r="0" t="20319"/>
          <a:stretch/>
        </p:blipFill>
        <p:spPr>
          <a:xfrm rot="3700965">
            <a:off x="3993000" y="3584487"/>
            <a:ext cx="1302074" cy="520901"/>
          </a:xfrm>
          <a:prstGeom prst="rect">
            <a:avLst/>
          </a:prstGeom>
          <a:noFill/>
          <a:ln>
            <a:noFill/>
          </a:ln>
        </p:spPr>
      </p:pic>
      <p:sp>
        <p:nvSpPr>
          <p:cNvPr id="5763" name="Google Shape;5763;g351efd04640_0_301"/>
          <p:cNvSpPr/>
          <p:nvPr/>
        </p:nvSpPr>
        <p:spPr>
          <a:xfrm>
            <a:off x="5038125" y="3440813"/>
            <a:ext cx="444600" cy="439200"/>
          </a:xfrm>
          <a:prstGeom prst="mathPlus">
            <a:avLst>
              <a:gd fmla="val 23520" name="adj1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4" name="Google Shape;5764;g351efd04640_0_301"/>
          <p:cNvSpPr txBox="1"/>
          <p:nvPr/>
        </p:nvSpPr>
        <p:spPr>
          <a:xfrm>
            <a:off x="4041025" y="4371675"/>
            <a:ext cx="1206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lt2"/>
                </a:solidFill>
              </a:rPr>
              <a:t>470 uF</a:t>
            </a:r>
            <a:endParaRPr sz="1300">
              <a:solidFill>
                <a:schemeClr val="lt2"/>
              </a:solidFill>
            </a:endParaRPr>
          </a:p>
        </p:txBody>
      </p:sp>
      <p:sp>
        <p:nvSpPr>
          <p:cNvPr id="5765" name="Google Shape;5765;g351efd04640_0_301"/>
          <p:cNvSpPr txBox="1"/>
          <p:nvPr/>
        </p:nvSpPr>
        <p:spPr>
          <a:xfrm>
            <a:off x="6021538" y="4291025"/>
            <a:ext cx="1206000" cy="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>
                <a:solidFill>
                  <a:schemeClr val="lt2"/>
                </a:solidFill>
              </a:rPr>
              <a:t>Plan de VCC</a:t>
            </a:r>
            <a:endParaRPr sz="13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9" name="Shape 5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0" name="Google Shape;5770;g354a4525e68_0_12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71" name="Google Shape;5771;g354a4525e68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72" name="Google Shape;5772;g354a4525e68_0_12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3" name="Google Shape;5773;g354a4525e68_0_12"/>
          <p:cNvSpPr txBox="1"/>
          <p:nvPr/>
        </p:nvSpPr>
        <p:spPr>
          <a:xfrm>
            <a:off x="1205947" y="474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Electronique Récepteur</a:t>
            </a:r>
            <a:endParaRPr/>
          </a:p>
        </p:txBody>
      </p:sp>
      <p:sp>
        <p:nvSpPr>
          <p:cNvPr id="5774" name="Google Shape;5774;g354a4525e68_0_12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5" name="Google Shape;5775;g354a4525e68_0_12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6" name="Google Shape;5776;g354a4525e68_0_12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7" name="Google Shape;5777;g354a4525e68_0_12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8" name="Google Shape;5778;g354a4525e68_0_12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79" name="Google Shape;5779;g354a4525e68_0_12"/>
          <p:cNvSpPr txBox="1"/>
          <p:nvPr>
            <p:ph idx="1" type="body"/>
          </p:nvPr>
        </p:nvSpPr>
        <p:spPr>
          <a:xfrm>
            <a:off x="1237876" y="1008800"/>
            <a:ext cx="67350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780" name="Google Shape;5780;g354a4525e68_0_12"/>
          <p:cNvSpPr/>
          <p:nvPr/>
        </p:nvSpPr>
        <p:spPr>
          <a:xfrm>
            <a:off x="6954625" y="322475"/>
            <a:ext cx="207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EXIG_RCPT_MOTEUR 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781" name="Google Shape;5781;g354a4525e68_0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2899" y="1703736"/>
            <a:ext cx="5709350" cy="873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82" name="Google Shape;5782;g354a4525e68_0_12"/>
          <p:cNvGrpSpPr/>
          <p:nvPr/>
        </p:nvGrpSpPr>
        <p:grpSpPr>
          <a:xfrm flipH="1">
            <a:off x="3405755" y="-116164"/>
            <a:ext cx="3953521" cy="1995262"/>
            <a:chOff x="669809" y="2564765"/>
            <a:chExt cx="4988040" cy="2544977"/>
          </a:xfrm>
        </p:grpSpPr>
        <p:pic>
          <p:nvPicPr>
            <p:cNvPr id="5783" name="Google Shape;5783;g354a4525e68_0_12"/>
            <p:cNvPicPr preferRelativeResize="0"/>
            <p:nvPr/>
          </p:nvPicPr>
          <p:blipFill rotWithShape="1">
            <a:blip r:embed="rId5">
              <a:alphaModFix/>
            </a:blip>
            <a:srcRect b="38791" l="0" r="0" t="37796"/>
            <a:stretch/>
          </p:blipFill>
          <p:spPr>
            <a:xfrm>
              <a:off x="2926525" y="3751475"/>
              <a:ext cx="2731324" cy="63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84" name="Google Shape;5784;g354a4525e68_0_1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flipH="1" rot="2699998">
              <a:off x="904298" y="3075683"/>
              <a:ext cx="2076001" cy="152314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85" name="Google Shape;5785;g354a4525e68_0_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50068" y="2773612"/>
            <a:ext cx="1717929" cy="1274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86" name="Google Shape;5786;g354a4525e68_0_12"/>
          <p:cNvSpPr/>
          <p:nvPr/>
        </p:nvSpPr>
        <p:spPr>
          <a:xfrm>
            <a:off x="196400" y="4660050"/>
            <a:ext cx="4653900" cy="329700"/>
          </a:xfrm>
          <a:prstGeom prst="snip2DiagRect">
            <a:avLst>
              <a:gd fmla="val 0" name="adj1"/>
              <a:gd fmla="val 16667" name="adj2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/>
              <a:t>Sources : Datasheets XREG10 ; Turnigy 28-22-CQ </a:t>
            </a:r>
            <a:endParaRPr sz="1000"/>
          </a:p>
        </p:txBody>
      </p:sp>
      <p:sp>
        <p:nvSpPr>
          <p:cNvPr id="5787" name="Google Shape;5787;g354a4525e68_0_12"/>
          <p:cNvSpPr txBox="1"/>
          <p:nvPr/>
        </p:nvSpPr>
        <p:spPr>
          <a:xfrm>
            <a:off x="4073600" y="1253850"/>
            <a:ext cx="77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XREG10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8" name="Google Shape;5788;g354a4525e68_0_12"/>
          <p:cNvSpPr txBox="1"/>
          <p:nvPr/>
        </p:nvSpPr>
        <p:spPr>
          <a:xfrm>
            <a:off x="5056000" y="1135675"/>
            <a:ext cx="286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u="sng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Turnigy 28-22-CQ 1400Kv Brushless </a:t>
            </a:r>
            <a:endParaRPr sz="1600" u="sng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9" name="Google Shape;5789;g354a4525e68_0_12" title="Captur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23330" y="4167770"/>
            <a:ext cx="2571431" cy="1515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790" name="Google Shape;5790;g354a4525e68_0_12"/>
          <p:cNvGraphicFramePr/>
          <p:nvPr/>
        </p:nvGraphicFramePr>
        <p:xfrm>
          <a:off x="1170488" y="2734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072600"/>
                <a:gridCol w="19140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9DE0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recommandée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7.4 V à 11.1 V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Courant continu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10 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Hélice recommandée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7x3 à 8x4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Type PWM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A1B0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5791" name="Google Shape;5791;g354a4525e68_0_1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{CD80642F-89EA-4B0D-9786-72F5E7BB9040}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5" name="Shape 5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6" name="Google Shape;5796;g351efd04640_0_35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797" name="Google Shape;5797;g351efd04640_0_3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798" name="Google Shape;5798;g351efd04640_0_356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799" name="Google Shape;5799;g351efd04640_0_356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800" name="Google Shape;5800;g351efd04640_0_356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01" name="Google Shape;5801;g351efd04640_0_356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02" name="Google Shape;5802;g351efd04640_0_356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03" name="Google Shape;5803;g351efd04640_0_356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04" name="Google Shape;5804;g351efd04640_0_356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05" name="Google Shape;5805;g351efd04640_0_356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Buzzer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06" name="Google Shape;5806;g351efd04640_0_356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EXIG_RCPT_KLAXON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07" name="Google Shape;5807;g351efd04640_0_356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</a:t>
            </a:r>
            <a:r>
              <a:rPr lang="fr-FR" sz="1000">
                <a:solidFill>
                  <a:schemeClr val="lt2"/>
                </a:solidFill>
              </a:rPr>
              <a:t>Cours et TD sur les filtres passe-haut et passe-bas, HTUT 2, datasheet MCKPT-G1210-3916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808" name="Google Shape;5808;g351efd04640_0_356"/>
          <p:cNvSpPr txBox="1"/>
          <p:nvPr/>
        </p:nvSpPr>
        <p:spPr>
          <a:xfrm>
            <a:off x="1200975" y="1437200"/>
            <a:ext cx="41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/>
              <a:t>Modèle choisi : </a:t>
            </a:r>
            <a:r>
              <a:rPr lang="fr-FR"/>
              <a:t>MCKPT-G1210-3916</a:t>
            </a:r>
            <a:endParaRPr/>
          </a:p>
        </p:txBody>
      </p:sp>
      <p:graphicFrame>
        <p:nvGraphicFramePr>
          <p:cNvPr id="5809" name="Google Shape;5809;g351efd04640_0_356"/>
          <p:cNvGraphicFramePr/>
          <p:nvPr/>
        </p:nvGraphicFramePr>
        <p:xfrm>
          <a:off x="1200963" y="1930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2072600"/>
                <a:gridCol w="19140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Tension d’alimentation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3V - 30V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Courant maximum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 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Fréquence de </a:t>
                      </a: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résonance</a:t>
                      </a: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 max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4.5 +/-0.5 kHz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de Commande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Signal carré à fréquence variable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810" name="Google Shape;5810;g351efd04640_0_3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1294" y="1644975"/>
            <a:ext cx="2168900" cy="2189549"/>
          </a:xfrm>
          <a:prstGeom prst="rect">
            <a:avLst/>
          </a:prstGeom>
          <a:noFill/>
          <a:ln>
            <a:noFill/>
          </a:ln>
        </p:spPr>
      </p:pic>
      <p:sp>
        <p:nvSpPr>
          <p:cNvPr id="5811" name="Google Shape;5811;g351efd04640_0_356"/>
          <p:cNvSpPr txBox="1"/>
          <p:nvPr/>
        </p:nvSpPr>
        <p:spPr>
          <a:xfrm>
            <a:off x="5901650" y="798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60045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Signal carré : </a:t>
            </a:r>
            <a:r>
              <a:rPr lang="fr-FR" sz="1200">
                <a:solidFill>
                  <a:schemeClr val="lt2"/>
                </a:solidFill>
              </a:rPr>
              <a:t>4kHz (-/+100Hz)</a:t>
            </a:r>
            <a:endParaRPr sz="12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5" name="Shape 5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6" name="Google Shape;5816;g351efd04640_0_37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17" name="Google Shape;5817;g351efd04640_0_3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18" name="Google Shape;5818;g351efd04640_0_378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19" name="Google Shape;5819;g351efd04640_0_378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820" name="Google Shape;5820;g351efd04640_0_37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1" name="Google Shape;5821;g351efd04640_0_378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2" name="Google Shape;5822;g351efd04640_0_378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3" name="Google Shape;5823;g351efd04640_0_378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4" name="Google Shape;5824;g351efd04640_0_378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25" name="Google Shape;5825;g351efd04640_0_378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Buzzer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26" name="Google Shape;5826;g351efd04640_0_378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EXIG_RCPT_KLAXON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27" name="Google Shape;5827;g351efd04640_0_378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</a:t>
            </a:r>
            <a:r>
              <a:rPr lang="fr-FR" sz="1000">
                <a:solidFill>
                  <a:schemeClr val="lt2"/>
                </a:solidFill>
              </a:rPr>
              <a:t>Cours et TD sur les filtres passe-haut et passe-bas, HTUT 2, datasheet MCKPT-G1210-3916</a:t>
            </a:r>
            <a:endParaRPr sz="1000">
              <a:solidFill>
                <a:schemeClr val="lt2"/>
              </a:solidFill>
            </a:endParaRPr>
          </a:p>
        </p:txBody>
      </p:sp>
      <p:graphicFrame>
        <p:nvGraphicFramePr>
          <p:cNvPr id="5828" name="Google Shape;5828;g351efd04640_0_378"/>
          <p:cNvGraphicFramePr/>
          <p:nvPr/>
        </p:nvGraphicFramePr>
        <p:xfrm>
          <a:off x="4054438" y="141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988250"/>
                <a:gridCol w="183617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Alimentation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5V - Signal carré à fréquence variable Pin PWM 15 du MCU 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C_BUZZER condensateur pour filtre passe-haut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10nF</a:t>
                      </a:r>
                      <a:endParaRPr sz="1100">
                        <a:solidFill>
                          <a:schemeClr val="lt2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5829" name="Google Shape;5829;g351efd04640_0_3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0057" y="1437750"/>
            <a:ext cx="1762919" cy="21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0" name="Google Shape;5830;g351efd04640_0_3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4650" y="4060724"/>
            <a:ext cx="6528425" cy="45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4" name="Shape 5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5" name="Google Shape;5835;g351efd04640_0_33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36" name="Google Shape;5836;g351efd04640_0_3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37" name="Google Shape;5837;g351efd04640_0_33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38" name="Google Shape;5838;g351efd04640_0_33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839" name="Google Shape;5839;g351efd04640_0_33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40" name="Google Shape;5840;g351efd04640_0_33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41" name="Google Shape;5841;g351efd04640_0_33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42" name="Google Shape;5842;g351efd04640_0_33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43" name="Google Shape;5843;g351efd04640_0_33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44" name="Google Shape;5844;g351efd04640_0_334"/>
          <p:cNvSpPr txBox="1"/>
          <p:nvPr>
            <p:ph idx="1" type="body"/>
          </p:nvPr>
        </p:nvSpPr>
        <p:spPr>
          <a:xfrm>
            <a:off x="1138983" y="10406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 : Buzzer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45" name="Google Shape;5845;g351efd04640_0_334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46" name="Google Shape;5846;g351efd04640_0_334"/>
          <p:cNvSpPr txBox="1"/>
          <p:nvPr/>
        </p:nvSpPr>
        <p:spPr>
          <a:xfrm>
            <a:off x="904275" y="4652250"/>
            <a:ext cx="5750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Sources : </a:t>
            </a:r>
            <a:r>
              <a:rPr lang="fr-FR" sz="1000">
                <a:solidFill>
                  <a:schemeClr val="lt2"/>
                </a:solidFill>
              </a:rPr>
              <a:t>Cours et TD sur les filtres passe-haut et passe-bas, HTUT 2, datasheet MCKPT-G1210-3916</a:t>
            </a:r>
            <a:endParaRPr sz="1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2"/>
              </a:solidFill>
            </a:endParaRPr>
          </a:p>
        </p:txBody>
      </p:sp>
      <p:graphicFrame>
        <p:nvGraphicFramePr>
          <p:cNvPr id="5847" name="Google Shape;5847;g351efd04640_0_334"/>
          <p:cNvGraphicFramePr/>
          <p:nvPr/>
        </p:nvGraphicFramePr>
        <p:xfrm>
          <a:off x="904263" y="1585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906800"/>
                <a:gridCol w="1760925"/>
              </a:tblGrid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Caractéristiques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100"/>
                        <a:t>Détail 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Tension nominale (datasheet)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285"/>
                        </a:spcBef>
                        <a:spcAft>
                          <a:spcPts val="595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12 V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lt2"/>
                          </a:solidFill>
                        </a:rPr>
                        <a:t>Courant maximum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/>
                        <a:t>2 mA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848" name="Google Shape;5848;g351efd04640_0_334"/>
          <p:cNvSpPr txBox="1"/>
          <p:nvPr/>
        </p:nvSpPr>
        <p:spPr>
          <a:xfrm>
            <a:off x="4650250" y="1028550"/>
            <a:ext cx="42948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Dimensionnement du condensateur pour filtre passe-haut C_BUZZER 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849" name="Google Shape;5849;g351efd04640_0_334"/>
          <p:cNvSpPr txBox="1"/>
          <p:nvPr/>
        </p:nvSpPr>
        <p:spPr>
          <a:xfrm>
            <a:off x="4650250" y="1180900"/>
            <a:ext cx="380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fcoupure &lt; 4kHz +/- 100Hz</a:t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850" name="Google Shape;5850;g351efd04640_0_3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7432" y="1525245"/>
            <a:ext cx="2785042" cy="34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1" name="Google Shape;5851;g351efd04640_0_3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7425" y="1870550"/>
            <a:ext cx="1298700" cy="28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2" name="Google Shape;5852;g351efd04640_0_3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57425" y="2200400"/>
            <a:ext cx="1763155" cy="3453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3" name="Google Shape;5853;g351efd04640_0_334"/>
          <p:cNvSpPr txBox="1"/>
          <p:nvPr/>
        </p:nvSpPr>
        <p:spPr>
          <a:xfrm>
            <a:off x="4731075" y="2600425"/>
            <a:ext cx="38076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25% fcoupure pour un fonctionnement optimal</a:t>
            </a:r>
            <a:endParaRPr sz="1000">
              <a:solidFill>
                <a:schemeClr val="lt2"/>
              </a:solidFill>
            </a:endParaRPr>
          </a:p>
        </p:txBody>
      </p:sp>
      <p:sp>
        <p:nvSpPr>
          <p:cNvPr id="5854" name="Google Shape;5854;g351efd04640_0_334"/>
          <p:cNvSpPr txBox="1"/>
          <p:nvPr/>
        </p:nvSpPr>
        <p:spPr>
          <a:xfrm>
            <a:off x="1089200" y="3223425"/>
            <a:ext cx="3353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Valeur normalisée : 10nF </a:t>
            </a:r>
            <a:endParaRPr sz="1200">
              <a:solidFill>
                <a:schemeClr val="lt2"/>
              </a:solidFill>
            </a:endParaRPr>
          </a:p>
        </p:txBody>
      </p:sp>
      <p:pic>
        <p:nvPicPr>
          <p:cNvPr id="5855" name="Google Shape;5855;g351efd04640_0_3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6463" y="3553425"/>
            <a:ext cx="3428775" cy="37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6" name="Google Shape;5856;g351efd04640_0_3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757420" y="2875553"/>
            <a:ext cx="1298700" cy="92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0" name="Shape 5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1" name="Google Shape;5861;p15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62" name="Google Shape;586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63" name="Google Shape;5863;p15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64" name="Google Shape;5864;p15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865" name="Google Shape;5865;p15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66" name="Google Shape;5866;p15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67" name="Google Shape;5867;p15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68" name="Google Shape;5868;p15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69" name="Google Shape;5869;p15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70" name="Google Shape;5870;p15"/>
          <p:cNvSpPr txBox="1"/>
          <p:nvPr>
            <p:ph idx="1" type="body"/>
          </p:nvPr>
        </p:nvSpPr>
        <p:spPr>
          <a:xfrm>
            <a:off x="1237875" y="1008800"/>
            <a:ext cx="13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</a:t>
            </a:r>
            <a:r>
              <a:rPr lang="fr-FR" sz="1400" u="sng">
                <a:solidFill>
                  <a:schemeClr val="dk1"/>
                </a:solidFill>
              </a:rPr>
              <a:t>Énergie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71" name="Google Shape;5871;p15"/>
          <p:cNvSpPr txBox="1"/>
          <p:nvPr/>
        </p:nvSpPr>
        <p:spPr>
          <a:xfrm>
            <a:off x="1237875" y="1852696"/>
            <a:ext cx="363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5V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872" name="Google Shape;5872;p15"/>
          <p:cNvSpPr txBox="1"/>
          <p:nvPr/>
        </p:nvSpPr>
        <p:spPr>
          <a:xfrm>
            <a:off x="1237875" y="1335875"/>
            <a:ext cx="40950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 LiPo 2s (donné par</a:t>
            </a:r>
            <a:r>
              <a:rPr lang="fr-FR" sz="1200">
                <a:solidFill>
                  <a:schemeClr val="dk1"/>
                </a:solidFill>
              </a:rPr>
              <a:t> EXIG_RCPT_ENERGIE</a:t>
            </a:r>
            <a:r>
              <a:rPr lang="fr-FR" sz="1200">
                <a:solidFill>
                  <a:schemeClr val="dk1"/>
                </a:solidFill>
              </a:rPr>
              <a:t>)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just">
              <a:spcBef>
                <a:spcPts val="595"/>
              </a:spcBef>
              <a:spcAft>
                <a:spcPts val="595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7.4 V &gt; 5V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5873" name="Google Shape;58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0250" y="2253525"/>
            <a:ext cx="1502299" cy="1502275"/>
          </a:xfrm>
          <a:prstGeom prst="rect">
            <a:avLst/>
          </a:prstGeom>
          <a:noFill/>
          <a:ln cap="flat" cmpd="sng" w="25400">
            <a:solidFill>
              <a:schemeClr val="dk2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5874" name="Google Shape;58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69" y="2253519"/>
            <a:ext cx="2978725" cy="15022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875" name="Google Shape;5875;p15"/>
          <p:cNvSpPr txBox="1"/>
          <p:nvPr/>
        </p:nvSpPr>
        <p:spPr>
          <a:xfrm>
            <a:off x="1140275" y="3961225"/>
            <a:ext cx="3630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2518.41 * ¼ = 629,60 mA.h minimum 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80 % de 1000 mA.h = 800 </a:t>
            </a: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mA.h</a:t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Times New Roman"/>
              <a:buChar char="-"/>
            </a:pPr>
            <a:r>
              <a:rPr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629,6 &lt; 800 mA.h ✅</a:t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6" name="Google Shape;5876;p15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EXIG_RCPT_ENERGIE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0" name="Shape 5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1" name="Google Shape;5881;g353a3966ea6_0_26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882" name="Google Shape;5882;g353a3966ea6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883" name="Google Shape;5883;g353a3966ea6_0_26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4" name="Google Shape;5884;g353a3966ea6_0_26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2. </a:t>
            </a:r>
            <a:r>
              <a:rPr b="1" lang="fr-FR" sz="1600">
                <a:solidFill>
                  <a:schemeClr val="dk2"/>
                </a:solidFill>
              </a:rPr>
              <a:t>Électronique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Récepteur</a:t>
            </a:r>
            <a:endParaRPr/>
          </a:p>
        </p:txBody>
      </p:sp>
      <p:sp>
        <p:nvSpPr>
          <p:cNvPr id="5885" name="Google Shape;5885;g353a3966ea6_0_26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6" name="Google Shape;5886;g353a3966ea6_0_26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7" name="Google Shape;5887;g353a3966ea6_0_26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8" name="Google Shape;5888;g353a3966ea6_0_26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89" name="Google Shape;5889;g353a3966ea6_0_26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5890" name="Google Shape;5890;g353a3966ea6_0_26"/>
          <p:cNvSpPr txBox="1"/>
          <p:nvPr>
            <p:ph idx="1" type="body"/>
          </p:nvPr>
        </p:nvSpPr>
        <p:spPr>
          <a:xfrm>
            <a:off x="1237875" y="1008800"/>
            <a:ext cx="132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Énergie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891" name="Google Shape;5891;g353a3966ea6_0_26"/>
          <p:cNvSpPr txBox="1"/>
          <p:nvPr/>
        </p:nvSpPr>
        <p:spPr>
          <a:xfrm>
            <a:off x="1237875" y="1335875"/>
            <a:ext cx="4095000" cy="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285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La mise en place d’un plan de VCC permet d’améliorer la qualité de l’alimentation et du découplage.</a:t>
            </a:r>
            <a:endParaRPr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2" name="Google Shape;5892;g353a3966ea6_0_26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EXIG_RCPT_ENERGIE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893" name="Google Shape;5893;g353a3966ea6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5850" y="3122150"/>
            <a:ext cx="2073003" cy="15379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94" name="Google Shape;5894;g353a3966ea6_0_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7325" y="2076525"/>
            <a:ext cx="1843556" cy="47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95" name="Google Shape;5895;g353a3966ea6_0_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125" y="1959593"/>
            <a:ext cx="2222700" cy="7069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9" name="Shape 5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0" name="Google Shape;5900;p1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01" name="Google Shape;590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02" name="Google Shape;5902;p16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3" name="Google Shape;5903;p16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</a:t>
            </a:r>
            <a:r>
              <a:rPr b="1" lang="fr-FR" sz="1600">
                <a:solidFill>
                  <a:schemeClr val="dk2"/>
                </a:solidFill>
              </a:rPr>
              <a:t>Émetteur</a:t>
            </a:r>
            <a:endParaRPr/>
          </a:p>
        </p:txBody>
      </p:sp>
      <p:sp>
        <p:nvSpPr>
          <p:cNvPr id="5904" name="Google Shape;5904;p16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5" name="Google Shape;5905;p16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6" name="Google Shape;5906;p16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7" name="Google Shape;5907;p16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8" name="Google Shape;5908;p16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09" name="Google Shape;5909;p16"/>
          <p:cNvSpPr txBox="1"/>
          <p:nvPr>
            <p:ph idx="1" type="body"/>
          </p:nvPr>
        </p:nvSpPr>
        <p:spPr>
          <a:xfrm>
            <a:off x="1237881" y="1008809"/>
            <a:ext cx="1816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910" name="Google Shape;591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1429988"/>
            <a:ext cx="5733899" cy="876741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11" name="Google Shape;591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5" y="3092532"/>
            <a:ext cx="5310591" cy="1037118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12" name="Google Shape;5912;p16"/>
          <p:cNvSpPr txBox="1"/>
          <p:nvPr/>
        </p:nvSpPr>
        <p:spPr>
          <a:xfrm>
            <a:off x="1369500" y="2539150"/>
            <a:ext cx="605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5913" name="Google Shape;5913;p16"/>
          <p:cNvSpPr txBox="1"/>
          <p:nvPr/>
        </p:nvSpPr>
        <p:spPr>
          <a:xfrm>
            <a:off x="1200975" y="2484075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Acquiert</a:t>
            </a:r>
            <a:r>
              <a:rPr lang="fr-FR" sz="1200">
                <a:solidFill>
                  <a:schemeClr val="dk1"/>
                </a:solidFill>
              </a:rPr>
              <a:t> la valeur du potentiomètre + style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14" name="Google Shape;5914;p16"/>
          <p:cNvSpPr txBox="1"/>
          <p:nvPr/>
        </p:nvSpPr>
        <p:spPr>
          <a:xfrm>
            <a:off x="1200975" y="4368800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Acquiert la valeur du </a:t>
            </a:r>
            <a:r>
              <a:rPr lang="fr-FR" sz="1200">
                <a:solidFill>
                  <a:schemeClr val="dk1"/>
                </a:solidFill>
              </a:rPr>
              <a:t>gâchette +</a:t>
            </a:r>
            <a:r>
              <a:rPr lang="fr-FR" sz="1200">
                <a:solidFill>
                  <a:schemeClr val="dk1"/>
                </a:solidFill>
              </a:rPr>
              <a:t> style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15" name="Google Shape;5915;p16"/>
          <p:cNvSpPr/>
          <p:nvPr/>
        </p:nvSpPr>
        <p:spPr>
          <a:xfrm>
            <a:off x="66117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EXIG_EMTT_ACQUISITION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9" name="Shape 5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0" name="Google Shape;5920;g353a3966ea6_0_54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21" name="Google Shape;5921;g353a3966ea6_0_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22" name="Google Shape;5922;g353a3966ea6_0_54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3" name="Google Shape;5923;g353a3966ea6_0_54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</a:t>
            </a:r>
            <a:r>
              <a:rPr b="1" lang="fr-FR" sz="1600">
                <a:solidFill>
                  <a:schemeClr val="dk2"/>
                </a:solidFill>
              </a:rPr>
              <a:t>Émetteur</a:t>
            </a:r>
            <a:endParaRPr/>
          </a:p>
        </p:txBody>
      </p:sp>
      <p:sp>
        <p:nvSpPr>
          <p:cNvPr id="5924" name="Google Shape;5924;g353a3966ea6_0_54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5" name="Google Shape;5925;g353a3966ea6_0_54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6" name="Google Shape;5926;g353a3966ea6_0_54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7" name="Google Shape;5927;g353a3966ea6_0_54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8" name="Google Shape;5928;g353a3966ea6_0_54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29" name="Google Shape;5929;g353a3966ea6_0_54"/>
          <p:cNvSpPr txBox="1"/>
          <p:nvPr>
            <p:ph idx="1" type="body"/>
          </p:nvPr>
        </p:nvSpPr>
        <p:spPr>
          <a:xfrm>
            <a:off x="1237881" y="1008809"/>
            <a:ext cx="1816200" cy="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930" name="Google Shape;5930;g353a3966ea6_0_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1368325"/>
            <a:ext cx="5395625" cy="78278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31" name="Google Shape;5931;g353a3966ea6_0_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975" y="3148241"/>
            <a:ext cx="5395625" cy="745509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32" name="Google Shape;5932;g353a3966ea6_0_54"/>
          <p:cNvSpPr txBox="1"/>
          <p:nvPr/>
        </p:nvSpPr>
        <p:spPr>
          <a:xfrm>
            <a:off x="1200975" y="2357325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Acquiert la valeur du potentiomètre + style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33" name="Google Shape;5933;g353a3966ea6_0_54"/>
          <p:cNvSpPr txBox="1"/>
          <p:nvPr/>
        </p:nvSpPr>
        <p:spPr>
          <a:xfrm>
            <a:off x="1200975" y="4264425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Acquiert la valeur du BP + style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34" name="Google Shape;5934;g353a3966ea6_0_54"/>
          <p:cNvSpPr/>
          <p:nvPr/>
        </p:nvSpPr>
        <p:spPr>
          <a:xfrm>
            <a:off x="66117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935" name="Google Shape;5935;g353a3966ea6_0_54"/>
          <p:cNvSpPr/>
          <p:nvPr/>
        </p:nvSpPr>
        <p:spPr>
          <a:xfrm>
            <a:off x="66117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EXIG_EMTT_ACQUISITION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9" name="Shape 5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" name="Google Shape;5940;p1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41" name="Google Shape;59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42" name="Google Shape;5942;p17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3" name="Google Shape;5943;p17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</a:t>
            </a:r>
            <a:r>
              <a:rPr b="1" lang="fr-FR" sz="1600">
                <a:solidFill>
                  <a:schemeClr val="dk2"/>
                </a:solidFill>
              </a:rPr>
              <a:t>Émetteur</a:t>
            </a:r>
            <a:endParaRPr/>
          </a:p>
        </p:txBody>
      </p:sp>
      <p:sp>
        <p:nvSpPr>
          <p:cNvPr id="5944" name="Google Shape;5944;p17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5" name="Google Shape;5945;p17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6" name="Google Shape;5946;p17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7" name="Google Shape;5947;p17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8" name="Google Shape;5948;p17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F898D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EF898D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49" name="Google Shape;5949;p17"/>
          <p:cNvSpPr txBox="1"/>
          <p:nvPr>
            <p:ph idx="1" type="body"/>
          </p:nvPr>
        </p:nvSpPr>
        <p:spPr>
          <a:xfrm>
            <a:off x="1200975" y="1036275"/>
            <a:ext cx="15975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5950" name="Google Shape;595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75" y="1407075"/>
            <a:ext cx="3020306" cy="12093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951" name="Google Shape;595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53338" y="3148275"/>
            <a:ext cx="5972175" cy="8001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952" name="Google Shape;5952;p17"/>
          <p:cNvSpPr txBox="1"/>
          <p:nvPr/>
        </p:nvSpPr>
        <p:spPr>
          <a:xfrm>
            <a:off x="1200975" y="2697688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Si </a:t>
            </a:r>
            <a:r>
              <a:rPr lang="fr-FR" sz="1200">
                <a:solidFill>
                  <a:schemeClr val="dk1"/>
                </a:solidFill>
              </a:rPr>
              <a:t>gâchette</a:t>
            </a:r>
            <a:r>
              <a:rPr lang="fr-FR" sz="1200">
                <a:solidFill>
                  <a:schemeClr val="dk1"/>
                </a:solidFill>
              </a:rPr>
              <a:t> choisit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53" name="Google Shape;5953;p17"/>
          <p:cNvSpPr txBox="1"/>
          <p:nvPr/>
        </p:nvSpPr>
        <p:spPr>
          <a:xfrm>
            <a:off x="1200975" y="4243100"/>
            <a:ext cx="605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-"/>
            </a:pPr>
            <a:r>
              <a:rPr lang="fr-FR" sz="1200">
                <a:solidFill>
                  <a:schemeClr val="dk1"/>
                </a:solidFill>
              </a:rPr>
              <a:t>Temps des TRAM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54" name="Google Shape;5954;p17"/>
          <p:cNvSpPr/>
          <p:nvPr/>
        </p:nvSpPr>
        <p:spPr>
          <a:xfrm>
            <a:off x="6732250" y="322475"/>
            <a:ext cx="22983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EXIG_EMTT_TRAITEMENT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5955" name="Google Shape;5955;p17"/>
          <p:cNvSpPr/>
          <p:nvPr/>
        </p:nvSpPr>
        <p:spPr>
          <a:xfrm>
            <a:off x="6698975" y="619475"/>
            <a:ext cx="23316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EXIG_EMTT_REPETITIVITE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9" name="Shape 5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0" name="Google Shape;5960;p1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61" name="Google Shape;59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62" name="Google Shape;5962;p18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3" name="Google Shape;5963;p18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 Informatique </a:t>
            </a:r>
            <a:r>
              <a:rPr b="1" lang="fr-FR" sz="1600">
                <a:solidFill>
                  <a:schemeClr val="dk2"/>
                </a:solidFill>
              </a:rPr>
              <a:t>Émetteur</a:t>
            </a:r>
            <a:endParaRPr/>
          </a:p>
        </p:txBody>
      </p:sp>
      <p:sp>
        <p:nvSpPr>
          <p:cNvPr id="5964" name="Google Shape;5964;p18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5" name="Google Shape;5965;p18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6" name="Google Shape;5966;p18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7" name="Google Shape;5967;p18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8" name="Google Shape;5968;p18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1920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BF1920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69" name="Google Shape;5969;p18"/>
          <p:cNvSpPr txBox="1"/>
          <p:nvPr>
            <p:ph idx="1" type="body"/>
          </p:nvPr>
        </p:nvSpPr>
        <p:spPr>
          <a:xfrm>
            <a:off x="1200983" y="9965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5970" name="Google Shape;5970;p18"/>
          <p:cNvSpPr txBox="1"/>
          <p:nvPr/>
        </p:nvSpPr>
        <p:spPr>
          <a:xfrm>
            <a:off x="3898188" y="1679050"/>
            <a:ext cx="4100700" cy="329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000">
                <a:solidFill>
                  <a:schemeClr val="lt2"/>
                </a:solidFill>
              </a:rPr>
              <a:t>Utilisation de la fonction GenererTrameNEC de la bibliothèque NEC.h</a:t>
            </a:r>
            <a:endParaRPr sz="1000">
              <a:solidFill>
                <a:schemeClr val="lt2"/>
              </a:solidFill>
            </a:endParaRPr>
          </a:p>
        </p:txBody>
      </p:sp>
      <p:pic>
        <p:nvPicPr>
          <p:cNvPr id="5971" name="Google Shape;5971;p18" title="Info KAH Action Emett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0985" y="1365975"/>
            <a:ext cx="2204964" cy="3362576"/>
          </a:xfrm>
          <a:prstGeom prst="rect">
            <a:avLst/>
          </a:prstGeom>
          <a:noFill/>
          <a:ln>
            <a:noFill/>
          </a:ln>
        </p:spPr>
      </p:pic>
      <p:sp>
        <p:nvSpPr>
          <p:cNvPr id="5972" name="Google Shape;5972;p18"/>
          <p:cNvSpPr/>
          <p:nvPr/>
        </p:nvSpPr>
        <p:spPr>
          <a:xfrm>
            <a:off x="6732250" y="322475"/>
            <a:ext cx="22983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EXIG_EMTT_TRAITEMENT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5973" name="Google Shape;5973;p18"/>
          <p:cNvSpPr/>
          <p:nvPr/>
        </p:nvSpPr>
        <p:spPr>
          <a:xfrm>
            <a:off x="6698975" y="619475"/>
            <a:ext cx="23316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1"/>
                </a:solidFill>
              </a:rPr>
              <a:t>EXIG_EMTT_REPETITIVITE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5974" name="Google Shape;5974;p18"/>
          <p:cNvSpPr/>
          <p:nvPr/>
        </p:nvSpPr>
        <p:spPr>
          <a:xfrm>
            <a:off x="4367375" y="619475"/>
            <a:ext cx="23316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285"/>
              </a:spcBef>
              <a:spcAft>
                <a:spcPts val="595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b="1" lang="fr-FR" sz="1200">
                <a:solidFill>
                  <a:schemeClr val="lt1"/>
                </a:solidFill>
              </a:rPr>
              <a:t>EXIG_EMTT_PUISSANCE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8" name="Shape 5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9" name="Google Shape;5979;p19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80" name="Google Shape;59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5981" name="Google Shape;5981;p19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2" name="Google Shape;5982;p19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5983" name="Google Shape;5983;p19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4" name="Google Shape;5984;p19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5" name="Google Shape;5985;p19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6" name="Google Shape;5986;p19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7" name="Google Shape;5987;p19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5A8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0075A8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5988" name="Google Shape;5988;p19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Acquisition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rPr b="0" lang="fr-FR" sz="9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EXIG_RCPT_CAPTEUR</a:t>
            </a:r>
            <a:endParaRPr b="0" sz="9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None/>
            </a:pPr>
            <a:r>
              <a:t/>
            </a:r>
            <a:endParaRPr b="0" sz="9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t/>
            </a:r>
            <a:endParaRPr b="0" sz="9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5989" name="Google Shape;5989;p19"/>
          <p:cNvGrpSpPr/>
          <p:nvPr/>
        </p:nvGrpSpPr>
        <p:grpSpPr>
          <a:xfrm>
            <a:off x="1237875" y="1624913"/>
            <a:ext cx="4446450" cy="1183988"/>
            <a:chOff x="1237875" y="1624913"/>
            <a:chExt cx="4446450" cy="1183988"/>
          </a:xfrm>
        </p:grpSpPr>
        <p:sp>
          <p:nvSpPr>
            <p:cNvPr id="5990" name="Google Shape;5990;p19"/>
            <p:cNvSpPr txBox="1"/>
            <p:nvPr/>
          </p:nvSpPr>
          <p:spPr>
            <a:xfrm>
              <a:off x="1237875" y="1624913"/>
              <a:ext cx="2876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10">
                  <a:solidFill>
                    <a:srgbClr val="3A1B0B"/>
                  </a:solidFill>
                </a:rPr>
                <a:t>Bibliothèques</a:t>
              </a:r>
              <a:endParaRPr b="1" sz="810">
                <a:solidFill>
                  <a:srgbClr val="3A1B0B"/>
                </a:solidFill>
              </a:endParaRPr>
            </a:p>
          </p:txBody>
        </p:sp>
        <p:pic>
          <p:nvPicPr>
            <p:cNvPr id="5991" name="Google Shape;5991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49225" y="1832813"/>
              <a:ext cx="1724025" cy="514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2" name="Google Shape;5992;p19"/>
            <p:cNvSpPr txBox="1"/>
            <p:nvPr/>
          </p:nvSpPr>
          <p:spPr>
            <a:xfrm>
              <a:off x="1237875" y="2383600"/>
              <a:ext cx="28761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10">
                  <a:solidFill>
                    <a:srgbClr val="3A1B0B"/>
                  </a:solidFill>
                </a:rPr>
                <a:t>Fonction</a:t>
              </a:r>
              <a:endParaRPr b="1" sz="810">
                <a:solidFill>
                  <a:srgbClr val="3A1B0B"/>
                </a:solidFill>
              </a:endParaRPr>
            </a:p>
          </p:txBody>
        </p:sp>
        <p:pic>
          <p:nvPicPr>
            <p:cNvPr id="5993" name="Google Shape;5993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312350" y="2627925"/>
              <a:ext cx="4371975" cy="1809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7" name="Shape 5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8" name="Google Shape;5998;p20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5999" name="Google Shape;59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00" name="Google Shape;6000;p20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1" name="Google Shape;6001;p20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002" name="Google Shape;6002;p20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3" name="Google Shape;6003;p20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4" name="Google Shape;6004;p20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5" name="Google Shape;6005;p20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6" name="Google Shape;6006;p20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07" name="Google Shape;6007;p20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08" name="Google Shape;60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7875" y="1361050"/>
            <a:ext cx="4714875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09" name="Google Shape;60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37875" y="2350950"/>
            <a:ext cx="4714874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10" name="Google Shape;601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19425" y="3340850"/>
            <a:ext cx="4751775" cy="647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11" name="Google Shape;6011;p20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EXIG_RCPT_ENERGIE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12" name="Google Shape;6012;p20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13" name="Google Shape;6013;p20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14" name="Google Shape;6014;p20"/>
          <p:cNvSpPr/>
          <p:nvPr/>
        </p:nvSpPr>
        <p:spPr>
          <a:xfrm>
            <a:off x="6807925" y="7118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EXIG_RCPT_SECURITE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15" name="Google Shape;6015;p20"/>
          <p:cNvSpPr/>
          <p:nvPr/>
        </p:nvSpPr>
        <p:spPr>
          <a:xfrm>
            <a:off x="6384900" y="1125250"/>
            <a:ext cx="264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EXIG_RCPT_RETENTISSEMENT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9" name="Shape 6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0" name="Google Shape;6020;g3557996ce97_5_2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21" name="Google Shape;6021;g3557996ce97_5_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22" name="Google Shape;6022;g3557996ce97_5_20"/>
          <p:cNvSpPr txBox="1"/>
          <p:nvPr/>
        </p:nvSpPr>
        <p:spPr>
          <a:xfrm>
            <a:off x="8117350" y="172797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3" name="Google Shape;6023;g3557996ce97_5_20"/>
          <p:cNvSpPr txBox="1"/>
          <p:nvPr/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024" name="Google Shape;6024;g3557996ce97_5_20"/>
          <p:cNvSpPr txBox="1"/>
          <p:nvPr/>
        </p:nvSpPr>
        <p:spPr>
          <a:xfrm>
            <a:off x="8117350" y="207651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5" name="Google Shape;6025;g3557996ce97_5_20"/>
          <p:cNvSpPr txBox="1"/>
          <p:nvPr/>
        </p:nvSpPr>
        <p:spPr>
          <a:xfrm>
            <a:off x="8117350" y="242506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6" name="Google Shape;6026;g3557996ce97_5_20"/>
          <p:cNvSpPr txBox="1"/>
          <p:nvPr/>
        </p:nvSpPr>
        <p:spPr>
          <a:xfrm>
            <a:off x="8117350" y="277360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7" name="Google Shape;6027;g3557996ce97_5_20"/>
          <p:cNvSpPr txBox="1"/>
          <p:nvPr/>
        </p:nvSpPr>
        <p:spPr>
          <a:xfrm>
            <a:off x="8117350" y="3122152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8" name="Google Shape;6028;g3557996ce97_5_20"/>
          <p:cNvSpPr txBox="1"/>
          <p:nvPr/>
        </p:nvSpPr>
        <p:spPr>
          <a:xfrm>
            <a:off x="8117350" y="3470697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29" name="Google Shape;6029;g3557996ce97_5_20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Traitement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30" name="Google Shape;6030;g3557996ce97_5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9078" y="1318348"/>
            <a:ext cx="3993144" cy="36237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31" name="Google Shape;6031;g3557996ce97_5_20"/>
          <p:cNvSpPr/>
          <p:nvPr/>
        </p:nvSpPr>
        <p:spPr>
          <a:xfrm>
            <a:off x="6807925" y="32247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EXIG_RCPT_TRAITEMENT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32" name="Google Shape;6032;g3557996ce97_5_20"/>
          <p:cNvSpPr/>
          <p:nvPr/>
        </p:nvSpPr>
        <p:spPr>
          <a:xfrm>
            <a:off x="6807925" y="7118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EXIG_RCPT_SECURITE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33" name="Google Shape;6033;g3557996ce97_5_20"/>
          <p:cNvSpPr/>
          <p:nvPr/>
        </p:nvSpPr>
        <p:spPr>
          <a:xfrm>
            <a:off x="6384900" y="1125250"/>
            <a:ext cx="26460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EXIG_RCPT_RETENTISSEMENT</a:t>
            </a:r>
            <a:endParaRPr b="1"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7" name="Shape 6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8" name="Google Shape;6038;p21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id="6039" name="Google Shape;60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40" name="Google Shape;6040;p21"/>
          <p:cNvSpPr txBox="1"/>
          <p:nvPr/>
        </p:nvSpPr>
        <p:spPr>
          <a:xfrm>
            <a:off x="8117350" y="172797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C1-21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1" name="Google Shape;6041;p21"/>
          <p:cNvSpPr txBox="1"/>
          <p:nvPr/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III. Conception détaillée</a:t>
            </a:r>
            <a:b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fr-FR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b="1" i="0" lang="fr-FR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4. Informatique Récepteur</a:t>
            </a:r>
            <a:endParaRPr/>
          </a:p>
        </p:txBody>
      </p:sp>
      <p:sp>
        <p:nvSpPr>
          <p:cNvPr id="6042" name="Google Shape;6042;p21"/>
          <p:cNvSpPr txBox="1"/>
          <p:nvPr/>
        </p:nvSpPr>
        <p:spPr>
          <a:xfrm>
            <a:off x="8117350" y="207651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C1-22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3" name="Google Shape;6043;p21"/>
          <p:cNvSpPr txBox="1"/>
          <p:nvPr/>
        </p:nvSpPr>
        <p:spPr>
          <a:xfrm>
            <a:off x="8117350" y="242506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C1-23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4" name="Google Shape;6044;p21"/>
          <p:cNvSpPr txBox="1"/>
          <p:nvPr/>
        </p:nvSpPr>
        <p:spPr>
          <a:xfrm>
            <a:off x="8117350" y="277360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C1-24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5" name="Google Shape;6045;p21"/>
          <p:cNvSpPr txBox="1"/>
          <p:nvPr/>
        </p:nvSpPr>
        <p:spPr>
          <a:xfrm>
            <a:off x="8117350" y="312215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C1-25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6" name="Google Shape;6046;p21"/>
          <p:cNvSpPr txBox="1"/>
          <p:nvPr/>
        </p:nvSpPr>
        <p:spPr>
          <a:xfrm>
            <a:off x="8117350" y="3470697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CBFF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C1-26</a:t>
            </a:r>
            <a:r>
              <a:rPr b="1" i="0" lang="fr-FR" sz="800" u="none" cap="none" strike="noStrike">
                <a:solidFill>
                  <a:srgbClr val="53CBFF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047" name="Google Shape;6047;p21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 u="sng">
                <a:solidFill>
                  <a:schemeClr val="dk1"/>
                </a:solidFill>
              </a:rPr>
              <a:t>Bloc Action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48" name="Google Shape;604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4325" y="2824275"/>
            <a:ext cx="2924175" cy="149410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49" name="Google Shape;604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4325" y="1463550"/>
            <a:ext cx="2924175" cy="125730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050" name="Google Shape;6050;p21"/>
          <p:cNvSpPr/>
          <p:nvPr/>
        </p:nvSpPr>
        <p:spPr>
          <a:xfrm>
            <a:off x="6839325" y="12360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EXIG_RCPT_MOTEUR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51" name="Google Shape;6051;p21"/>
          <p:cNvSpPr/>
          <p:nvPr/>
        </p:nvSpPr>
        <p:spPr>
          <a:xfrm>
            <a:off x="6839325" y="512925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EXIG_RCPT_ROUE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52" name="Google Shape;6052;p21"/>
          <p:cNvSpPr/>
          <p:nvPr/>
        </p:nvSpPr>
        <p:spPr>
          <a:xfrm>
            <a:off x="4572000" y="923250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EXIG_RCPT_CONNEXION</a:t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id="6053" name="Google Shape;6053;p21"/>
          <p:cNvSpPr/>
          <p:nvPr/>
        </p:nvSpPr>
        <p:spPr>
          <a:xfrm>
            <a:off x="6839325" y="925788"/>
            <a:ext cx="2222700" cy="297000"/>
          </a:xfrm>
          <a:prstGeom prst="round2DiagRect">
            <a:avLst>
              <a:gd fmla="val 50000" name="adj1"/>
              <a:gd fmla="val 23291" name="adj2"/>
            </a:avLst>
          </a:prstGeom>
          <a:solidFill>
            <a:srgbClr val="009DE0"/>
          </a:solidFill>
          <a:ln cap="flat" cmpd="sng" w="9525">
            <a:solidFill>
              <a:srgbClr val="009D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rgbClr val="FFFFFF"/>
                </a:solidFill>
              </a:rPr>
              <a:t>EXIG_RCPT_KLAXON</a:t>
            </a:r>
            <a:endParaRPr b="1" sz="1200">
              <a:solidFill>
                <a:srgbClr val="FFFFFF"/>
              </a:solidFill>
            </a:endParaRPr>
          </a:p>
        </p:txBody>
      </p:sp>
      <p:pic>
        <p:nvPicPr>
          <p:cNvPr id="6054" name="Google Shape;6054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2425" y="2847375"/>
            <a:ext cx="3903775" cy="640482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055" name="Google Shape;605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22425" y="1976610"/>
            <a:ext cx="3903775" cy="61572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9" name="Shape 6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0" name="Google Shape;6060;p22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061" name="Google Shape;6061;p22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1. Schéma électrique du produit</a:t>
            </a:r>
            <a:endParaRPr/>
          </a:p>
        </p:txBody>
      </p:sp>
      <p:pic>
        <p:nvPicPr>
          <p:cNvPr id="6062" name="Google Shape;606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63" name="Google Shape;6063;p22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>
                <a:solidFill>
                  <a:schemeClr val="dk1"/>
                </a:solidFill>
              </a:rPr>
              <a:t>EMETTEUR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6064" name="Google Shape;606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1388" y="1055325"/>
            <a:ext cx="5078575" cy="3530524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6065" name="Google Shape;6065;p22"/>
          <p:cNvSpPr txBox="1"/>
          <p:nvPr/>
        </p:nvSpPr>
        <p:spPr>
          <a:xfrm>
            <a:off x="3470675" y="46402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1 : Schéma électrique</a:t>
            </a:r>
            <a:endParaRPr/>
          </a:p>
        </p:txBody>
      </p:sp>
      <p:sp>
        <p:nvSpPr>
          <p:cNvPr id="6066" name="Google Shape;6066;p22"/>
          <p:cNvSpPr txBox="1"/>
          <p:nvPr/>
        </p:nvSpPr>
        <p:spPr>
          <a:xfrm>
            <a:off x="904300" y="4774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Sources : KAH_DDF_EMTT_EQ12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0" name="Shape 6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1" name="Google Shape;6071;g355509dab14_1_3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072" name="Google Shape;6072;g355509dab14_1_30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073" name="Google Shape;6073;g355509dab14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74" name="Google Shape;6074;g355509dab14_1_30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aphicFrame>
        <p:nvGraphicFramePr>
          <p:cNvPr id="6075" name="Google Shape;6075;g355509dab14_1_30"/>
          <p:cNvGraphicFramePr/>
          <p:nvPr/>
        </p:nvGraphicFramePr>
        <p:xfrm>
          <a:off x="1335600" y="1110563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{0597412D-51DA-4233-BE0C-E75F0E1F6BFA}</a:tableStyleId>
              </a:tblPr>
              <a:tblGrid>
                <a:gridCol w="1162225"/>
                <a:gridCol w="1162225"/>
                <a:gridCol w="860350"/>
                <a:gridCol w="810925"/>
                <a:gridCol w="2629925"/>
              </a:tblGrid>
              <a:tr h="3989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(en €)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</a:t>
                      </a:r>
                      <a:r>
                        <a:rPr lang="fr-FR" sz="10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+/-10%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R2, R3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5,6 </a:t>
                      </a:r>
                      <a:r>
                        <a:rPr lang="fr-FR" sz="10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39 k</a:t>
                      </a:r>
                      <a:r>
                        <a:rPr lang="fr-FR" sz="10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R5, R6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910 </a:t>
                      </a:r>
                      <a:r>
                        <a:rPr lang="fr-FR" sz="10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+/-2% - 250mW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12 k</a:t>
                      </a:r>
                      <a:r>
                        <a:rPr lang="fr-FR" sz="1000">
                          <a:solidFill>
                            <a:srgbClr val="000000"/>
                          </a:solidFill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0,03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+/-2% - 250mW</a:t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C1, C2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28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± 5% - non polarisé - 50 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470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31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- 100V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C4, C5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16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- 100V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C6, C7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220</a:t>
                      </a: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 µF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88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- 63V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0,</a:t>
                      </a:r>
                      <a:r>
                        <a:rPr lang="fr-FR" sz="1000"/>
                        <a:t>09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- 50V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Condensateur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C10, C11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220 nF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0.</a:t>
                      </a:r>
                      <a:r>
                        <a:rPr lang="fr-FR" sz="1000"/>
                        <a:t>42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+/-5 % - non polarisé - 50V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Transistor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Q1, Q2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BC337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0,97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Transistor bipolaire NPN 50V 500mA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1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Bouton poussoir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BP_KLAXON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MCDTS6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Commutateur tactile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X1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AS-16.000-18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0,109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Cristal 16 MHz 50ppm 18 pF 30ppm 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76" name="Google Shape;6076;g355509dab14_1_30"/>
          <p:cNvSpPr txBox="1"/>
          <p:nvPr/>
        </p:nvSpPr>
        <p:spPr>
          <a:xfrm>
            <a:off x="904275" y="4784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Sources : KAH_DDF_EMTT_EQ12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0" name="Shape 6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1" name="Google Shape;6081;g355509dab14_1_4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082" name="Google Shape;6082;g355509dab14_1_48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083" name="Google Shape;6083;g355509dab14_1_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84" name="Google Shape;6084;g355509dab14_1_48"/>
          <p:cNvSpPr txBox="1"/>
          <p:nvPr/>
        </p:nvSpPr>
        <p:spPr>
          <a:xfrm>
            <a:off x="8117350" y="81953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85" name="Google Shape;6085;g355509dab14_1_48"/>
          <p:cNvSpPr txBox="1"/>
          <p:nvPr/>
        </p:nvSpPr>
        <p:spPr>
          <a:xfrm>
            <a:off x="904275" y="4784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Sources : KAH_DDF_EMTT_EQ12</a:t>
            </a:r>
            <a:endParaRPr/>
          </a:p>
        </p:txBody>
      </p:sp>
      <p:graphicFrame>
        <p:nvGraphicFramePr>
          <p:cNvPr id="6086" name="Google Shape;6086;g355509dab14_1_48"/>
          <p:cNvGraphicFramePr/>
          <p:nvPr/>
        </p:nvGraphicFramePr>
        <p:xfrm>
          <a:off x="1115050" y="1135250"/>
          <a:ext cx="3000000" cy="3000000"/>
        </p:xfrm>
        <a:graphic>
          <a:graphicData uri="http://schemas.openxmlformats.org/drawingml/2006/table">
            <a:tbl>
              <a:tblPr bandCol="1" bandRow="1">
                <a:noFill/>
                <a:tableStyleId>{0597412D-51DA-4233-BE0C-E75F0E1F6BFA}</a:tableStyleId>
              </a:tblPr>
              <a:tblGrid>
                <a:gridCol w="1162225"/>
                <a:gridCol w="1656525"/>
                <a:gridCol w="1300400"/>
                <a:gridCol w="608100"/>
                <a:gridCol w="2972800"/>
              </a:tblGrid>
              <a:tr h="306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</a:t>
                      </a:r>
                      <a:endParaRPr b="1" sz="10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(en €)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DDD"/>
                    </a:solidFill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infrarouge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D_INFRA_1, D_INFRA_2, D_INFRA_3, D_INFRA_4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TSAL6200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2,28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Emetteur infrarouge 940nm 15ns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D_START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HLMP-CM3A-Z10DD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0,69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 3mm 1300 mcd 20 mA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0,028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2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J2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CONN-SIL4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0,056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4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Connecteur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J6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CONN-SIL3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0,042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Connecteur HE14 MH100 sécable droit 3 x 36 pts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Microcontrôleur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ATMEGA328P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2,62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 8 bits 20MHz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Potentiomètre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POT_VITESSE, POT_DIRECTION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10k</a:t>
                      </a:r>
                      <a:r>
                        <a:rPr lang="fr-FR" sz="1000">
                          <a:latin typeface="Liberation Serif"/>
                          <a:ea typeface="Liberation Serif"/>
                          <a:cs typeface="Liberation Serif"/>
                          <a:sym typeface="Liberation Serif"/>
                        </a:rPr>
                        <a:t>Ω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2,24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Potentiomètre à glissière 10 kohm, ± 20%, 250 mW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Régulateur linéaire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REGUL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LM78L05ACZ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0,39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broches Entrée 7 V à 30 V Sortie 5 V et 0.1 A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Interrupteur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SW_ON/OFF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JS202011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0,38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Commutateur 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Circuit imprimé double face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highlight>
                          <a:srgbClr val="00FF00"/>
                        </a:highlight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CIF AB60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2,30</a:t>
                      </a:r>
                      <a:endParaRPr sz="1000"/>
                    </a:p>
                  </a:txBody>
                  <a:tcPr marT="34925" marB="34925" marR="34925" marL="3430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Dimensions initiales : 600 * 300 mm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 recouper : 100 * 60 mm</a:t>
                      </a:r>
                      <a:endParaRPr sz="1000"/>
                    </a:p>
                  </a:txBody>
                  <a:tcPr marT="34925" marB="34925" marR="34925" marL="343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87" name="Google Shape;6087;g355509dab14_1_48"/>
          <p:cNvSpPr/>
          <p:nvPr/>
        </p:nvSpPr>
        <p:spPr>
          <a:xfrm>
            <a:off x="6732250" y="358350"/>
            <a:ext cx="942900" cy="267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lang="fr-FR">
                <a:solidFill>
                  <a:srgbClr val="FFFFFF"/>
                </a:solidFill>
              </a:rPr>
              <a:t>ien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1" name="Shape 6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2" name="Google Shape;6092;g355509dab14_1_5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093" name="Google Shape;6093;g355509dab14_1_58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094" name="Google Shape;6094;g355509dab14_1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95" name="Google Shape;6095;g355509dab14_1_58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096" name="Google Shape;6096;g355509dab14_1_58"/>
          <p:cNvSpPr txBox="1"/>
          <p:nvPr/>
        </p:nvSpPr>
        <p:spPr>
          <a:xfrm>
            <a:off x="904275" y="4784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Sources : KAH_DDF_EMTT_EQ12</a:t>
            </a:r>
            <a:endParaRPr/>
          </a:p>
        </p:txBody>
      </p:sp>
      <p:graphicFrame>
        <p:nvGraphicFramePr>
          <p:cNvPr id="6097" name="Google Shape;6097;g355509dab14_1_58"/>
          <p:cNvGraphicFramePr/>
          <p:nvPr/>
        </p:nvGraphicFramePr>
        <p:xfrm>
          <a:off x="974225" y="1042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209825"/>
                <a:gridCol w="1991775"/>
                <a:gridCol w="1015100"/>
                <a:gridCol w="953975"/>
                <a:gridCol w="2684450"/>
              </a:tblGrid>
              <a:tr h="26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 (en €)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233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+/-10%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7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5.6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E48 +/-2%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39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R_CLOCK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MΩ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E24 +/-5%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6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Résistance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R_RESET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12 kΩ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E48 +/-2% - 250mW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6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0.01 µF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2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C_D1_BRUSH,</a:t>
                      </a:r>
                      <a:endParaRPr sz="1000"/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C_D_SERVO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470 µF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0,59*2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+/-20% - polarisé - 63V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3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C_D1_MCU, </a:t>
                      </a: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C_D2_BRUSH,</a:t>
                      </a:r>
                      <a:endParaRPr sz="1000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000000"/>
                          </a:solidFill>
                        </a:rPr>
                        <a:t>C_D_IR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nF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0,08*3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C_QUARTZ1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C_QUARTZ2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22 pF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9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Condensateur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C_RESET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 nF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0,05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- +/-5% - non polarisé - 50V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98" name="Google Shape;6098;g355509dab14_1_58"/>
          <p:cNvSpPr/>
          <p:nvPr/>
        </p:nvSpPr>
        <p:spPr>
          <a:xfrm>
            <a:off x="6732250" y="358350"/>
            <a:ext cx="942900" cy="267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lang="fr-FR">
                <a:solidFill>
                  <a:srgbClr val="FFFFFF"/>
                </a:solidFill>
              </a:rPr>
              <a:t>ien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2" name="Shape 6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" name="Google Shape;6103;g355509dab14_1_68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104" name="Google Shape;6104;g355509dab14_1_68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2. Nomenclature chiffrée du produit</a:t>
            </a:r>
            <a:endParaRPr/>
          </a:p>
        </p:txBody>
      </p:sp>
      <p:pic>
        <p:nvPicPr>
          <p:cNvPr id="6105" name="Google Shape;6105;g355509dab14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06" name="Google Shape;6106;g355509dab14_1_68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107" name="Google Shape;6107;g355509dab14_1_68"/>
          <p:cNvSpPr txBox="1"/>
          <p:nvPr/>
        </p:nvSpPr>
        <p:spPr>
          <a:xfrm>
            <a:off x="904275" y="478427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2"/>
                </a:solidFill>
              </a:rPr>
              <a:t>Sources : KAH_DDF_EMTT_EQ12</a:t>
            </a:r>
            <a:endParaRPr/>
          </a:p>
        </p:txBody>
      </p:sp>
      <p:sp>
        <p:nvSpPr>
          <p:cNvPr id="6108" name="Google Shape;6108;g355509dab14_1_68"/>
          <p:cNvSpPr txBox="1"/>
          <p:nvPr/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rgbClr val="3A1B0B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900">
                <a:solidFill>
                  <a:srgbClr val="FFFFFF"/>
                </a:solidFill>
              </a:rPr>
              <a:t>‹#›</a:t>
            </a:fld>
            <a:endParaRPr sz="900">
              <a:solidFill>
                <a:srgbClr val="FFFFFF"/>
              </a:solidFill>
            </a:endParaRPr>
          </a:p>
        </p:txBody>
      </p:sp>
      <p:pic>
        <p:nvPicPr>
          <p:cNvPr id="6109" name="Google Shape;6109;g355509dab14_1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10" name="Google Shape;6110;g355509dab14_1_68"/>
          <p:cNvSpPr txBox="1"/>
          <p:nvPr/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u="sng">
                <a:solidFill>
                  <a:srgbClr val="3A1B0B"/>
                </a:solidFill>
              </a:rPr>
              <a:t>Carte Récepteur</a:t>
            </a:r>
            <a:endParaRPr b="1" sz="1200" u="sng">
              <a:solidFill>
                <a:srgbClr val="009DE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A1B0B"/>
              </a:solidFill>
            </a:endParaRPr>
          </a:p>
        </p:txBody>
      </p:sp>
      <p:graphicFrame>
        <p:nvGraphicFramePr>
          <p:cNvPr id="6111" name="Google Shape;6111;g355509dab14_1_68"/>
          <p:cNvGraphicFramePr/>
          <p:nvPr/>
        </p:nvGraphicFramePr>
        <p:xfrm>
          <a:off x="970575" y="13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1192500"/>
                <a:gridCol w="1506725"/>
                <a:gridCol w="1496875"/>
                <a:gridCol w="1109500"/>
                <a:gridCol w="2796625"/>
              </a:tblGrid>
              <a:tr h="243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Type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Report topologique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Valeur ou Référence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Coût (en €)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000"/>
                        <a:t>Caractéristiques secondaires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CCCC"/>
                    </a:solidFill>
                  </a:tcPr>
                </a:tc>
              </a:tr>
              <a:tr h="1303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MCKPT-G1210-3916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VDC, 30 VDC, 2 mA, 80 dB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59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BRUSHLESS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94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RCPT_IR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35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CONN-SIL3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SERVO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Connecteur HE14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THD 2,54 mm - 2 broches mâles - Nombre : 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69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QUARTZ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AS-16000-18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16 MHz, Traversant, 10.3x5 mm, 50 ppm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1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Microcontrôleur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MCU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ATMEGA328P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2,62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20 MHz, 32 KB Flash, 2 KB SRAM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D_BLEUE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HLMP-CB2A-VW0DD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bleue 3 mm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D_VERTE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HLMP-CM3A-Z10DD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LED verte 3 mm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Circuit imprimé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CI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100 x 60 mm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1,79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Double face, plaque présensibilisée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37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BUZZER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MCKPT-G1210-3916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0,67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/>
                        <a:t>3 VDC, 30 VDC, 2 mA, 80 dB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112" name="Google Shape;6112;g355509dab14_1_68"/>
          <p:cNvGrpSpPr/>
          <p:nvPr/>
        </p:nvGrpSpPr>
        <p:grpSpPr>
          <a:xfrm>
            <a:off x="1010877" y="4452500"/>
            <a:ext cx="3123900" cy="433200"/>
            <a:chOff x="3102100" y="4507325"/>
            <a:chExt cx="3000000" cy="433200"/>
          </a:xfrm>
        </p:grpSpPr>
        <p:sp>
          <p:nvSpPr>
            <p:cNvPr id="6113" name="Google Shape;6113;g355509dab14_1_68"/>
            <p:cNvSpPr/>
            <p:nvPr/>
          </p:nvSpPr>
          <p:spPr>
            <a:xfrm>
              <a:off x="3864400" y="4507325"/>
              <a:ext cx="1475400" cy="433200"/>
            </a:xfrm>
            <a:prstGeom prst="roundRect">
              <a:avLst>
                <a:gd fmla="val 16667" name="adj"/>
              </a:avLst>
            </a:prstGeom>
            <a:solidFill>
              <a:srgbClr val="0070C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4" name="Google Shape;6114;g355509dab14_1_68"/>
            <p:cNvSpPr txBox="1"/>
            <p:nvPr/>
          </p:nvSpPr>
          <p:spPr>
            <a:xfrm>
              <a:off x="3102100" y="4539275"/>
              <a:ext cx="3000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200">
                  <a:solidFill>
                    <a:srgbClr val="FFFFFF"/>
                  </a:solidFill>
                </a:rPr>
                <a:t>Prix total HT : 77,73€</a:t>
              </a: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6115" name="Google Shape;6115;g355509dab14_1_68"/>
          <p:cNvSpPr/>
          <p:nvPr/>
        </p:nvSpPr>
        <p:spPr>
          <a:xfrm>
            <a:off x="4287356" y="4452500"/>
            <a:ext cx="1580448" cy="433200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6" name="Google Shape;6116;g355509dab14_1_68"/>
          <p:cNvSpPr/>
          <p:nvPr/>
        </p:nvSpPr>
        <p:spPr>
          <a:xfrm>
            <a:off x="6732250" y="358350"/>
            <a:ext cx="942900" cy="267600"/>
          </a:xfrm>
          <a:prstGeom prst="teardrop">
            <a:avLst>
              <a:gd fmla="val 100000" name="adj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FFFFFF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</a:t>
            </a:r>
            <a:r>
              <a:rPr lang="fr-FR">
                <a:solidFill>
                  <a:srgbClr val="FFFFFF"/>
                </a:solidFill>
              </a:rPr>
              <a:t>ien 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0" name="Shape 6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1" name="Google Shape;6121;p24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122" name="Google Shape;6122;p24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123" name="Google Shape;612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24" name="Google Shape;6124;p24"/>
          <p:cNvSpPr txBox="1"/>
          <p:nvPr>
            <p:ph idx="1" type="body"/>
          </p:nvPr>
        </p:nvSpPr>
        <p:spPr>
          <a:xfrm>
            <a:off x="1237883" y="1008810"/>
            <a:ext cx="7465603" cy="3623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fr-FR" sz="1400">
                <a:solidFill>
                  <a:schemeClr val="dk1"/>
                </a:solidFill>
              </a:rPr>
              <a:t>EMETTEUR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125" name="Google Shape;6125;p24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id="6126" name="Google Shape;6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4550" y="1562775"/>
            <a:ext cx="2369275" cy="162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7" name="Google Shape;61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4100" y="819475"/>
            <a:ext cx="2369275" cy="1601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8" name="Google Shape;612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54102" y="3049700"/>
            <a:ext cx="2422083" cy="170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9" name="Google Shape;612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1750" y="1623000"/>
            <a:ext cx="2369275" cy="1610213"/>
          </a:xfrm>
          <a:prstGeom prst="rect">
            <a:avLst/>
          </a:prstGeom>
          <a:noFill/>
          <a:ln>
            <a:noFill/>
          </a:ln>
        </p:spPr>
      </p:pic>
      <p:sp>
        <p:nvSpPr>
          <p:cNvPr id="6130" name="Google Shape;6130;p24"/>
          <p:cNvSpPr txBox="1"/>
          <p:nvPr/>
        </p:nvSpPr>
        <p:spPr>
          <a:xfrm>
            <a:off x="737713" y="31408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</a:rPr>
              <a:t>Figure 2 : Typon du dessus (couche TOP du circuit) en mode miroir </a:t>
            </a:r>
            <a:endParaRPr b="1" sz="1200">
              <a:solidFill>
                <a:schemeClr val="lt2"/>
              </a:solidFill>
            </a:endParaRPr>
          </a:p>
        </p:txBody>
      </p:sp>
      <p:sp>
        <p:nvSpPr>
          <p:cNvPr id="6131" name="Google Shape;6131;p24"/>
          <p:cNvSpPr txBox="1"/>
          <p:nvPr/>
        </p:nvSpPr>
        <p:spPr>
          <a:xfrm>
            <a:off x="3492788" y="235671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</a:rPr>
              <a:t>Figure 3 : Typon du dessous (couche BOTTOM du circuit) en mode miroir</a:t>
            </a:r>
            <a:endParaRPr/>
          </a:p>
        </p:txBody>
      </p:sp>
      <p:sp>
        <p:nvSpPr>
          <p:cNvPr id="6132" name="Google Shape;6132;p24"/>
          <p:cNvSpPr txBox="1"/>
          <p:nvPr/>
        </p:nvSpPr>
        <p:spPr>
          <a:xfrm>
            <a:off x="6343600" y="32332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</a:rPr>
              <a:t>Figure 4 : Plan de perçage </a:t>
            </a:r>
            <a:endParaRPr/>
          </a:p>
        </p:txBody>
      </p:sp>
      <p:sp>
        <p:nvSpPr>
          <p:cNvPr id="6133" name="Google Shape;6133;p24"/>
          <p:cNvSpPr txBox="1"/>
          <p:nvPr/>
        </p:nvSpPr>
        <p:spPr>
          <a:xfrm>
            <a:off x="3411063" y="47523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285"/>
              </a:spcBef>
              <a:spcAft>
                <a:spcPts val="595"/>
              </a:spcAft>
              <a:buNone/>
            </a:pPr>
            <a:r>
              <a:rPr b="1" lang="fr-FR" sz="1200">
                <a:solidFill>
                  <a:schemeClr val="lt2"/>
                </a:solidFill>
              </a:rPr>
              <a:t>Figure 5 : Schéma d’implantation</a:t>
            </a:r>
            <a:endParaRPr/>
          </a:p>
        </p:txBody>
      </p:sp>
      <p:sp>
        <p:nvSpPr>
          <p:cNvPr id="6134" name="Google Shape;6134;p24"/>
          <p:cNvSpPr txBox="1"/>
          <p:nvPr/>
        </p:nvSpPr>
        <p:spPr>
          <a:xfrm>
            <a:off x="904300" y="47523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Sources : </a:t>
            </a:r>
            <a:r>
              <a:rPr lang="fr-FR" sz="1200"/>
              <a:t>KAH_DDF_EMTT_EQ12</a:t>
            </a:r>
            <a:endParaRPr sz="1200"/>
          </a:p>
        </p:txBody>
      </p:sp>
      <p:graphicFrame>
        <p:nvGraphicFramePr>
          <p:cNvPr id="6135" name="Google Shape;6135;p24"/>
          <p:cNvGraphicFramePr/>
          <p:nvPr/>
        </p:nvGraphicFramePr>
        <p:xfrm>
          <a:off x="1094550" y="38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826125"/>
                <a:gridCol w="826125"/>
                <a:gridCol w="826125"/>
              </a:tblGrid>
              <a:tr h="44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X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✴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+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</a:rPr>
                        <a:t>30th ⇔ 0,8mm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40th ⇔ 1mm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3mm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9" name="Shape 6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0" name="Google Shape;6140;g3557996ce97_1_30"/>
          <p:cNvSpPr txBox="1"/>
          <p:nvPr>
            <p:ph idx="12" type="sldNum"/>
          </p:nvPr>
        </p:nvSpPr>
        <p:spPr>
          <a:xfrm>
            <a:off x="459681" y="3148262"/>
            <a:ext cx="444600" cy="1995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141" name="Google Shape;6141;g3557996ce97_1_30"/>
          <p:cNvSpPr txBox="1"/>
          <p:nvPr>
            <p:ph type="title"/>
          </p:nvPr>
        </p:nvSpPr>
        <p:spPr>
          <a:xfrm>
            <a:off x="1200972" y="62337"/>
            <a:ext cx="56091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3. Typons et plans du produit</a:t>
            </a:r>
            <a:endParaRPr/>
          </a:p>
        </p:txBody>
      </p:sp>
      <p:pic>
        <p:nvPicPr>
          <p:cNvPr id="6142" name="Google Shape;6142;g3557996ce97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1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43" name="Google Shape;6143;g3557996ce97_1_30"/>
          <p:cNvSpPr txBox="1"/>
          <p:nvPr/>
        </p:nvSpPr>
        <p:spPr>
          <a:xfrm>
            <a:off x="8117350" y="1018480"/>
            <a:ext cx="837600" cy="280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144" name="Google Shape;6144;g3557996ce97_1_30"/>
          <p:cNvSpPr txBox="1"/>
          <p:nvPr/>
        </p:nvSpPr>
        <p:spPr>
          <a:xfrm>
            <a:off x="663550" y="50368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Sources : KAH_DDF_RCPT_EQ12</a:t>
            </a:r>
            <a:endParaRPr sz="1200"/>
          </a:p>
        </p:txBody>
      </p:sp>
      <p:graphicFrame>
        <p:nvGraphicFramePr>
          <p:cNvPr id="6145" name="Google Shape;6145;g3557996ce97_1_30"/>
          <p:cNvGraphicFramePr/>
          <p:nvPr/>
        </p:nvGraphicFramePr>
        <p:xfrm>
          <a:off x="6289125" y="204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{99F8B95B-CB70-427C-9B66-D1993C5D4AC6}</a:tableStyleId>
              </a:tblPr>
              <a:tblGrid>
                <a:gridCol w="826125"/>
                <a:gridCol w="826125"/>
                <a:gridCol w="826125"/>
              </a:tblGrid>
              <a:tr h="446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X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✴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+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200">
                          <a:solidFill>
                            <a:srgbClr val="000000"/>
                          </a:solidFill>
                        </a:rPr>
                        <a:t>30th ⇔ 0,8mm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40th ⇔ 1mm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200"/>
                        <a:t>3mm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6146" name="Google Shape;6146;g3557996ce97_1_30"/>
          <p:cNvGrpSpPr/>
          <p:nvPr/>
        </p:nvGrpSpPr>
        <p:grpSpPr>
          <a:xfrm>
            <a:off x="2520223" y="922029"/>
            <a:ext cx="3818932" cy="3777416"/>
            <a:chOff x="2170973" y="863679"/>
            <a:chExt cx="3818932" cy="3777416"/>
          </a:xfrm>
        </p:grpSpPr>
        <p:grpSp>
          <p:nvGrpSpPr>
            <p:cNvPr id="6147" name="Google Shape;6147;g3557996ce97_1_30"/>
            <p:cNvGrpSpPr/>
            <p:nvPr/>
          </p:nvGrpSpPr>
          <p:grpSpPr>
            <a:xfrm>
              <a:off x="4032762" y="2765834"/>
              <a:ext cx="1957143" cy="1875261"/>
              <a:chOff x="3912175" y="758022"/>
              <a:chExt cx="2250625" cy="2243403"/>
            </a:xfrm>
          </p:grpSpPr>
          <p:sp>
            <p:nvSpPr>
              <p:cNvPr id="6148" name="Google Shape;6148;g3557996ce97_1_30"/>
              <p:cNvSpPr txBox="1"/>
              <p:nvPr/>
            </p:nvSpPr>
            <p:spPr>
              <a:xfrm>
                <a:off x="3912200" y="2449126"/>
                <a:ext cx="2250600" cy="5523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285"/>
                  </a:spcBef>
                  <a:spcAft>
                    <a:spcPts val="595"/>
                  </a:spcAft>
                  <a:buNone/>
                </a:pPr>
                <a:r>
                  <a:rPr b="1" lang="fr-FR" sz="900">
                    <a:solidFill>
                      <a:schemeClr val="lt2"/>
                    </a:solidFill>
                  </a:rPr>
                  <a:t>Figure 4 : Typon du dessous (couche BOTTOM du circuit) </a:t>
                </a:r>
                <a:endParaRPr sz="900"/>
              </a:p>
            </p:txBody>
          </p:sp>
          <p:pic>
            <p:nvPicPr>
              <p:cNvPr id="6149" name="Google Shape;6149;g3557996ce97_1_30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3912175" y="758022"/>
                <a:ext cx="2250602" cy="168905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50" name="Google Shape;6150;g3557996ce97_1_30"/>
            <p:cNvGrpSpPr/>
            <p:nvPr/>
          </p:nvGrpSpPr>
          <p:grpSpPr>
            <a:xfrm>
              <a:off x="2222280" y="871478"/>
              <a:ext cx="1825448" cy="1894342"/>
              <a:chOff x="986225" y="1024537"/>
              <a:chExt cx="2425200" cy="2662463"/>
            </a:xfrm>
          </p:grpSpPr>
          <p:sp>
            <p:nvSpPr>
              <p:cNvPr id="6151" name="Google Shape;6151;g3557996ce97_1_30"/>
              <p:cNvSpPr txBox="1"/>
              <p:nvPr/>
            </p:nvSpPr>
            <p:spPr>
              <a:xfrm>
                <a:off x="986225" y="2843400"/>
                <a:ext cx="2425200" cy="8436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285"/>
                  </a:spcBef>
                  <a:spcAft>
                    <a:spcPts val="595"/>
                  </a:spcAft>
                  <a:buNone/>
                </a:pPr>
                <a:r>
                  <a:rPr b="1" lang="fr-FR" sz="900">
                    <a:solidFill>
                      <a:schemeClr val="lt2"/>
                    </a:solidFill>
                  </a:rPr>
                  <a:t>Figure 1 : Typon du dessus (couche TOP du circuit) en mode miroir </a:t>
                </a:r>
                <a:endParaRPr b="1" sz="900">
                  <a:solidFill>
                    <a:schemeClr val="lt2"/>
                  </a:solidFill>
                </a:endParaRPr>
              </a:p>
            </p:txBody>
          </p:sp>
          <p:pic>
            <p:nvPicPr>
              <p:cNvPr id="6152" name="Google Shape;6152;g3557996ce97_1_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986225" y="1024537"/>
                <a:ext cx="2425174" cy="18188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53" name="Google Shape;6153;g3557996ce97_1_30"/>
            <p:cNvGrpSpPr/>
            <p:nvPr/>
          </p:nvGrpSpPr>
          <p:grpSpPr>
            <a:xfrm>
              <a:off x="2170973" y="2782482"/>
              <a:ext cx="1861772" cy="1841977"/>
              <a:chOff x="6732242" y="1469253"/>
              <a:chExt cx="2360258" cy="2123072"/>
            </a:xfrm>
          </p:grpSpPr>
          <p:sp>
            <p:nvSpPr>
              <p:cNvPr id="6154" name="Google Shape;6154;g3557996ce97_1_30"/>
              <p:cNvSpPr txBox="1"/>
              <p:nvPr/>
            </p:nvSpPr>
            <p:spPr>
              <a:xfrm>
                <a:off x="6732400" y="3219725"/>
                <a:ext cx="2360100" cy="3726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285"/>
                  </a:spcBef>
                  <a:spcAft>
                    <a:spcPts val="595"/>
                  </a:spcAft>
                  <a:buNone/>
                </a:pPr>
                <a:r>
                  <a:rPr b="1" lang="fr-FR" sz="900">
                    <a:solidFill>
                      <a:schemeClr val="lt2"/>
                    </a:solidFill>
                  </a:rPr>
                  <a:t>Figure 3 : Plan de perçage </a:t>
                </a:r>
                <a:endParaRPr sz="900"/>
              </a:p>
            </p:txBody>
          </p:sp>
          <p:pic>
            <p:nvPicPr>
              <p:cNvPr id="6155" name="Google Shape;6155;g3557996ce97_1_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6732242" y="1469253"/>
                <a:ext cx="2360126" cy="176397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6156" name="Google Shape;6156;g3557996ce97_1_30"/>
            <p:cNvGrpSpPr/>
            <p:nvPr/>
          </p:nvGrpSpPr>
          <p:grpSpPr>
            <a:xfrm>
              <a:off x="4047621" y="863679"/>
              <a:ext cx="1927434" cy="1897976"/>
              <a:chOff x="3900873" y="2264924"/>
              <a:chExt cx="2478378" cy="2477776"/>
            </a:xfrm>
          </p:grpSpPr>
          <p:sp>
            <p:nvSpPr>
              <p:cNvPr id="6157" name="Google Shape;6157;g3557996ce97_1_30"/>
              <p:cNvSpPr txBox="1"/>
              <p:nvPr/>
            </p:nvSpPr>
            <p:spPr>
              <a:xfrm>
                <a:off x="3900873" y="4140000"/>
                <a:ext cx="2478300" cy="602700"/>
              </a:xfrm>
              <a:prstGeom prst="rect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285"/>
                  </a:spcBef>
                  <a:spcAft>
                    <a:spcPts val="595"/>
                  </a:spcAft>
                  <a:buNone/>
                </a:pPr>
                <a:r>
                  <a:rPr b="1" lang="fr-FR" sz="900">
                    <a:solidFill>
                      <a:schemeClr val="lt2"/>
                    </a:solidFill>
                  </a:rPr>
                  <a:t>Figure 2 : Schéma d’implantation</a:t>
                </a:r>
                <a:endParaRPr sz="900"/>
              </a:p>
            </p:txBody>
          </p:sp>
          <p:pic>
            <p:nvPicPr>
              <p:cNvPr id="6158" name="Google Shape;6158;g3557996ce97_1_30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3900875" y="2264924"/>
                <a:ext cx="2478375" cy="1923676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2" name="Shape 6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3" name="Google Shape;6163;p25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164" name="Google Shape;6164;p25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4. Protocole de fabrication du produit</a:t>
            </a:r>
            <a:endParaRPr/>
          </a:p>
        </p:txBody>
      </p:sp>
      <p:pic>
        <p:nvPicPr>
          <p:cNvPr id="6165" name="Google Shape;61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66" name="Google Shape;6166;p25"/>
          <p:cNvSpPr txBox="1"/>
          <p:nvPr>
            <p:ph idx="1" type="body"/>
          </p:nvPr>
        </p:nvSpPr>
        <p:spPr>
          <a:xfrm>
            <a:off x="1237883" y="1008810"/>
            <a:ext cx="7465500" cy="3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457200" rtl="0" algn="just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Imprimer typon , liste de matériel, schéma perçage, schéma d’implémentation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Insoler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Passer au révélateur et rincer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Graver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Insoler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Passer au révélateur et rincer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Percer à l’aide du schéma de perçage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Tester la continuité </a:t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Souder les composants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60000"/>
              </a:lnSpc>
              <a:spcBef>
                <a:spcPts val="595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fr-FR" sz="4400">
                <a:solidFill>
                  <a:schemeClr val="dk1"/>
                </a:solidFill>
              </a:rPr>
              <a:t>Vérifier : soudure, continuité </a:t>
            </a:r>
            <a:endParaRPr sz="4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595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6167" name="Google Shape;6167;p25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C1-36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6168" name="Google Shape;6168;p25"/>
          <p:cNvSpPr txBox="1"/>
          <p:nvPr/>
        </p:nvSpPr>
        <p:spPr>
          <a:xfrm>
            <a:off x="904300" y="47523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Source : </a:t>
            </a:r>
            <a:r>
              <a:rPr lang="fr-FR" sz="1200"/>
              <a:t>HTUT 4</a:t>
            </a:r>
            <a:endParaRPr sz="1200"/>
          </a:p>
        </p:txBody>
      </p:sp>
      <p:pic>
        <p:nvPicPr>
          <p:cNvPr id="6169" name="Google Shape;616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8650" y="1018475"/>
            <a:ext cx="837600" cy="83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0" name="Google Shape;6170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3025" y="1461625"/>
            <a:ext cx="329850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1" name="Google Shape;6171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47738" y="1684674"/>
            <a:ext cx="500325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2" name="Google Shape;6172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69546" y="1711287"/>
            <a:ext cx="298675" cy="4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3" name="Google Shape;617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73425" y="2055025"/>
            <a:ext cx="298650" cy="29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4" name="Google Shape;617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57825" y="2353675"/>
            <a:ext cx="329850" cy="32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5" name="Google Shape;617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56246" y="2423512"/>
            <a:ext cx="298675" cy="44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6" name="Google Shape;617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68213" y="2370299"/>
            <a:ext cx="500325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7" name="Google Shape;617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08825" y="2932838"/>
            <a:ext cx="525950" cy="67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8" name="Google Shape;6178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38469" y="3331075"/>
            <a:ext cx="687831" cy="56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9" name="Google Shape;6179;p25"/>
          <p:cNvPicPr preferRelativeResize="0"/>
          <p:nvPr/>
        </p:nvPicPr>
        <p:blipFill rotWithShape="1">
          <a:blip r:embed="rId11">
            <a:alphaModFix/>
          </a:blip>
          <a:srcRect b="24072" l="15659" r="12738" t="19193"/>
          <a:stretch/>
        </p:blipFill>
        <p:spPr>
          <a:xfrm>
            <a:off x="3437850" y="3850575"/>
            <a:ext cx="588442" cy="50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0" name="Google Shape;6180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826444" y="4352725"/>
            <a:ext cx="687831" cy="56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4" name="Shape 6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5" name="Google Shape;6185;p26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186" name="Google Shape;6186;p26"/>
          <p:cNvSpPr txBox="1"/>
          <p:nvPr>
            <p:ph type="title"/>
          </p:nvPr>
        </p:nvSpPr>
        <p:spPr>
          <a:xfrm>
            <a:off x="1200972" y="62337"/>
            <a:ext cx="5609195" cy="7571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5. Caractéristiques des fichiers informatiques</a:t>
            </a:r>
            <a:endParaRPr/>
          </a:p>
        </p:txBody>
      </p:sp>
      <p:pic>
        <p:nvPicPr>
          <p:cNvPr id="6187" name="Google Shape;618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188" name="Google Shape;6188;p26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C1-34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89" name="Google Shape;6189;p26"/>
          <p:cNvSpPr txBox="1"/>
          <p:nvPr/>
        </p:nvSpPr>
        <p:spPr>
          <a:xfrm>
            <a:off x="8117350" y="1402892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C1-35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190" name="Google Shape;6190;p26"/>
          <p:cNvSpPr txBox="1"/>
          <p:nvPr/>
        </p:nvSpPr>
        <p:spPr>
          <a:xfrm>
            <a:off x="1192513" y="3926000"/>
            <a:ext cx="19842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Langages de programmation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191" name="Google Shape;6191;p26"/>
          <p:cNvPicPr preferRelativeResize="0"/>
          <p:nvPr/>
        </p:nvPicPr>
        <p:blipFill rotWithShape="1">
          <a:blip r:embed="rId4">
            <a:alphaModFix/>
          </a:blip>
          <a:srcRect b="0" l="0" r="19878" t="0"/>
          <a:stretch/>
        </p:blipFill>
        <p:spPr>
          <a:xfrm>
            <a:off x="3352651" y="1196025"/>
            <a:ext cx="467817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2" name="Google Shape;6192;p26"/>
          <p:cNvSpPr txBox="1"/>
          <p:nvPr/>
        </p:nvSpPr>
        <p:spPr>
          <a:xfrm>
            <a:off x="3352650" y="915225"/>
            <a:ext cx="2337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Fichiers émetteur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193" name="Google Shape;6193;p26"/>
          <p:cNvSpPr txBox="1"/>
          <p:nvPr/>
        </p:nvSpPr>
        <p:spPr>
          <a:xfrm>
            <a:off x="3352650" y="1843725"/>
            <a:ext cx="2337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</a:rPr>
              <a:t>Fichiers récepteur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6194" name="Google Shape;6194;p26"/>
          <p:cNvPicPr preferRelativeResize="0"/>
          <p:nvPr/>
        </p:nvPicPr>
        <p:blipFill rotWithShape="1">
          <a:blip r:embed="rId5">
            <a:alphaModFix/>
          </a:blip>
          <a:srcRect b="0" l="0" r="17769" t="0"/>
          <a:stretch/>
        </p:blipFill>
        <p:spPr>
          <a:xfrm>
            <a:off x="3394226" y="2109450"/>
            <a:ext cx="4723126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95" name="Google Shape;6195;p26"/>
          <p:cNvSpPr txBox="1"/>
          <p:nvPr/>
        </p:nvSpPr>
        <p:spPr>
          <a:xfrm>
            <a:off x="1998175" y="2571750"/>
            <a:ext cx="444600" cy="2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rial"/>
              <a:buNone/>
            </a:pPr>
            <a:r>
              <a:rPr lang="fr-FR" sz="1100">
                <a:solidFill>
                  <a:schemeClr val="dk1"/>
                </a:solidFill>
              </a:rPr>
              <a:t>IDE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196" name="Google Shape;6196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71500" y="2936373"/>
            <a:ext cx="1962550" cy="9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7" name="Google Shape;6197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35175" y="1018475"/>
            <a:ext cx="1898876" cy="162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198" name="Google Shape;6198;p26"/>
          <p:cNvSpPr txBox="1"/>
          <p:nvPr/>
        </p:nvSpPr>
        <p:spPr>
          <a:xfrm>
            <a:off x="904300" y="4752300"/>
            <a:ext cx="4785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/>
              <a:t>Sources : KAH_DDF_RCPT_EQ12, </a:t>
            </a:r>
            <a:r>
              <a:rPr lang="fr-FR" sz="1200">
                <a:solidFill>
                  <a:schemeClr val="lt2"/>
                </a:solidFill>
              </a:rPr>
              <a:t>KAH_DDF_EMTT_EQ12</a:t>
            </a:r>
            <a:endParaRPr sz="12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2" name="Shape 6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3" name="Google Shape;6203;p27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04" name="Google Shape;6204;p27"/>
          <p:cNvSpPr txBox="1"/>
          <p:nvPr>
            <p:ph type="title"/>
          </p:nvPr>
        </p:nvSpPr>
        <p:spPr>
          <a:xfrm>
            <a:off x="1123047" y="57362"/>
            <a:ext cx="5609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IV. Plans de fabrication</a:t>
            </a:r>
            <a:br>
              <a:rPr lang="fr-FR">
                <a:solidFill>
                  <a:schemeClr val="dk2"/>
                </a:solidFill>
              </a:rPr>
            </a:br>
            <a:r>
              <a:rPr lang="fr-FR">
                <a:solidFill>
                  <a:schemeClr val="dk2"/>
                </a:solidFill>
              </a:rPr>
              <a:t>	</a:t>
            </a:r>
            <a:r>
              <a:rPr lang="fr-FR" sz="1600">
                <a:solidFill>
                  <a:schemeClr val="dk2"/>
                </a:solidFill>
              </a:rPr>
              <a:t>6</a:t>
            </a:r>
            <a:r>
              <a:rPr lang="fr-FR" sz="1600">
                <a:solidFill>
                  <a:schemeClr val="dk2"/>
                </a:solidFill>
              </a:rPr>
              <a:t>. Protocole de téléchargement informatique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205" name="Google Shape;620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06" name="Google Shape;6206;p27"/>
          <p:cNvSpPr txBox="1"/>
          <p:nvPr/>
        </p:nvSpPr>
        <p:spPr>
          <a:xfrm>
            <a:off x="8117350" y="1018480"/>
            <a:ext cx="837590" cy="28078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fr-F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C1-36</a:t>
            </a:r>
            <a:r>
              <a:rPr b="1" i="0" lang="fr-FR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</a:t>
            </a:r>
            <a:endParaRPr/>
          </a:p>
        </p:txBody>
      </p:sp>
      <p:sp>
        <p:nvSpPr>
          <p:cNvPr id="6207" name="Google Shape;6207;p27"/>
          <p:cNvSpPr txBox="1"/>
          <p:nvPr/>
        </p:nvSpPr>
        <p:spPr>
          <a:xfrm>
            <a:off x="1363900" y="1155775"/>
            <a:ext cx="5194800" cy="3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3A1B0B"/>
                </a:solidFill>
              </a:rPr>
              <a:t>1.	Brancher de la carte à l’ordinateur à l'aide du connecteur USB - UART 4 fils de programmation sur le connecteur DWNLD de la carte. </a:t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>
                <a:solidFill>
                  <a:schemeClr val="accent1"/>
                </a:solidFill>
              </a:rPr>
              <a:t>Attention au sens des fils</a:t>
            </a:r>
            <a:endParaRPr b="1">
              <a:solidFill>
                <a:schemeClr val="accent1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3A1B0B"/>
                </a:solidFill>
              </a:rPr>
              <a:t>2.	Mettre sous tension </a:t>
            </a:r>
            <a:r>
              <a:rPr lang="fr-FR">
                <a:solidFill>
                  <a:schemeClr val="dk1"/>
                </a:solidFill>
              </a:rPr>
              <a:t>à 7,4 V</a:t>
            </a:r>
            <a:r>
              <a:rPr lang="fr-FR">
                <a:solidFill>
                  <a:srgbClr val="3A1B0B"/>
                </a:solidFill>
              </a:rPr>
              <a:t> la carte utilisée (émetteur ou récepteur) </a:t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3A1B0B"/>
                </a:solidFill>
              </a:rPr>
              <a:t>3.	Vérifier la détection de la carte sur le port de communication de l’application arduino</a:t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3A1B0B"/>
                </a:solidFill>
              </a:rPr>
              <a:t>4.	Vérifier le programme et téléverser le programme opérationnel</a:t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A1B0B"/>
              </a:solidFill>
            </a:endParaRPr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>
                <a:solidFill>
                  <a:srgbClr val="3A1B0B"/>
                </a:solidFill>
              </a:rPr>
              <a:t>5.	Mettre hors tension la carte et débrancher le modul</a:t>
            </a:r>
            <a:r>
              <a:rPr lang="fr-FR">
                <a:solidFill>
                  <a:srgbClr val="3A1B0B"/>
                </a:solidFill>
              </a:rPr>
              <a:t>e</a:t>
            </a:r>
            <a:endParaRPr/>
          </a:p>
        </p:txBody>
      </p:sp>
      <p:pic>
        <p:nvPicPr>
          <p:cNvPr id="6208" name="Google Shape;6208;p27" title="PXL_20250506_104357372.jpg"/>
          <p:cNvPicPr preferRelativeResize="0"/>
          <p:nvPr/>
        </p:nvPicPr>
        <p:blipFill rotWithShape="1">
          <a:blip r:embed="rId4">
            <a:alphaModFix/>
          </a:blip>
          <a:srcRect b="35998" l="0" r="0" t="49697"/>
          <a:stretch/>
        </p:blipFill>
        <p:spPr>
          <a:xfrm>
            <a:off x="6064100" y="1641738"/>
            <a:ext cx="2930174" cy="556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9" name="Google Shape;620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7063" y="3736463"/>
            <a:ext cx="2781075" cy="640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10" name="Google Shape;6210;p27"/>
          <p:cNvSpPr/>
          <p:nvPr/>
        </p:nvSpPr>
        <p:spPr>
          <a:xfrm>
            <a:off x="3015150" y="3787850"/>
            <a:ext cx="527700" cy="537600"/>
          </a:xfrm>
          <a:prstGeom prst="ellipse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11" name="Google Shape;6211;p27"/>
          <p:cNvCxnSpPr/>
          <p:nvPr/>
        </p:nvCxnSpPr>
        <p:spPr>
          <a:xfrm flipH="1">
            <a:off x="7132225" y="1530225"/>
            <a:ext cx="87000" cy="28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2" name="Google Shape;6212;p27"/>
          <p:cNvSpPr txBox="1"/>
          <p:nvPr/>
        </p:nvSpPr>
        <p:spPr>
          <a:xfrm>
            <a:off x="7085725" y="1329950"/>
            <a:ext cx="3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800">
                <a:solidFill>
                  <a:schemeClr val="dk2"/>
                </a:solidFill>
              </a:rPr>
              <a:t>RX</a:t>
            </a:r>
            <a:endParaRPr b="1" sz="800">
              <a:solidFill>
                <a:schemeClr val="dk2"/>
              </a:solidFill>
            </a:endParaRPr>
          </a:p>
        </p:txBody>
      </p:sp>
      <p:cxnSp>
        <p:nvCxnSpPr>
          <p:cNvPr id="6213" name="Google Shape;6213;p27"/>
          <p:cNvCxnSpPr/>
          <p:nvPr/>
        </p:nvCxnSpPr>
        <p:spPr>
          <a:xfrm flipH="1">
            <a:off x="7171400" y="1552338"/>
            <a:ext cx="324600" cy="34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4" name="Google Shape;6214;p27"/>
          <p:cNvSpPr txBox="1"/>
          <p:nvPr/>
        </p:nvSpPr>
        <p:spPr>
          <a:xfrm>
            <a:off x="7410325" y="1354100"/>
            <a:ext cx="324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800">
                <a:solidFill>
                  <a:schemeClr val="dk2"/>
                </a:solidFill>
              </a:rPr>
              <a:t>TX</a:t>
            </a:r>
            <a:endParaRPr b="1" sz="800">
              <a:solidFill>
                <a:schemeClr val="dk2"/>
              </a:solidFill>
            </a:endParaRPr>
          </a:p>
        </p:txBody>
      </p:sp>
      <p:cxnSp>
        <p:nvCxnSpPr>
          <p:cNvPr id="6215" name="Google Shape;6215;p27"/>
          <p:cNvCxnSpPr/>
          <p:nvPr/>
        </p:nvCxnSpPr>
        <p:spPr>
          <a:xfrm rot="10800000">
            <a:off x="7171400" y="1950525"/>
            <a:ext cx="655200" cy="31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6" name="Google Shape;6216;p27"/>
          <p:cNvSpPr txBox="1"/>
          <p:nvPr/>
        </p:nvSpPr>
        <p:spPr>
          <a:xfrm>
            <a:off x="7712250" y="2236413"/>
            <a:ext cx="52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800">
                <a:solidFill>
                  <a:schemeClr val="dk2"/>
                </a:solidFill>
              </a:rPr>
              <a:t>RESET</a:t>
            </a:r>
            <a:endParaRPr b="1" sz="800">
              <a:solidFill>
                <a:schemeClr val="dk2"/>
              </a:solidFill>
            </a:endParaRPr>
          </a:p>
        </p:txBody>
      </p:sp>
      <p:cxnSp>
        <p:nvCxnSpPr>
          <p:cNvPr id="6217" name="Google Shape;6217;p27"/>
          <p:cNvCxnSpPr/>
          <p:nvPr/>
        </p:nvCxnSpPr>
        <p:spPr>
          <a:xfrm rot="10800000">
            <a:off x="7152475" y="2032975"/>
            <a:ext cx="46500" cy="361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18" name="Google Shape;6218;p27"/>
          <p:cNvSpPr txBox="1"/>
          <p:nvPr/>
        </p:nvSpPr>
        <p:spPr>
          <a:xfrm>
            <a:off x="7011675" y="2343725"/>
            <a:ext cx="52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800">
                <a:solidFill>
                  <a:schemeClr val="dk2"/>
                </a:solidFill>
              </a:rPr>
              <a:t>GND</a:t>
            </a:r>
            <a:endParaRPr b="1" sz="800">
              <a:solidFill>
                <a:schemeClr val="dk2"/>
              </a:solidFill>
            </a:endParaRPr>
          </a:p>
        </p:txBody>
      </p:sp>
      <p:pic>
        <p:nvPicPr>
          <p:cNvPr id="6219" name="Google Shape;6219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1825" y="2613128"/>
            <a:ext cx="2015238" cy="19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3" name="Shape 6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4" name="Google Shape;6224;p28"/>
          <p:cNvSpPr txBox="1"/>
          <p:nvPr>
            <p:ph idx="12" type="sldNum"/>
          </p:nvPr>
        </p:nvSpPr>
        <p:spPr>
          <a:xfrm>
            <a:off x="459681" y="3148262"/>
            <a:ext cx="444626" cy="199523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180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sp>
        <p:nvSpPr>
          <p:cNvPr id="6225" name="Google Shape;6225;p28"/>
          <p:cNvSpPr txBox="1"/>
          <p:nvPr>
            <p:ph type="title"/>
          </p:nvPr>
        </p:nvSpPr>
        <p:spPr>
          <a:xfrm>
            <a:off x="1200972" y="216762"/>
            <a:ext cx="5609195" cy="4247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fr-FR">
                <a:solidFill>
                  <a:schemeClr val="dk2"/>
                </a:solidFill>
              </a:rPr>
              <a:t>V. Conclusion et Perspectives</a:t>
            </a:r>
            <a:endParaRPr sz="1600">
              <a:solidFill>
                <a:schemeClr val="dk2"/>
              </a:solidFill>
            </a:endParaRPr>
          </a:p>
        </p:txBody>
      </p:sp>
      <p:pic>
        <p:nvPicPr>
          <p:cNvPr id="6226" name="Google Shape;622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2240" y="4659982"/>
            <a:ext cx="2222700" cy="329855"/>
          </a:xfrm>
          <a:prstGeom prst="rect">
            <a:avLst/>
          </a:prstGeom>
          <a:noFill/>
          <a:ln>
            <a:noFill/>
          </a:ln>
        </p:spPr>
      </p:pic>
      <p:sp>
        <p:nvSpPr>
          <p:cNvPr id="6227" name="Google Shape;6227;p28"/>
          <p:cNvSpPr txBox="1"/>
          <p:nvPr/>
        </p:nvSpPr>
        <p:spPr>
          <a:xfrm>
            <a:off x="1295450" y="1318200"/>
            <a:ext cx="6141900" cy="25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00000"/>
                </a:solidFill>
              </a:rPr>
              <a:t>Fin de la conception détaillé : 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fr-FR" sz="1500">
                <a:solidFill>
                  <a:srgbClr val="000000"/>
                </a:solidFill>
              </a:rPr>
              <a:t>Exigences : respectées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fr-FR" sz="1500">
                <a:solidFill>
                  <a:srgbClr val="000000"/>
                </a:solidFill>
              </a:rPr>
              <a:t>Étages dimensionnés</a:t>
            </a:r>
            <a:endParaRPr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fr-FR" sz="1500">
                <a:solidFill>
                  <a:srgbClr val="000000"/>
                </a:solidFill>
              </a:rPr>
              <a:t>Dérisquage : simulations &amp; vérifications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>
                <a:solidFill>
                  <a:srgbClr val="000000"/>
                </a:solidFill>
              </a:rPr>
              <a:t>Passage à la fabrication prêt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6228" name="Google Shape;622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5151" y="666452"/>
            <a:ext cx="3014275" cy="3676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Université de Bordeaux 16/9">
  <a:themeElements>
    <a:clrScheme name="Université de Bordeaux">
      <a:dk1>
        <a:srgbClr val="3A1B0B"/>
      </a:dk1>
      <a:lt1>
        <a:srgbClr val="FFFFFF"/>
      </a:lt1>
      <a:dk2>
        <a:srgbClr val="009DE0"/>
      </a:dk2>
      <a:lt2>
        <a:srgbClr val="000000"/>
      </a:lt2>
      <a:accent1>
        <a:srgbClr val="EC6C43"/>
      </a:accent1>
      <a:accent2>
        <a:srgbClr val="57BC71"/>
      </a:accent2>
      <a:accent3>
        <a:srgbClr val="9F3E91"/>
      </a:accent3>
      <a:accent4>
        <a:srgbClr val="34B1A9"/>
      </a:accent4>
      <a:accent5>
        <a:srgbClr val="E53C43"/>
      </a:accent5>
      <a:accent6>
        <a:srgbClr val="BEAD8A"/>
      </a:accent6>
      <a:hlink>
        <a:srgbClr val="3A1B0B"/>
      </a:hlink>
      <a:folHlink>
        <a:srgbClr val="009DE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2019-03-15T07:57:19Z</dcterms:created>
  <dc:creator>Jason</dc:creator>
</cp:coreProperties>
</file>