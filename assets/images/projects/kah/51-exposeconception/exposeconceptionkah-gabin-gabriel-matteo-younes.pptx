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72" roundtripDataSignature="AMtx7mgfwSDLzfn3tLzemf1UVpc4LWlmO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Mattéo Vulliez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E6F9C7-0300-435E-9AEC-991F8B8F4E24}">
  <a:tblStyle styleId="{77E6F9C7-0300-435E-9AEC-991F8B8F4E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C362B8C-E5CF-4F88-8067-288B1F31FED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1302EC0-A5C1-4E75-905E-BC2F01CC0B24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A47EFE4-3720-4635-87C9-ABF15B42F1CA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2" Type="http://customschemas.google.com/relationships/presentationmetadata" Target="meta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slide" Target="slides/slide6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5-06T17:35:43.912">
    <p:pos x="4240" y="203"/>
    <p:text>Si tu veux, tu peux utiliser ce template pour les exigences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i7GGdhU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5-05-06T18:44:39.462">
    <p:pos x="779" y="635"/>
    <p:text>peu lisible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i7GGdh0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7" name="Shape 5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" name="Google Shape;504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9" name="Google Shape;504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8" name="Shape 5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9" name="Google Shape;505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0" name="Google Shape;50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6" name="Shape 5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7" name="Google Shape;50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8" name="Google Shape;50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5" name="Shape 5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6" name="Google Shape;50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7" name="Google Shape;50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1" name="Shape 5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2" name="Google Shape;5112;g34d83d48b27_2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C1-3 : Un synoptique à 4 blocs (acquisition, traitement, action, énergie) électronique et/ou informatique décrivant l'architecture du produit développé est présenté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C1-4 : La démarche de sélection des solutions techniques est décrite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C1-9 : La ou les solutions techniques (technologie et/ou référence) retenues dans chaque bloc sont mentionnées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C1-10 : La fonctionnalité de chaque solution technique retenue est décrite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C1-11 : Les caractéristiques de l'information à l'entrée et à la sortie de chaque bloc sont décrites</a:t>
            </a:r>
            <a:endParaRPr/>
          </a:p>
        </p:txBody>
      </p:sp>
      <p:sp>
        <p:nvSpPr>
          <p:cNvPr id="5113" name="Google Shape;5113;g34d83d48b27_2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7" name="Shape 5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8" name="Google Shape;5148;g367b87eabe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C1-3 : Un synoptique à 4 blocs (acquisition, traitement, action, énergie) électronique et/ou informatique décrivant l'architecture du produit développé est présenté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C1-4 : La démarche de sélection des solutions techniques est décrite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C1-9 : La ou les solutions techniques (technologie et/ou référence) retenues dans chaque bloc sont mentionnées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C1-10 : La fonctionnalité de chaque solution technique retenue est décrite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C1-11 : Les caractéristiques de l'information à l'entrée et à la sortie de chaque bloc sont décrites</a:t>
            </a:r>
            <a:endParaRPr/>
          </a:p>
        </p:txBody>
      </p:sp>
      <p:sp>
        <p:nvSpPr>
          <p:cNvPr id="5149" name="Google Shape;5149;g367b87eabe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2" name="Shape 5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3" name="Google Shape;5173;g35b9862605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C1-3 : Un synoptique à 4 blocs (acquisition, traitement, action, énergie) électronique et/ou informatique décrivant l'architecture du produit développé est présenté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C1-4 : La démarche de sélection des solutions techniques est décrite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C1-9 : La ou les solutions techniques (technologie et/ou référence) retenues dans chaque bloc sont mentionnées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C1-10 : La fonctionnalité de chaque solution technique retenue est décrite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C1-11 : Les caractéristiques de l'information à l'entrée et à la sortie de chaque bloc sont décrites</a:t>
            </a:r>
            <a:endParaRPr/>
          </a:p>
        </p:txBody>
      </p:sp>
      <p:sp>
        <p:nvSpPr>
          <p:cNvPr id="5174" name="Google Shape;5174;g35b9862605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7" name="Shape 5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8" name="Google Shape;5198;g34d83d48b27_2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C1-3 : Un synoptique à 4 blocs (acquisition, traitement, action, énergie) électronique et/ou informatique décrivant l'architecture du produit développé est présenté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C1-4 : La démarche de sélection des solutions techniques est décrite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C1-9 : La ou les solutions techniques (technologie et/ou référence) retenues dans chaque bloc sont mentionnées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C1-10 : La fonctionnalité de chaque solution technique retenue est décrite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C1-11 : Les caractéristiques de l'information à l'entrée et à la sortie de chaque bloc sont décrites</a:t>
            </a:r>
            <a:endParaRPr/>
          </a:p>
        </p:txBody>
      </p:sp>
      <p:sp>
        <p:nvSpPr>
          <p:cNvPr id="5199" name="Google Shape;5199;g34d83d48b27_2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4" name="Shape 5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5" name="Google Shape;52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C1-3 : Un synoptique à 4 blocs (acquisition, traitement, action, énergie) électronique et/ou informatique décrivant l'architecture du produit développé est présenté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C1-4 : La démarche de sélection des solutions techniques est décrite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C1-9 : La ou les solutions techniques (technologie et/ou référence) retenues dans chaque bloc sont mentionnées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C1-10 : La fonctionnalité de chaque solution technique retenue est décrite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C1-11 : Les caractéristiques de l'information à l'entrée et à la sortie de chaque bloc sont décrites</a:t>
            </a:r>
            <a:endParaRPr/>
          </a:p>
        </p:txBody>
      </p:sp>
      <p:sp>
        <p:nvSpPr>
          <p:cNvPr id="5246" name="Google Shape;52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5" name="Shape 5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6" name="Google Shape;5266;g367b87eabe1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C1-3 : Un synoptique à 4 blocs (acquisition, traitement, action, énergie) électronique et/ou informatique décrivant l'architecture du produit développé est présenté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C1-4 : La démarche de sélection des solutions techniques est décrite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C1-9 : La ou les solutions techniques (technologie et/ou référence) retenues dans chaque bloc sont mentionnées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C1-10 : La fonctionnalité de chaque solution technique retenue est décrite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C1-11 : Les caractéristiques de l'information à l'entrée et à la sortie de chaque bloc sont décrites</a:t>
            </a:r>
            <a:endParaRPr/>
          </a:p>
        </p:txBody>
      </p:sp>
      <p:sp>
        <p:nvSpPr>
          <p:cNvPr id="5267" name="Google Shape;5267;g367b87eabe1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6" name="Shape 5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7" name="Google Shape;52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8" name="Google Shape;528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7" name="Shape 5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8" name="Google Shape;53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9" name="Google Shape;531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9" name="Shape 5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0" name="Google Shape;5340;g354a95ab4f4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1" name="Google Shape;5341;g354a95ab4f4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8" name="Shape 5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9" name="Google Shape;5369;g347eac06703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0" name="Google Shape;5370;g347eac06703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1" name="Shape 5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2" name="Google Shape;5392;g35554e43cf7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3" name="Google Shape;5393;g35554e43cf7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9" name="Shape 5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0" name="Google Shape;54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1" name="Google Shape;541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7" name="Shape 5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8" name="Google Shape;54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9" name="Google Shape;542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4" name="Shape 5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5" name="Google Shape;5465;g35590eb6703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6" name="Google Shape;5466;g35590eb6703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2" name="Shape 5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3" name="Google Shape;5493;g35590eb6703_2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4" name="Google Shape;5494;g35590eb6703_2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8" name="Shape 5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" name="Google Shape;5519;g35590eb6703_2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0" name="Google Shape;5520;g35590eb6703_2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5" name="Shape 5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6" name="Google Shape;5546;g35590eb6703_2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7" name="Google Shape;5547;g35590eb6703_2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1" name="Shape 5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2" name="Google Shape;5572;g355a8956ac1_1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3" name="Google Shape;5573;g355a8956ac1_1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9" name="Shape 5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0" name="Google Shape;5590;g355a8956ac1_1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1" name="Google Shape;5591;g355a8956ac1_1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6" name="Shape 5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7" name="Google Shape;5607;g34d83d48b27_2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C1-21  : La démarche de conception détaillée de chaque solution technique matérielle est décrite dans l'ordre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C1-22 : L'exigence(s) du CDC liée(s) à chaque solution technique matérielle à développer est citée et est pris en compte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C1-23 : Pour le dimensionnement de chaque solution technique matérielle , la source (cours, TD, TP, datasheets, internet, ...) du montage et/ou caractéristiques fondamentales est mentionnée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C1-24 : Le dimensionnement de la solution technique matérielle est détaillé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C1-25 : Le choix de la définition finale et/ou du schéma de la solution technique matérielle est présenté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C1-26 : Le respect de la définition finale de chaque solution technique matérielle vis-à-vis de l'exigence et sa tolérance est justifié</a:t>
            </a:r>
            <a:endParaRPr/>
          </a:p>
        </p:txBody>
      </p:sp>
      <p:sp>
        <p:nvSpPr>
          <p:cNvPr id="5608" name="Google Shape;5608;g34d83d48b27_2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5" name="Shape 5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6" name="Google Shape;563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7" name="Google Shape;563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2" name="Shape 5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3" name="Google Shape;5653;g3559ddb4d97_2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4" name="Google Shape;5654;g3559ddb4d97_2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5" name="Shape 5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6" name="Google Shape;5676;g3559ddb4d97_6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7" name="Google Shape;5677;g3559ddb4d97_6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5" name="Shape 5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6" name="Google Shape;5696;g3559ddb4d97_6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7" name="Google Shape;5697;g3559ddb4d97_6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5" name="Shape 5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6" name="Google Shape;5716;g3559ddb4d97_6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7" name="Google Shape;5717;g3559ddb4d97_6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6" name="Shape 5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7" name="Google Shape;573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C1-21  : La démarche de conception détaillée de chaque solution technique matérielle est décrite dans l'ordre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C1-22 : L'exigence(s) du CDC liée(s) à chaque solution technique matérielle à développer est citée et est pris en compte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C1-23 : Pour le dimensionnement de chaque solution technique matérielle , la source (cours, TD, TP, datasheets, internet, ...) du montage et/ou caractéristiques fondamentales est mentionnée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C1-24 : Le dimensionnement de la solution technique matérielle est détaillé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C1-25 : Le choix de la définition finale et/ou du schéma de la solution technique matérielle est présenté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C1-26 : Le respect de la définition finale de chaque solution technique matérielle vis-à-vis de l'exigence et sa tolérance est justifié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8" name="Google Shape;573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2" name="Shape 5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3" name="Google Shape;5763;g34d83d48b27_2_1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C1-21  : La démarche de conception détaillée de chaque solution technique matérielle est décrite dans l'ordre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C1-22 : L'exigence(s) du CDC liée(s) à chaque solution technique matérielle à développer est citée et est pris en compte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C1-23 : Pour le dimensionnement de chaque solution technique matérielle , la source (cours, TD, TP, datasheets, internet, ...) du montage et/ou caractéristiques fondamentales est mentionnée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C1-24 : Le dimensionnement de la solution technique matérielle est détaillé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C1-25 : Le choix de la définition finale et/ou du schéma de la solution technique matérielle est présenté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C1-26 : Le respect de la définition finale de chaque solution technique matérielle vis-à-vis de l'exigence et sa tolérance est justifié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4" name="Google Shape;5764;g34d83d48b27_2_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3" name="Shape 5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4" name="Google Shape;5784;g353ef2f80af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C1-21  : La démarche de conception détaillée de chaque solution technique matérielle est décrite dans l'ordre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C1-22 : L'exigence(s) du CDC liée(s) à chaque solution technique matérielle à développer est citée et est pris en compte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C1-23 : Pour le dimensionnement de chaque solution technique matérielle , la source (cours, TD, TP, datasheets, internet, ...) du montage et/ou caractéristiques fondamentales est mentionnée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C1-24 : Le dimensionnement de la solution technique matérielle est détaillé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C1-25 : Le choix de la définition finale et/ou du schéma de la solution technique matérielle est présenté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C1-26 : Le respect de la définition finale de chaque solution technique matérielle vis-à-vis de l'exigence et sa tolérance est justifié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5" name="Google Shape;5785;g353ef2f80af_0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8" name="Shape 5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9" name="Google Shape;5809;g34d83d48b27_2_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C1-21  : La démarche de conception détaillée de chaque solution technique matérielle est décrite dans l'ordre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C1-22 : L'exigence(s) du CDC liée(s) à chaque solution technique matérielle à développer est citée et est pris en compte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C1-23 : Pour le dimensionnement de chaque solution technique matérielle , la source (cours, TD, TP, datasheets, internet, ...) du montage et/ou caractéristiques fondamentales est mentionnée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C1-24 : Le dimensionnement de la solution technique matérielle est détaillé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C1-25 : Le choix de la définition finale et/ou du schéma de la solution technique matérielle est présenté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C1-26 : Le respect de la définition finale de chaque solution technique matérielle vis-à-vis de l'exigence et sa tolérance est justifié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0" name="Google Shape;5810;g34d83d48b27_2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3" name="Shape 5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4" name="Google Shape;5844;g353f3b8a99d_2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C1-21  : La démarche de conception détaillée de chaque solution technique matérielle est décrite dans l'ordre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C1-22 : L'exigence(s) du CDC liée(s) à chaque solution technique matérielle à développer est citée et est pris en compte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C1-23 : Pour le dimensionnement de chaque solution technique matérielle , la source (cours, TD, TP, datasheets, internet, ...) du montage et/ou caractéristiques fondamentales est mentionnée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C1-24 : Le dimensionnement de la solution technique matérielle est détaillé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C1-25 : Le choix de la définition finale et/ou du schéma de la solution technique matérielle est présenté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C1-26 : Le respect de la définition finale de chaque solution technique matérielle vis-à-vis de l'exigence et sa tolérance est justifié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5" name="Google Shape;5845;g353f3b8a99d_2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1" name="Shape 5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2" name="Google Shape;5872;g34d83d48b27_2_1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C1-21  : La démarche de conception détaillée de chaque solution technique matérielle est décrite dans l'ordre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C1-22 : L'exigence(s) du CDC liée(s) à chaque solution technique matérielle à développer est citée et est pris en compte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C1-23 : Pour le dimensionnement de chaque solution technique matérielle , la source (cours, TD, TP, datasheets, internet, ...) du montage et/ou caractéristiques fondamentales est mentionnée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C1-24 : Le dimensionnement de la solution technique matérielle est détaillé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C1-25 : Le choix de la définition finale et/ou du schéma de la solution technique matérielle est présenté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C1-26 : Le respect de la définition finale de chaque solution technique matérielle vis-à-vis de l'exigence et sa tolérance est justifié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3" name="Google Shape;5873;g34d83d48b27_2_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7" name="Shape 5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8" name="Google Shape;5908;g3549623a333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C1-21  : La démarche de conception détaillée de chaque solution technique matérielle est décrite dans l'ordre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C1-22 : L'exigence(s) du CDC liée(s) à chaque solution technique matérielle à développer est citée et est pris en compte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C1-23 : Pour le dimensionnement de chaque solution technique matérielle , la source (cours, TD, TP, datasheets, internet, ...) du montage et/ou caractéristiques fondamentales est mentionnée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C1-24 : Le dimensionnement de la solution technique matérielle est détaillé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C1-25 : Le choix de la définition finale et/ou du schéma de la solution technique matérielle est présenté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C1-26 : Le respect de la définition finale de chaque solution technique matérielle vis-à-vis de l'exigence et sa tolérance est justifié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9" name="Google Shape;5909;g3549623a333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4" name="Shape 5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5" name="Google Shape;5935;g34d83d48b27_2_1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C1-21  : La démarche de conception détaillée de chaque solution technique matérielle est décrite dans l'ordre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C1-22 : L'exigence(s) du CDC liée(s) à chaque solution technique matérielle à développer est citée et est pris en compte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C1-23 : Pour le dimensionnement de chaque solution technique matérielle , la source (cours, TD, TP, datasheets, internet, ...) du montage et/ou caractéristiques fondamentales est mentionnée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C1-24 : Le dimensionnement de la solution technique matérielle est détaillé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C1-25 : Le choix de la définition finale et/ou du schéma de la solution technique matérielle est présenté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C1-26 : Le respect de la définition finale de chaque solution technique matérielle vis-à-vis de l'exigence et sa tolérance est justifié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6" name="Google Shape;5936;g34d83d48b27_2_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6" name="Shape 5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7" name="Google Shape;596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8" name="Google Shape;596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3" name="Shape 5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4" name="Google Shape;5984;g3559ddb4d97_6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5" name="Google Shape;5985;g3559ddb4d97_6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9" name="Shape 5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0" name="Google Shape;6000;g3559ddb4d97_6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1" name="Google Shape;6001;g3559ddb4d97_6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9" name="Shape 6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0" name="Google Shape;602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1" name="Google Shape;602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8" name="Shape 6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9" name="Google Shape;603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0" name="Google Shape;604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7" name="Shape 6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8" name="Google Shape;6058;g3559ddb4d97_6_1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9" name="Google Shape;6059;g3559ddb4d97_6_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6" name="Shape 6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7" name="Google Shape;607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C1-21  : La démarche de conception détaillée de chaque solution technique matérielle est décrite dans l'ordre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C1-22 : L'exigence(s) du CDC liée(s) à chaque solution technique matérielle à développer est citée et est pris en compte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C1-23 : Pour le dimensionnement de chaque solution technique matérielle , la source (cours, TD, TP, datasheets, internet, ...) du montage et/ou caractéristiques fondamentales est mentionnée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C1-24 : Le dimensionnement de la solution technique matérielle est détaillé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C1-25 : Le choix de la définition finale et/ou du schéma de la solution technique matérielle est présenté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C1-26 : Le respect de la définition finale de chaque solution technique matérielle vis-à-vis de l'exigence et sa tolérance est justifié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8" name="Google Shape;607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7" name="Shape 6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8" name="Google Shape;6098;g355a8956ac1_1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9" name="Google Shape;6099;g355a8956ac1_1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5" name="Shape 6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6" name="Google Shape;6116;g355a8956ac1_1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7" name="Google Shape;6117;g355a8956ac1_1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7" name="Shape 6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8" name="Google Shape;6138;g355a8956ac1_1_1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9" name="Google Shape;6139;g355a8956ac1_1_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5" name="Shape 6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6" name="Google Shape;6156;g355a8956ac1_1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7" name="Google Shape;6157;g355a8956ac1_1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7" name="Shape 6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8" name="Google Shape;617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9" name="Google Shape;617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8" name="Shape 6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9" name="Google Shape;6199;g355a8956ac1_3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0" name="Google Shape;6200;g355a8956ac1_3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9" name="Shape 6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0" name="Google Shape;622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1" name="Google Shape;622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0" name="Shape 6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1" name="Google Shape;6231;g353f3b8a99d_5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C1-34 : La liste des composants matériels retenus pour produire est fournie</a:t>
            </a:r>
            <a:endParaRPr/>
          </a:p>
        </p:txBody>
      </p:sp>
      <p:sp>
        <p:nvSpPr>
          <p:cNvPr id="6232" name="Google Shape;6232;g353f3b8a99d_5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0" name="Shape 6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1" name="Google Shape;6241;g353f3b8a99d_5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C1-34 : La liste des composants matériels retenus pour produire est fournie</a:t>
            </a:r>
            <a:endParaRPr/>
          </a:p>
        </p:txBody>
      </p:sp>
      <p:sp>
        <p:nvSpPr>
          <p:cNvPr id="6242" name="Google Shape;6242;g353f3b8a99d_5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0" name="Shape 6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1" name="Google Shape;625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C1-34 : La liste des composants matériels retenus pour produire est fournie</a:t>
            </a:r>
            <a:endParaRPr/>
          </a:p>
        </p:txBody>
      </p:sp>
      <p:sp>
        <p:nvSpPr>
          <p:cNvPr id="6252" name="Google Shape;625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0" name="Shape 6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1" name="Google Shape;6261;g353f3b8a99d_2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C1-34 : La liste des composants matériels retenus pour produire est fournie</a:t>
            </a:r>
            <a:endParaRPr/>
          </a:p>
        </p:txBody>
      </p:sp>
      <p:sp>
        <p:nvSpPr>
          <p:cNvPr id="6262" name="Google Shape;6262;g353f3b8a99d_2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8" name="Shape 6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9" name="Google Shape;627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C1-35 : Les plans matériels nécessaires pour produire sont fournis</a:t>
            </a:r>
            <a:endParaRPr/>
          </a:p>
        </p:txBody>
      </p:sp>
      <p:sp>
        <p:nvSpPr>
          <p:cNvPr id="6280" name="Google Shape;628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1" name="Shape 6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2" name="Google Shape;6292;g34da388881d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C1-35 : Les plans matériels nécessaires pour produire sont fournis</a:t>
            </a:r>
            <a:endParaRPr/>
          </a:p>
        </p:txBody>
      </p:sp>
      <p:sp>
        <p:nvSpPr>
          <p:cNvPr id="6293" name="Google Shape;6293;g34da388881d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5" name="Shape 6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6" name="Google Shape;6306;g353f3b8a99d_6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C1-35 : Les plans matériels nécessaires pour produire sont fournis</a:t>
            </a:r>
            <a:endParaRPr/>
          </a:p>
        </p:txBody>
      </p:sp>
      <p:sp>
        <p:nvSpPr>
          <p:cNvPr id="6307" name="Google Shape;6307;g353f3b8a99d_6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8" name="Shape 6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9" name="Google Shape;6319;g353f3b8a99d_6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C1-35 : Les plans matériels nécessaires pour produire sont fournis</a:t>
            </a:r>
            <a:endParaRPr/>
          </a:p>
        </p:txBody>
      </p:sp>
      <p:sp>
        <p:nvSpPr>
          <p:cNvPr id="6320" name="Google Shape;6320;g353f3b8a99d_6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2" name="Shape 6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3" name="Google Shape;633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C1-36 : Le protocole de production matériel est fourni</a:t>
            </a:r>
            <a:endParaRPr/>
          </a:p>
        </p:txBody>
      </p:sp>
      <p:sp>
        <p:nvSpPr>
          <p:cNvPr id="6334" name="Google Shape;633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4" name="Shape 6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5" name="Google Shape;6355;g3559ddb4d97_7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C1-36 : Le protocole de production matériel est fourni</a:t>
            </a:r>
            <a:endParaRPr/>
          </a:p>
        </p:txBody>
      </p:sp>
      <p:sp>
        <p:nvSpPr>
          <p:cNvPr id="6356" name="Google Shape;6356;g3559ddb4d97_7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5" name="Shape 6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6" name="Google Shape;636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C1-34 : La liste des composants matériels retenus pour produire est fournie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C1-35 : Les plans matériels nécessaires pour produire sont fournis</a:t>
            </a:r>
            <a:endParaRPr/>
          </a:p>
        </p:txBody>
      </p:sp>
      <p:sp>
        <p:nvSpPr>
          <p:cNvPr id="6367" name="Google Shape;636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8" name="Shape 6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" name="Google Shape;637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C1-36 : Le protocole de production matériel est fourni</a:t>
            </a:r>
            <a:endParaRPr/>
          </a:p>
        </p:txBody>
      </p:sp>
      <p:sp>
        <p:nvSpPr>
          <p:cNvPr id="6380" name="Google Shape;638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9" name="Shape 6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" name="Google Shape;640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1" name="Google Shape;640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20" Type="http://schemas.openxmlformats.org/officeDocument/2006/relationships/image" Target="../media/image3.png"/><Relationship Id="rId11" Type="http://schemas.openxmlformats.org/officeDocument/2006/relationships/hyperlink" Target="https://www.linkedin.com/school/universite-de-bordeaux/" TargetMode="External"/><Relationship Id="rId10" Type="http://schemas.openxmlformats.org/officeDocument/2006/relationships/image" Target="../media/image7.png"/><Relationship Id="rId13" Type="http://schemas.openxmlformats.org/officeDocument/2006/relationships/hyperlink" Target="http://www.u-bordeaux.fr/" TargetMode="External"/><Relationship Id="rId1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twitter.com/univbordeaux" TargetMode="External"/><Relationship Id="rId3" Type="http://schemas.openxmlformats.org/officeDocument/2006/relationships/hyperlink" Target="https://twitter.com/univbordeaux" TargetMode="External"/><Relationship Id="rId4" Type="http://schemas.openxmlformats.org/officeDocument/2006/relationships/image" Target="../media/image5.png"/><Relationship Id="rId9" Type="http://schemas.openxmlformats.org/officeDocument/2006/relationships/hyperlink" Target="https://www.instagram.com/universitedebordeaux/" TargetMode="External"/><Relationship Id="rId15" Type="http://schemas.openxmlformats.org/officeDocument/2006/relationships/hyperlink" Target="http://www.u-bordeaux.fr/" TargetMode="External"/><Relationship Id="rId14" Type="http://schemas.openxmlformats.org/officeDocument/2006/relationships/image" Target="../media/image16.png"/><Relationship Id="rId17" Type="http://schemas.openxmlformats.org/officeDocument/2006/relationships/image" Target="../media/image20.png"/><Relationship Id="rId16" Type="http://schemas.openxmlformats.org/officeDocument/2006/relationships/hyperlink" Target="https://www.youtube.com/user/ubordeaux" TargetMode="External"/><Relationship Id="rId5" Type="http://schemas.openxmlformats.org/officeDocument/2006/relationships/hyperlink" Target="https://www.facebook.com/univbordeaux" TargetMode="External"/><Relationship Id="rId19" Type="http://schemas.openxmlformats.org/officeDocument/2006/relationships/hyperlink" Target="https://www.linkedin.com/school/universite-de-bordeaux/" TargetMode="External"/><Relationship Id="rId6" Type="http://schemas.openxmlformats.org/officeDocument/2006/relationships/image" Target="../media/image23.png"/><Relationship Id="rId18" Type="http://schemas.openxmlformats.org/officeDocument/2006/relationships/image" Target="../media/image18.png"/><Relationship Id="rId7" Type="http://schemas.openxmlformats.org/officeDocument/2006/relationships/hyperlink" Target="https://www.facebook.com/univbordeaux" TargetMode="External"/><Relationship Id="rId8" Type="http://schemas.openxmlformats.org/officeDocument/2006/relationships/hyperlink" Target="https://www.instagram.com/universitedebordeaux/" TargetMode="External"/></Relationships>
</file>

<file path=ppt/slideLayouts/_rels/slideLayout22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linkedin.com/school/universite-de-bordeaux/" TargetMode="External"/><Relationship Id="rId10" Type="http://schemas.openxmlformats.org/officeDocument/2006/relationships/image" Target="../media/image8.png"/><Relationship Id="rId13" Type="http://schemas.openxmlformats.org/officeDocument/2006/relationships/hyperlink" Target="http://www.u-bordeaux.fr/" TargetMode="External"/><Relationship Id="rId1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twitter.com/univbordeaux" TargetMode="External"/><Relationship Id="rId3" Type="http://schemas.openxmlformats.org/officeDocument/2006/relationships/hyperlink" Target="https://twitter.com/univbordeaux" TargetMode="External"/><Relationship Id="rId4" Type="http://schemas.openxmlformats.org/officeDocument/2006/relationships/image" Target="../media/image17.png"/><Relationship Id="rId9" Type="http://schemas.openxmlformats.org/officeDocument/2006/relationships/hyperlink" Target="https://www.instagram.com/universitedebordeaux/" TargetMode="External"/><Relationship Id="rId15" Type="http://schemas.openxmlformats.org/officeDocument/2006/relationships/hyperlink" Target="http://www.u-bordeaux.fr/" TargetMode="External"/><Relationship Id="rId14" Type="http://schemas.openxmlformats.org/officeDocument/2006/relationships/image" Target="../media/image15.png"/><Relationship Id="rId17" Type="http://schemas.openxmlformats.org/officeDocument/2006/relationships/image" Target="../media/image13.png"/><Relationship Id="rId16" Type="http://schemas.openxmlformats.org/officeDocument/2006/relationships/hyperlink" Target="https://www.youtube.com/user/ubordeaux" TargetMode="External"/><Relationship Id="rId5" Type="http://schemas.openxmlformats.org/officeDocument/2006/relationships/hyperlink" Target="https://www.facebook.com/univbordeaux" TargetMode="External"/><Relationship Id="rId19" Type="http://schemas.openxmlformats.org/officeDocument/2006/relationships/hyperlink" Target="https://www.linkedin.com/school/universite-de-bordeaux/" TargetMode="External"/><Relationship Id="rId6" Type="http://schemas.openxmlformats.org/officeDocument/2006/relationships/image" Target="../media/image37.png"/><Relationship Id="rId18" Type="http://schemas.openxmlformats.org/officeDocument/2006/relationships/image" Target="../media/image11.png"/><Relationship Id="rId7" Type="http://schemas.openxmlformats.org/officeDocument/2006/relationships/hyperlink" Target="https://www.facebook.com/univbordeaux" TargetMode="External"/><Relationship Id="rId8" Type="http://schemas.openxmlformats.org/officeDocument/2006/relationships/hyperlink" Target="https://www.instagram.com/universitedebordeaux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 1 - Claire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0"/>
          <p:cNvSpPr/>
          <p:nvPr/>
        </p:nvSpPr>
        <p:spPr>
          <a:xfrm>
            <a:off x="0" y="0"/>
            <a:ext cx="2476252" cy="5143500"/>
          </a:xfrm>
          <a:custGeom>
            <a:rect b="b" l="l" r="r" t="t"/>
            <a:pathLst>
              <a:path extrusionOk="0" h="5143500" w="2476252">
                <a:moveTo>
                  <a:pt x="0" y="0"/>
                </a:moveTo>
                <a:lnTo>
                  <a:pt x="2038350" y="0"/>
                </a:lnTo>
                <a:lnTo>
                  <a:pt x="2476252" y="0"/>
                </a:lnTo>
                <a:lnTo>
                  <a:pt x="203835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3A1B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0"/>
          <p:cNvSpPr/>
          <p:nvPr/>
        </p:nvSpPr>
        <p:spPr>
          <a:xfrm flipH="1">
            <a:off x="2029641" y="2387470"/>
            <a:ext cx="614164" cy="2756031"/>
          </a:xfrm>
          <a:custGeom>
            <a:rect b="b" l="l" r="r" t="t"/>
            <a:pathLst>
              <a:path extrusionOk="0" h="2756031" w="614164">
                <a:moveTo>
                  <a:pt x="379524" y="0"/>
                </a:moveTo>
                <a:lnTo>
                  <a:pt x="0" y="2756031"/>
                </a:lnTo>
                <a:lnTo>
                  <a:pt x="614164" y="2756031"/>
                </a:lnTo>
                <a:close/>
              </a:path>
            </a:pathLst>
          </a:custGeom>
          <a:solidFill>
            <a:srgbClr val="009F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" name="Google Shape;16;p30"/>
          <p:cNvGrpSpPr/>
          <p:nvPr/>
        </p:nvGrpSpPr>
        <p:grpSpPr>
          <a:xfrm>
            <a:off x="-242525" y="-113052"/>
            <a:ext cx="2830982" cy="5454831"/>
            <a:chOff x="-242525" y="-113052"/>
            <a:chExt cx="2830982" cy="5454831"/>
          </a:xfrm>
        </p:grpSpPr>
        <p:sp>
          <p:nvSpPr>
            <p:cNvPr id="17" name="Google Shape;17;p30"/>
            <p:cNvSpPr/>
            <p:nvPr/>
          </p:nvSpPr>
          <p:spPr>
            <a:xfrm rot="8716038">
              <a:off x="1460361" y="3480101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30"/>
            <p:cNvSpPr/>
            <p:nvPr/>
          </p:nvSpPr>
          <p:spPr>
            <a:xfrm rot="8716038">
              <a:off x="1595675" y="3524365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30"/>
            <p:cNvSpPr/>
            <p:nvPr/>
          </p:nvSpPr>
          <p:spPr>
            <a:xfrm rot="8716038">
              <a:off x="1527784" y="3393760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30"/>
            <p:cNvSpPr/>
            <p:nvPr/>
          </p:nvSpPr>
          <p:spPr>
            <a:xfrm rot="8716038">
              <a:off x="1290481" y="361409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30"/>
            <p:cNvSpPr/>
            <p:nvPr/>
          </p:nvSpPr>
          <p:spPr>
            <a:xfrm rot="8718291">
              <a:off x="1102085" y="3298452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30"/>
            <p:cNvSpPr/>
            <p:nvPr/>
          </p:nvSpPr>
          <p:spPr>
            <a:xfrm rot="8714800">
              <a:off x="1083589" y="3088629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30"/>
            <p:cNvSpPr/>
            <p:nvPr/>
          </p:nvSpPr>
          <p:spPr>
            <a:xfrm rot="8716038">
              <a:off x="1426972" y="3676097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30"/>
            <p:cNvSpPr/>
            <p:nvPr/>
          </p:nvSpPr>
          <p:spPr>
            <a:xfrm rot="8716038">
              <a:off x="1897925" y="3101485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30"/>
            <p:cNvSpPr/>
            <p:nvPr/>
          </p:nvSpPr>
          <p:spPr>
            <a:xfrm rot="8716661">
              <a:off x="2028363" y="3176447"/>
              <a:ext cx="305302" cy="336859"/>
            </a:xfrm>
            <a:custGeom>
              <a:rect b="b" l="l" r="r" t="t"/>
              <a:pathLst>
                <a:path extrusionOk="0" h="336622" w="305088">
                  <a:moveTo>
                    <a:pt x="211294" y="107197"/>
                  </a:moveTo>
                  <a:lnTo>
                    <a:pt x="211294" y="82369"/>
                  </a:lnTo>
                  <a:lnTo>
                    <a:pt x="211017" y="81498"/>
                  </a:lnTo>
                  <a:lnTo>
                    <a:pt x="278425" y="0"/>
                  </a:lnTo>
                  <a:lnTo>
                    <a:pt x="297297" y="35535"/>
                  </a:lnTo>
                  <a:cubicBezTo>
                    <a:pt x="302416" y="52195"/>
                    <a:pt x="305088" y="71334"/>
                    <a:pt x="305088" y="92713"/>
                  </a:cubicBezTo>
                  <a:lnTo>
                    <a:pt x="305088" y="101679"/>
                  </a:lnTo>
                  <a:close/>
                  <a:moveTo>
                    <a:pt x="0" y="336622"/>
                  </a:moveTo>
                  <a:lnTo>
                    <a:pt x="79568" y="240423"/>
                  </a:lnTo>
                  <a:lnTo>
                    <a:pt x="79568" y="282372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30"/>
            <p:cNvSpPr/>
            <p:nvPr/>
          </p:nvSpPr>
          <p:spPr>
            <a:xfrm rot="8716038">
              <a:off x="1728045" y="323547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30"/>
            <p:cNvSpPr/>
            <p:nvPr/>
          </p:nvSpPr>
          <p:spPr>
            <a:xfrm rot="8718291">
              <a:off x="1539650" y="2919836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30"/>
            <p:cNvSpPr/>
            <p:nvPr/>
          </p:nvSpPr>
          <p:spPr>
            <a:xfrm rot="8716038">
              <a:off x="1864537" y="3297482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30"/>
            <p:cNvSpPr/>
            <p:nvPr/>
          </p:nvSpPr>
          <p:spPr>
            <a:xfrm rot="8711490">
              <a:off x="1499088" y="3071146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30"/>
            <p:cNvSpPr/>
            <p:nvPr/>
          </p:nvSpPr>
          <p:spPr>
            <a:xfrm rot="7483339">
              <a:off x="2004807" y="3639749"/>
              <a:ext cx="222045" cy="221821"/>
            </a:xfrm>
            <a:custGeom>
              <a:rect b="b" l="l" r="r" t="t"/>
              <a:pathLst>
                <a:path extrusionOk="0" h="221665" w="221889">
                  <a:moveTo>
                    <a:pt x="206330" y="8936"/>
                  </a:moveTo>
                  <a:lnTo>
                    <a:pt x="221889" y="0"/>
                  </a:lnTo>
                  <a:lnTo>
                    <a:pt x="221889" y="8936"/>
                  </a:lnTo>
                  <a:close/>
                  <a:moveTo>
                    <a:pt x="50650" y="221665"/>
                  </a:moveTo>
                  <a:lnTo>
                    <a:pt x="0" y="127433"/>
                  </a:lnTo>
                  <a:lnTo>
                    <a:pt x="103511" y="67986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30"/>
            <p:cNvSpPr/>
            <p:nvPr/>
          </p:nvSpPr>
          <p:spPr>
            <a:xfrm rot="8716038">
              <a:off x="2016319" y="313525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30"/>
            <p:cNvSpPr/>
            <p:nvPr/>
          </p:nvSpPr>
          <p:spPr>
            <a:xfrm rot="8716661">
              <a:off x="1796662" y="4478742"/>
              <a:ext cx="215327" cy="351976"/>
            </a:xfrm>
            <a:custGeom>
              <a:rect b="b" l="l" r="r" t="t"/>
              <a:pathLst>
                <a:path extrusionOk="0" h="351729" w="215176">
                  <a:moveTo>
                    <a:pt x="122761" y="351729"/>
                  </a:move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5"/>
                    <a:pt x="91726" y="75863"/>
                  </a:cubicBezTo>
                  <a:lnTo>
                    <a:pt x="0" y="75863"/>
                  </a:lnTo>
                  <a:lnTo>
                    <a:pt x="0" y="31564"/>
                  </a:lnTo>
                  <a:lnTo>
                    <a:pt x="26107" y="0"/>
                  </a:lnTo>
                  <a:lnTo>
                    <a:pt x="128968" y="0"/>
                  </a:lnTo>
                  <a:cubicBezTo>
                    <a:pt x="184831" y="0"/>
                    <a:pt x="215176" y="24139"/>
                    <a:pt x="215176" y="75863"/>
                  </a:cubicBezTo>
                  <a:lnTo>
                    <a:pt x="215176" y="31517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30"/>
            <p:cNvSpPr/>
            <p:nvPr/>
          </p:nvSpPr>
          <p:spPr>
            <a:xfrm rot="8716661">
              <a:off x="1938542" y="4601933"/>
              <a:ext cx="253518" cy="284925"/>
            </a:xfrm>
            <a:custGeom>
              <a:rect b="b" l="l" r="r" t="t"/>
              <a:pathLst>
                <a:path extrusionOk="0" h="284725" w="253340">
                  <a:moveTo>
                    <a:pt x="160632" y="90518"/>
                  </a:moveTo>
                  <a:lnTo>
                    <a:pt x="235501" y="0"/>
                  </a:lnTo>
                  <a:lnTo>
                    <a:pt x="245549" y="18921"/>
                  </a:lnTo>
                  <a:cubicBezTo>
                    <a:pt x="250668" y="35581"/>
                    <a:pt x="253340" y="54719"/>
                    <a:pt x="253340" y="76098"/>
                  </a:cubicBezTo>
                  <a:lnTo>
                    <a:pt x="253340" y="85064"/>
                  </a:lnTo>
                  <a:close/>
                  <a:moveTo>
                    <a:pt x="0" y="284725"/>
                  </a:moveTo>
                  <a:lnTo>
                    <a:pt x="27820" y="251090"/>
                  </a:lnTo>
                  <a:lnTo>
                    <a:pt x="27820" y="26575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30"/>
            <p:cNvSpPr/>
            <p:nvPr/>
          </p:nvSpPr>
          <p:spPr>
            <a:xfrm rot="8716038">
              <a:off x="1865557" y="4392243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30"/>
            <p:cNvSpPr/>
            <p:nvPr/>
          </p:nvSpPr>
          <p:spPr>
            <a:xfrm rot="8716038">
              <a:off x="1628254" y="4612575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30"/>
            <p:cNvSpPr/>
            <p:nvPr/>
          </p:nvSpPr>
          <p:spPr>
            <a:xfrm rot="8718291">
              <a:off x="1439858" y="4296935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30"/>
            <p:cNvSpPr/>
            <p:nvPr/>
          </p:nvSpPr>
          <p:spPr>
            <a:xfrm rot="8714800">
              <a:off x="1421362" y="4087112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30"/>
            <p:cNvSpPr/>
            <p:nvPr/>
          </p:nvSpPr>
          <p:spPr>
            <a:xfrm rot="8716038">
              <a:off x="1764745" y="4674580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30"/>
            <p:cNvSpPr/>
            <p:nvPr/>
          </p:nvSpPr>
          <p:spPr>
            <a:xfrm rot="8716661">
              <a:off x="2058047" y="4234176"/>
              <a:ext cx="77356" cy="80540"/>
            </a:xfrm>
            <a:custGeom>
              <a:rect b="b" l="l" r="r" t="t"/>
              <a:pathLst>
                <a:path extrusionOk="0" h="80483" w="77302">
                  <a:moveTo>
                    <a:pt x="2300" y="68069"/>
                  </a:moveTo>
                  <a:lnTo>
                    <a:pt x="0" y="62622"/>
                  </a:lnTo>
                  <a:lnTo>
                    <a:pt x="51796" y="0"/>
                  </a:lnTo>
                  <a:lnTo>
                    <a:pt x="64371" y="5309"/>
                  </a:lnTo>
                  <a:cubicBezTo>
                    <a:pt x="81612" y="21861"/>
                    <a:pt x="81613" y="50138"/>
                    <a:pt x="64371" y="67380"/>
                  </a:cubicBezTo>
                  <a:cubicBezTo>
                    <a:pt x="56095" y="75656"/>
                    <a:pt x="45060" y="80483"/>
                    <a:pt x="33335" y="80483"/>
                  </a:cubicBezTo>
                  <a:cubicBezTo>
                    <a:pt x="21611" y="80483"/>
                    <a:pt x="10576" y="76345"/>
                    <a:pt x="2300" y="68069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30"/>
            <p:cNvSpPr/>
            <p:nvPr/>
          </p:nvSpPr>
          <p:spPr>
            <a:xfrm rot="8716661">
              <a:off x="1876029" y="3937972"/>
              <a:ext cx="237975" cy="296671"/>
            </a:xfrm>
            <a:custGeom>
              <a:rect b="b" l="l" r="r" t="t"/>
              <a:pathLst>
                <a:path extrusionOk="0" h="296463" w="237808">
                  <a:moveTo>
                    <a:pt x="66569" y="296463"/>
                  </a:moveTo>
                  <a:lnTo>
                    <a:pt x="1694" y="175766"/>
                  </a:lnTo>
                  <a:lnTo>
                    <a:pt x="34886" y="83734"/>
                  </a:lnTo>
                  <a:lnTo>
                    <a:pt x="0" y="83734"/>
                  </a:lnTo>
                  <a:lnTo>
                    <a:pt x="69258" y="0"/>
                  </a:lnTo>
                  <a:lnTo>
                    <a:pt x="237808" y="0"/>
                  </a:lnTo>
                  <a:lnTo>
                    <a:pt x="237808" y="83734"/>
                  </a:lnTo>
                  <a:lnTo>
                    <a:pt x="139741" y="8373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30"/>
            <p:cNvSpPr/>
            <p:nvPr/>
          </p:nvSpPr>
          <p:spPr>
            <a:xfrm rot="8711490">
              <a:off x="1836861" y="4069629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30"/>
            <p:cNvSpPr/>
            <p:nvPr/>
          </p:nvSpPr>
          <p:spPr>
            <a:xfrm rot="8716661">
              <a:off x="1827663" y="5057204"/>
              <a:ext cx="219564" cy="140950"/>
            </a:xfrm>
            <a:custGeom>
              <a:rect b="b" l="l" r="r" t="t"/>
              <a:pathLst>
                <a:path extrusionOk="0" h="140851" w="219410">
                  <a:moveTo>
                    <a:pt x="27373" y="96063"/>
                  </a:moveTo>
                  <a:cubicBezTo>
                    <a:pt x="16020" y="85043"/>
                    <a:pt x="7797" y="71018"/>
                    <a:pt x="1953" y="53941"/>
                  </a:cubicBezTo>
                  <a:lnTo>
                    <a:pt x="0" y="43352"/>
                  </a:lnTo>
                  <a:lnTo>
                    <a:pt x="35858" y="0"/>
                  </a:lnTo>
                  <a:lnTo>
                    <a:pt x="219410" y="127232"/>
                  </a:lnTo>
                  <a:lnTo>
                    <a:pt x="200448" y="132296"/>
                  </a:lnTo>
                  <a:cubicBezTo>
                    <a:pt x="176976" y="136859"/>
                    <a:pt x="155381" y="139475"/>
                    <a:pt x="136904" y="140588"/>
                  </a:cubicBezTo>
                  <a:cubicBezTo>
                    <a:pt x="95942" y="143260"/>
                    <a:pt x="55870" y="125450"/>
                    <a:pt x="27373" y="9606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30"/>
            <p:cNvSpPr/>
            <p:nvPr/>
          </p:nvSpPr>
          <p:spPr>
            <a:xfrm rot="8716038">
              <a:off x="1125084" y="2479688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30"/>
            <p:cNvSpPr/>
            <p:nvPr/>
          </p:nvSpPr>
          <p:spPr>
            <a:xfrm rot="8716038">
              <a:off x="1260398" y="2523952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30"/>
            <p:cNvSpPr/>
            <p:nvPr/>
          </p:nvSpPr>
          <p:spPr>
            <a:xfrm rot="8716038">
              <a:off x="1192507" y="2393347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30"/>
            <p:cNvSpPr/>
            <p:nvPr/>
          </p:nvSpPr>
          <p:spPr>
            <a:xfrm rot="8716038">
              <a:off x="955204" y="261367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30"/>
            <p:cNvSpPr/>
            <p:nvPr/>
          </p:nvSpPr>
          <p:spPr>
            <a:xfrm rot="8718291">
              <a:off x="766807" y="2298039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30"/>
            <p:cNvSpPr/>
            <p:nvPr/>
          </p:nvSpPr>
          <p:spPr>
            <a:xfrm rot="8714800">
              <a:off x="748312" y="2088216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30"/>
            <p:cNvSpPr/>
            <p:nvPr/>
          </p:nvSpPr>
          <p:spPr>
            <a:xfrm rot="8716038">
              <a:off x="1091695" y="2675684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30"/>
            <p:cNvSpPr/>
            <p:nvPr/>
          </p:nvSpPr>
          <p:spPr>
            <a:xfrm rot="8716038">
              <a:off x="1562647" y="2101072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30"/>
            <p:cNvSpPr/>
            <p:nvPr/>
          </p:nvSpPr>
          <p:spPr>
            <a:xfrm rot="8716038">
              <a:off x="1697962" y="2145336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30"/>
            <p:cNvSpPr/>
            <p:nvPr/>
          </p:nvSpPr>
          <p:spPr>
            <a:xfrm rot="8716038">
              <a:off x="1392767" y="2235063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30"/>
            <p:cNvSpPr/>
            <p:nvPr/>
          </p:nvSpPr>
          <p:spPr>
            <a:xfrm rot="8718291">
              <a:off x="1204373" y="1919423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30"/>
            <p:cNvSpPr/>
            <p:nvPr/>
          </p:nvSpPr>
          <p:spPr>
            <a:xfrm rot="8716038">
              <a:off x="1529260" y="2297069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30"/>
            <p:cNvSpPr/>
            <p:nvPr/>
          </p:nvSpPr>
          <p:spPr>
            <a:xfrm rot="8711490">
              <a:off x="1163811" y="2070733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30"/>
            <p:cNvSpPr/>
            <p:nvPr/>
          </p:nvSpPr>
          <p:spPr>
            <a:xfrm rot="7490631">
              <a:off x="1687981" y="2586262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30"/>
            <p:cNvSpPr/>
            <p:nvPr/>
          </p:nvSpPr>
          <p:spPr>
            <a:xfrm rot="-8513943">
              <a:off x="1844552" y="2530827"/>
              <a:ext cx="412870" cy="497288"/>
            </a:xfrm>
            <a:custGeom>
              <a:rect b="b" l="l" r="r" t="t"/>
              <a:pathLst>
                <a:path extrusionOk="0" h="496925" w="412568">
                  <a:moveTo>
                    <a:pt x="412568" y="390854"/>
                  </a:moveTo>
                  <a:cubicBezTo>
                    <a:pt x="346173" y="447854"/>
                    <a:pt x="264275" y="477136"/>
                    <a:pt x="198232" y="489977"/>
                  </a:cubicBezTo>
                  <a:lnTo>
                    <a:pt x="144991" y="496925"/>
                  </a:lnTo>
                  <a:lnTo>
                    <a:pt x="0" y="276116"/>
                  </a:lnTo>
                  <a:lnTo>
                    <a:pt x="0" y="57626"/>
                  </a:lnTo>
                  <a:lnTo>
                    <a:pt x="111075" y="0"/>
                  </a:lnTo>
                  <a:lnTo>
                    <a:pt x="112747" y="233009"/>
                  </a:lnTo>
                  <a:cubicBezTo>
                    <a:pt x="110241" y="279778"/>
                    <a:pt x="117757" y="327382"/>
                    <a:pt x="132789" y="371646"/>
                  </a:cubicBezTo>
                  <a:cubicBezTo>
                    <a:pt x="146153" y="408393"/>
                    <a:pt x="180394" y="426766"/>
                    <a:pt x="233008" y="426766"/>
                  </a:cubicBezTo>
                  <a:cubicBezTo>
                    <a:pt x="258899" y="425930"/>
                    <a:pt x="283953" y="420919"/>
                    <a:pt x="308173" y="413403"/>
                  </a:cubicBezTo>
                  <a:cubicBezTo>
                    <a:pt x="343249" y="402546"/>
                    <a:pt x="377491" y="388349"/>
                    <a:pt x="410897" y="371646"/>
                  </a:cubicBezTo>
                  <a:cubicBezTo>
                    <a:pt x="411732" y="374986"/>
                    <a:pt x="412568" y="379161"/>
                    <a:pt x="412568" y="382502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30"/>
            <p:cNvSpPr/>
            <p:nvPr/>
          </p:nvSpPr>
          <p:spPr>
            <a:xfrm rot="8716661">
              <a:off x="2146885" y="2331940"/>
              <a:ext cx="207814" cy="193022"/>
            </a:xfrm>
            <a:custGeom>
              <a:rect b="b" l="l" r="r" t="t"/>
              <a:pathLst>
                <a:path extrusionOk="0" h="192886" w="207668">
                  <a:moveTo>
                    <a:pt x="0" y="192886"/>
                  </a:moveTo>
                  <a:lnTo>
                    <a:pt x="159539" y="0"/>
                  </a:lnTo>
                  <a:lnTo>
                    <a:pt x="181588" y="5201"/>
                  </a:lnTo>
                  <a:cubicBezTo>
                    <a:pt x="201262" y="16029"/>
                    <a:pt x="207668" y="40127"/>
                    <a:pt x="207668" y="59649"/>
                  </a:cubicBezTo>
                  <a:cubicBezTo>
                    <a:pt x="205228" y="88119"/>
                    <a:pt x="186518" y="111708"/>
                    <a:pt x="160490" y="123096"/>
                  </a:cubicBezTo>
                  <a:lnTo>
                    <a:pt x="161303" y="123096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30"/>
            <p:cNvSpPr/>
            <p:nvPr/>
          </p:nvSpPr>
          <p:spPr>
            <a:xfrm rot="8718291">
              <a:off x="2049084" y="2088960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30"/>
            <p:cNvSpPr/>
            <p:nvPr/>
          </p:nvSpPr>
          <p:spPr>
            <a:xfrm rot="8716038">
              <a:off x="1681041" y="2134843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30"/>
            <p:cNvSpPr/>
            <p:nvPr/>
          </p:nvSpPr>
          <p:spPr>
            <a:xfrm rot="8718291">
              <a:off x="1949502" y="1893681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30"/>
            <p:cNvSpPr/>
            <p:nvPr/>
          </p:nvSpPr>
          <p:spPr>
            <a:xfrm rot="8716038">
              <a:off x="787311" y="1481205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30"/>
            <p:cNvSpPr/>
            <p:nvPr/>
          </p:nvSpPr>
          <p:spPr>
            <a:xfrm rot="8716038">
              <a:off x="922625" y="1525469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30"/>
            <p:cNvSpPr/>
            <p:nvPr/>
          </p:nvSpPr>
          <p:spPr>
            <a:xfrm rot="8716038">
              <a:off x="854734" y="1394864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30"/>
            <p:cNvSpPr/>
            <p:nvPr/>
          </p:nvSpPr>
          <p:spPr>
            <a:xfrm rot="8716038">
              <a:off x="617431" y="161519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30"/>
            <p:cNvSpPr/>
            <p:nvPr/>
          </p:nvSpPr>
          <p:spPr>
            <a:xfrm rot="8718291">
              <a:off x="429034" y="1299556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30"/>
            <p:cNvSpPr/>
            <p:nvPr/>
          </p:nvSpPr>
          <p:spPr>
            <a:xfrm rot="8714800">
              <a:off x="410539" y="1089733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30"/>
            <p:cNvSpPr/>
            <p:nvPr/>
          </p:nvSpPr>
          <p:spPr>
            <a:xfrm rot="8716038">
              <a:off x="753922" y="1677201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30"/>
            <p:cNvSpPr/>
            <p:nvPr/>
          </p:nvSpPr>
          <p:spPr>
            <a:xfrm rot="8716038">
              <a:off x="1224875" y="1102589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30"/>
            <p:cNvSpPr/>
            <p:nvPr/>
          </p:nvSpPr>
          <p:spPr>
            <a:xfrm rot="8716038">
              <a:off x="1360189" y="1146853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30"/>
            <p:cNvSpPr/>
            <p:nvPr/>
          </p:nvSpPr>
          <p:spPr>
            <a:xfrm rot="8716038">
              <a:off x="1054994" y="123658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30"/>
            <p:cNvSpPr/>
            <p:nvPr/>
          </p:nvSpPr>
          <p:spPr>
            <a:xfrm rot="8718291">
              <a:off x="866600" y="920940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30"/>
            <p:cNvSpPr/>
            <p:nvPr/>
          </p:nvSpPr>
          <p:spPr>
            <a:xfrm rot="8716038">
              <a:off x="1191487" y="1298586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30"/>
            <p:cNvSpPr/>
            <p:nvPr/>
          </p:nvSpPr>
          <p:spPr>
            <a:xfrm rot="8711490">
              <a:off x="826038" y="1072250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30"/>
            <p:cNvSpPr/>
            <p:nvPr/>
          </p:nvSpPr>
          <p:spPr>
            <a:xfrm rot="7490631">
              <a:off x="1350208" y="1587779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30"/>
            <p:cNvSpPr/>
            <p:nvPr/>
          </p:nvSpPr>
          <p:spPr>
            <a:xfrm rot="-8509467">
              <a:off x="1508824" y="1536921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30"/>
            <p:cNvSpPr/>
            <p:nvPr/>
          </p:nvSpPr>
          <p:spPr>
            <a:xfrm rot="8714477">
              <a:off x="1789351" y="1247348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30"/>
            <p:cNvSpPr/>
            <p:nvPr/>
          </p:nvSpPr>
          <p:spPr>
            <a:xfrm rot="8718291">
              <a:off x="1711311" y="1090477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30"/>
            <p:cNvSpPr/>
            <p:nvPr/>
          </p:nvSpPr>
          <p:spPr>
            <a:xfrm rot="8716038">
              <a:off x="1343269" y="113636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30"/>
            <p:cNvSpPr/>
            <p:nvPr/>
          </p:nvSpPr>
          <p:spPr>
            <a:xfrm rot="8718291">
              <a:off x="1611729" y="895198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30"/>
            <p:cNvSpPr/>
            <p:nvPr/>
          </p:nvSpPr>
          <p:spPr>
            <a:xfrm rot="8716038">
              <a:off x="455937" y="479152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30"/>
            <p:cNvSpPr/>
            <p:nvPr/>
          </p:nvSpPr>
          <p:spPr>
            <a:xfrm rot="8716038">
              <a:off x="591252" y="523416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30"/>
            <p:cNvSpPr/>
            <p:nvPr/>
          </p:nvSpPr>
          <p:spPr>
            <a:xfrm rot="8716038">
              <a:off x="523360" y="392810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30"/>
            <p:cNvSpPr/>
            <p:nvPr/>
          </p:nvSpPr>
          <p:spPr>
            <a:xfrm rot="8716038">
              <a:off x="286057" y="613143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30"/>
            <p:cNvSpPr/>
            <p:nvPr/>
          </p:nvSpPr>
          <p:spPr>
            <a:xfrm rot="8718291">
              <a:off x="97661" y="297502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30"/>
            <p:cNvSpPr/>
            <p:nvPr/>
          </p:nvSpPr>
          <p:spPr>
            <a:xfrm rot="8714800">
              <a:off x="79165" y="87680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30"/>
            <p:cNvSpPr/>
            <p:nvPr/>
          </p:nvSpPr>
          <p:spPr>
            <a:xfrm rot="8716038">
              <a:off x="422548" y="675147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30"/>
            <p:cNvSpPr/>
            <p:nvPr/>
          </p:nvSpPr>
          <p:spPr>
            <a:xfrm rot="8716038">
              <a:off x="893501" y="100536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30"/>
            <p:cNvSpPr/>
            <p:nvPr/>
          </p:nvSpPr>
          <p:spPr>
            <a:xfrm rot="8716038">
              <a:off x="1028816" y="144800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30"/>
            <p:cNvSpPr/>
            <p:nvPr/>
          </p:nvSpPr>
          <p:spPr>
            <a:xfrm rot="8716038">
              <a:off x="723621" y="234527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30"/>
            <p:cNvSpPr/>
            <p:nvPr/>
          </p:nvSpPr>
          <p:spPr>
            <a:xfrm rot="8717214">
              <a:off x="547569" y="-17420"/>
              <a:ext cx="308741" cy="226186"/>
            </a:xfrm>
            <a:custGeom>
              <a:rect b="b" l="l" r="r" t="t"/>
              <a:pathLst>
                <a:path extrusionOk="0" h="149340" w="203847">
                  <a:moveTo>
                    <a:pt x="106716" y="149340"/>
                  </a:moveTo>
                  <a:lnTo>
                    <a:pt x="50038" y="110053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30"/>
            <p:cNvSpPr/>
            <p:nvPr/>
          </p:nvSpPr>
          <p:spPr>
            <a:xfrm rot="8716038">
              <a:off x="860113" y="296532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30"/>
            <p:cNvSpPr/>
            <p:nvPr/>
          </p:nvSpPr>
          <p:spPr>
            <a:xfrm rot="8711490">
              <a:off x="494665" y="70196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30"/>
            <p:cNvSpPr/>
            <p:nvPr/>
          </p:nvSpPr>
          <p:spPr>
            <a:xfrm rot="7490631">
              <a:off x="1018835" y="585726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30"/>
            <p:cNvSpPr/>
            <p:nvPr/>
          </p:nvSpPr>
          <p:spPr>
            <a:xfrm rot="-8509467">
              <a:off x="1177450" y="534867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30"/>
            <p:cNvSpPr/>
            <p:nvPr/>
          </p:nvSpPr>
          <p:spPr>
            <a:xfrm rot="8714477">
              <a:off x="1457977" y="245295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30"/>
            <p:cNvSpPr/>
            <p:nvPr/>
          </p:nvSpPr>
          <p:spPr>
            <a:xfrm rot="8718291">
              <a:off x="1379937" y="88423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30"/>
            <p:cNvSpPr/>
            <p:nvPr/>
          </p:nvSpPr>
          <p:spPr>
            <a:xfrm rot="8716038">
              <a:off x="1011895" y="13430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30"/>
            <p:cNvSpPr/>
            <p:nvPr/>
          </p:nvSpPr>
          <p:spPr>
            <a:xfrm rot="8717214">
              <a:off x="1291550" y="-36512"/>
              <a:ext cx="134288" cy="107020"/>
            </a:xfrm>
            <a:custGeom>
              <a:rect b="b" l="l" r="r" t="t"/>
              <a:pathLst>
                <a:path extrusionOk="0" h="70660" w="88664">
                  <a:moveTo>
                    <a:pt x="83649" y="70660"/>
                  </a:moveTo>
                  <a:lnTo>
                    <a:pt x="0" y="12677"/>
                  </a:lnTo>
                  <a:lnTo>
                    <a:pt x="30024" y="0"/>
                  </a:lnTo>
                  <a:cubicBezTo>
                    <a:pt x="45662" y="0"/>
                    <a:pt x="60379" y="6439"/>
                    <a:pt x="71417" y="17477"/>
                  </a:cubicBezTo>
                  <a:cubicBezTo>
                    <a:pt x="82915" y="28515"/>
                    <a:pt x="88664" y="43462"/>
                    <a:pt x="88664" y="5852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30"/>
            <p:cNvSpPr/>
            <p:nvPr/>
          </p:nvSpPr>
          <p:spPr>
            <a:xfrm rot="-8510566">
              <a:off x="990171" y="-39734"/>
              <a:ext cx="111265" cy="115583"/>
            </a:xfrm>
            <a:custGeom>
              <a:rect b="b" l="l" r="r" t="t"/>
              <a:pathLst>
                <a:path extrusionOk="0" h="76374" w="73521">
                  <a:moveTo>
                    <a:pt x="73521" y="18609"/>
                  </a:moveTo>
                  <a:lnTo>
                    <a:pt x="0" y="76374"/>
                  </a:lnTo>
                  <a:lnTo>
                    <a:pt x="0" y="38074"/>
                  </a:lnTo>
                  <a:lnTo>
                    <a:pt x="73388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30"/>
            <p:cNvSpPr/>
            <p:nvPr/>
          </p:nvSpPr>
          <p:spPr>
            <a:xfrm rot="8716038">
              <a:off x="121305" y="4141382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30"/>
            <p:cNvSpPr/>
            <p:nvPr/>
          </p:nvSpPr>
          <p:spPr>
            <a:xfrm rot="8716038">
              <a:off x="256619" y="4185646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30"/>
            <p:cNvSpPr/>
            <p:nvPr/>
          </p:nvSpPr>
          <p:spPr>
            <a:xfrm rot="8716038">
              <a:off x="188728" y="4055040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30"/>
            <p:cNvSpPr/>
            <p:nvPr/>
          </p:nvSpPr>
          <p:spPr>
            <a:xfrm rot="8716661">
              <a:off x="-22458" y="4277974"/>
              <a:ext cx="57453" cy="71977"/>
            </a:xfrm>
            <a:custGeom>
              <a:rect b="b" l="l" r="r" t="t"/>
              <a:pathLst>
                <a:path extrusionOk="0" h="71926" w="57413">
                  <a:moveTo>
                    <a:pt x="11441" y="71926"/>
                  </a:moveTo>
                  <a:lnTo>
                    <a:pt x="0" y="44829"/>
                  </a:lnTo>
                  <a:lnTo>
                    <a:pt x="0" y="44139"/>
                  </a:lnTo>
                  <a:cubicBezTo>
                    <a:pt x="0" y="32415"/>
                    <a:pt x="4828" y="21380"/>
                    <a:pt x="13104" y="13104"/>
                  </a:cubicBezTo>
                  <a:cubicBezTo>
                    <a:pt x="21380" y="4828"/>
                    <a:pt x="32415" y="0"/>
                    <a:pt x="44139" y="0"/>
                  </a:cubicBezTo>
                  <a:lnTo>
                    <a:pt x="57413" y="5605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30"/>
            <p:cNvSpPr/>
            <p:nvPr/>
          </p:nvSpPr>
          <p:spPr>
            <a:xfrm rot="8716661">
              <a:off x="-37081" y="4107215"/>
              <a:ext cx="147376" cy="83793"/>
            </a:xfrm>
            <a:custGeom>
              <a:rect b="b" l="l" r="r" t="t"/>
              <a:pathLst>
                <a:path extrusionOk="0" h="83734" w="147272">
                  <a:moveTo>
                    <a:pt x="0" y="83734"/>
                  </a:moveTo>
                  <a:lnTo>
                    <a:pt x="0" y="0"/>
                  </a:lnTo>
                  <a:lnTo>
                    <a:pt x="147272" y="0"/>
                  </a:lnTo>
                  <a:lnTo>
                    <a:pt x="89230" y="8373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30"/>
            <p:cNvSpPr/>
            <p:nvPr/>
          </p:nvSpPr>
          <p:spPr>
            <a:xfrm rot="8716661">
              <a:off x="43220" y="3712236"/>
              <a:ext cx="125625" cy="469092"/>
            </a:xfrm>
            <a:custGeom>
              <a:rect b="b" l="l" r="r" t="t"/>
              <a:pathLst>
                <a:path extrusionOk="0" h="468763" w="125537">
                  <a:moveTo>
                    <a:pt x="29455" y="468763"/>
                  </a:moveTo>
                  <a:lnTo>
                    <a:pt x="7792" y="425988"/>
                  </a:lnTo>
                  <a:cubicBezTo>
                    <a:pt x="2003" y="400498"/>
                    <a:pt x="0" y="369553"/>
                    <a:pt x="0" y="333043"/>
                  </a:cubicBezTo>
                  <a:lnTo>
                    <a:pt x="0" y="61444"/>
                  </a:lnTo>
                  <a:lnTo>
                    <a:pt x="118434" y="0"/>
                  </a:lnTo>
                  <a:lnTo>
                    <a:pt x="120216" y="248447"/>
                  </a:lnTo>
                  <a:cubicBezTo>
                    <a:pt x="118880" y="273381"/>
                    <a:pt x="120216" y="298537"/>
                    <a:pt x="123889" y="323359"/>
                  </a:cubicBezTo>
                  <a:lnTo>
                    <a:pt x="125537" y="33015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30"/>
            <p:cNvSpPr/>
            <p:nvPr/>
          </p:nvSpPr>
          <p:spPr>
            <a:xfrm rot="8716038">
              <a:off x="87916" y="4337378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30"/>
            <p:cNvSpPr/>
            <p:nvPr/>
          </p:nvSpPr>
          <p:spPr>
            <a:xfrm rot="8716038">
              <a:off x="558868" y="3762766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30"/>
            <p:cNvSpPr/>
            <p:nvPr/>
          </p:nvSpPr>
          <p:spPr>
            <a:xfrm rot="8716038">
              <a:off x="694183" y="3807030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30"/>
            <p:cNvSpPr/>
            <p:nvPr/>
          </p:nvSpPr>
          <p:spPr>
            <a:xfrm rot="8716038">
              <a:off x="388988" y="3896757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30"/>
            <p:cNvSpPr/>
            <p:nvPr/>
          </p:nvSpPr>
          <p:spPr>
            <a:xfrm rot="8718291">
              <a:off x="200594" y="3581116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30"/>
            <p:cNvSpPr/>
            <p:nvPr/>
          </p:nvSpPr>
          <p:spPr>
            <a:xfrm rot="8716038">
              <a:off x="525481" y="3958763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30"/>
            <p:cNvSpPr/>
            <p:nvPr/>
          </p:nvSpPr>
          <p:spPr>
            <a:xfrm rot="8711490">
              <a:off x="160032" y="3732427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30"/>
            <p:cNvSpPr/>
            <p:nvPr/>
          </p:nvSpPr>
          <p:spPr>
            <a:xfrm rot="7490631">
              <a:off x="684202" y="4247956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30"/>
            <p:cNvSpPr/>
            <p:nvPr/>
          </p:nvSpPr>
          <p:spPr>
            <a:xfrm rot="-8509467">
              <a:off x="842818" y="4197098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30"/>
            <p:cNvSpPr/>
            <p:nvPr/>
          </p:nvSpPr>
          <p:spPr>
            <a:xfrm rot="8714477">
              <a:off x="1123345" y="3907525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30"/>
            <p:cNvSpPr/>
            <p:nvPr/>
          </p:nvSpPr>
          <p:spPr>
            <a:xfrm rot="8718291">
              <a:off x="1045305" y="3750654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30"/>
            <p:cNvSpPr/>
            <p:nvPr/>
          </p:nvSpPr>
          <p:spPr>
            <a:xfrm rot="8716038">
              <a:off x="677262" y="379653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30"/>
            <p:cNvSpPr/>
            <p:nvPr/>
          </p:nvSpPr>
          <p:spPr>
            <a:xfrm rot="8718291">
              <a:off x="945723" y="3555375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30"/>
            <p:cNvSpPr/>
            <p:nvPr/>
          </p:nvSpPr>
          <p:spPr>
            <a:xfrm rot="8716661">
              <a:off x="601439" y="5027902"/>
              <a:ext cx="169799" cy="113109"/>
            </a:xfrm>
            <a:custGeom>
              <a:rect b="b" l="l" r="r" t="t"/>
              <a:pathLst>
                <a:path extrusionOk="0" h="113030" w="169680">
                  <a:moveTo>
                    <a:pt x="8965" y="113030"/>
                  </a:moveTo>
                  <a:lnTo>
                    <a:pt x="0" y="100616"/>
                  </a:lnTo>
                  <a:lnTo>
                    <a:pt x="106933" y="0"/>
                  </a:lnTo>
                  <a:lnTo>
                    <a:pt x="169680" y="4349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30"/>
            <p:cNvSpPr/>
            <p:nvPr/>
          </p:nvSpPr>
          <p:spPr>
            <a:xfrm rot="8716661">
              <a:off x="197134" y="4925197"/>
              <a:ext cx="194503" cy="296671"/>
            </a:xfrm>
            <a:custGeom>
              <a:rect b="b" l="l" r="r" t="t"/>
              <a:pathLst>
                <a:path extrusionOk="0" h="296463" w="194366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6043" y="0"/>
                  </a:lnTo>
                  <a:lnTo>
                    <a:pt x="194366" y="13053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30"/>
            <p:cNvSpPr/>
            <p:nvPr/>
          </p:nvSpPr>
          <p:spPr>
            <a:xfrm rot="8716661">
              <a:off x="72792" y="4744809"/>
              <a:ext cx="440210" cy="517693"/>
            </a:xfrm>
            <a:custGeom>
              <a:rect b="b" l="l" r="r" t="t"/>
              <a:pathLst>
                <a:path extrusionOk="0" h="517329" w="439901">
                  <a:moveTo>
                    <a:pt x="38290" y="472541"/>
                  </a:moveTo>
                  <a:cubicBezTo>
                    <a:pt x="8014" y="443156"/>
                    <a:pt x="0" y="392397"/>
                    <a:pt x="0" y="319377"/>
                  </a:cubicBezTo>
                  <a:lnTo>
                    <a:pt x="0" y="47778"/>
                  </a:lnTo>
                  <a:lnTo>
                    <a:pt x="92094" y="0"/>
                  </a:lnTo>
                  <a:lnTo>
                    <a:pt x="118664" y="18418"/>
                  </a:lnTo>
                  <a:lnTo>
                    <a:pt x="120216" y="234781"/>
                  </a:lnTo>
                  <a:cubicBezTo>
                    <a:pt x="117544" y="284648"/>
                    <a:pt x="125558" y="335406"/>
                    <a:pt x="141587" y="382603"/>
                  </a:cubicBezTo>
                  <a:cubicBezTo>
                    <a:pt x="155836" y="421784"/>
                    <a:pt x="192345" y="441375"/>
                    <a:pt x="248446" y="441375"/>
                  </a:cubicBezTo>
                  <a:cubicBezTo>
                    <a:pt x="276051" y="440484"/>
                    <a:pt x="302766" y="435141"/>
                    <a:pt x="328589" y="427127"/>
                  </a:cubicBezTo>
                  <a:cubicBezTo>
                    <a:pt x="365990" y="415550"/>
                    <a:pt x="402500" y="400412"/>
                    <a:pt x="438120" y="382603"/>
                  </a:cubicBezTo>
                  <a:cubicBezTo>
                    <a:pt x="439010" y="386164"/>
                    <a:pt x="439901" y="390616"/>
                    <a:pt x="439901" y="394178"/>
                  </a:cubicBezTo>
                  <a:lnTo>
                    <a:pt x="439901" y="403083"/>
                  </a:lnTo>
                  <a:cubicBezTo>
                    <a:pt x="345509" y="484118"/>
                    <a:pt x="221731" y="512614"/>
                    <a:pt x="147821" y="517066"/>
                  </a:cubicBezTo>
                  <a:cubicBezTo>
                    <a:pt x="106859" y="519738"/>
                    <a:pt x="66787" y="501928"/>
                    <a:pt x="38290" y="472541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30"/>
            <p:cNvSpPr/>
            <p:nvPr/>
          </p:nvSpPr>
          <p:spPr>
            <a:xfrm rot="8716038">
              <a:off x="896641" y="4761249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30"/>
            <p:cNvSpPr/>
            <p:nvPr/>
          </p:nvSpPr>
          <p:spPr>
            <a:xfrm rot="8716661">
              <a:off x="1032162" y="4798810"/>
              <a:ext cx="390127" cy="383725"/>
            </a:xfrm>
            <a:custGeom>
              <a:rect b="b" l="l" r="r" t="t"/>
              <a:pathLst>
                <a:path extrusionOk="0" h="383455" w="389853">
                  <a:moveTo>
                    <a:pt x="77932" y="383455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111726"/>
                  </a:lnTo>
                  <a:lnTo>
                    <a:pt x="160692" y="111726"/>
                  </a:lnTo>
                  <a:cubicBezTo>
                    <a:pt x="171727" y="78967"/>
                    <a:pt x="181555" y="56208"/>
                    <a:pt x="192762" y="39914"/>
                  </a:cubicBezTo>
                  <a:lnTo>
                    <a:pt x="216292" y="20658"/>
                  </a:lnTo>
                  <a:lnTo>
                    <a:pt x="389853" y="140965"/>
                  </a:lnTo>
                  <a:lnTo>
                    <a:pt x="300695" y="146210"/>
                  </a:lnTo>
                  <a:lnTo>
                    <a:pt x="300694" y="121382"/>
                  </a:lnTo>
                  <a:cubicBezTo>
                    <a:pt x="300695" y="84140"/>
                    <a:pt x="279315" y="58621"/>
                    <a:pt x="249659" y="58622"/>
                  </a:cubicBezTo>
                  <a:cubicBezTo>
                    <a:pt x="205521" y="58621"/>
                    <a:pt x="168969" y="117244"/>
                    <a:pt x="168969" y="191038"/>
                  </a:cubicBezTo>
                  <a:lnTo>
                    <a:pt x="168969" y="321385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30"/>
            <p:cNvSpPr/>
            <p:nvPr/>
          </p:nvSpPr>
          <p:spPr>
            <a:xfrm rot="8716038">
              <a:off x="726761" y="489524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30"/>
            <p:cNvSpPr/>
            <p:nvPr/>
          </p:nvSpPr>
          <p:spPr>
            <a:xfrm rot="8718291">
              <a:off x="538367" y="4579600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30"/>
            <p:cNvSpPr/>
            <p:nvPr/>
          </p:nvSpPr>
          <p:spPr>
            <a:xfrm rot="8716661">
              <a:off x="826484" y="4988357"/>
              <a:ext cx="91099" cy="198788"/>
            </a:xfrm>
            <a:custGeom>
              <a:rect b="b" l="l" r="r" t="t"/>
              <a:pathLst>
                <a:path extrusionOk="0" h="198648" w="91035">
                  <a:moveTo>
                    <a:pt x="91035" y="198648"/>
                  </a:moveTo>
                  <a:lnTo>
                    <a:pt x="0" y="111060"/>
                  </a:lnTo>
                  <a:lnTo>
                    <a:pt x="0" y="0"/>
                  </a:lnTo>
                  <a:lnTo>
                    <a:pt x="91035" y="6310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30"/>
            <p:cNvSpPr/>
            <p:nvPr/>
          </p:nvSpPr>
          <p:spPr>
            <a:xfrm rot="8711490">
              <a:off x="497805" y="4730910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30"/>
            <p:cNvSpPr/>
            <p:nvPr/>
          </p:nvSpPr>
          <p:spPr>
            <a:xfrm rot="8716661">
              <a:off x="1458993" y="4904259"/>
              <a:ext cx="328235" cy="223226"/>
            </a:xfrm>
            <a:custGeom>
              <a:rect b="b" l="l" r="r" t="t"/>
              <a:pathLst>
                <a:path extrusionOk="0" h="223069" w="328004">
                  <a:moveTo>
                    <a:pt x="10574" y="223069"/>
                  </a:moveTo>
                  <a:lnTo>
                    <a:pt x="0" y="208428"/>
                  </a:lnTo>
                  <a:lnTo>
                    <a:pt x="192781" y="27035"/>
                  </a:lnTo>
                  <a:lnTo>
                    <a:pt x="227094" y="0"/>
                  </a:lnTo>
                  <a:lnTo>
                    <a:pt x="328004" y="69948"/>
                  </a:lnTo>
                  <a:lnTo>
                    <a:pt x="326080" y="74925"/>
                  </a:lnTo>
                  <a:cubicBezTo>
                    <a:pt x="317843" y="85805"/>
                    <a:pt x="306659" y="94549"/>
                    <a:pt x="293645" y="100243"/>
                  </a:cubicBezTo>
                  <a:lnTo>
                    <a:pt x="294458" y="10024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30"/>
            <p:cNvSpPr/>
            <p:nvPr/>
          </p:nvSpPr>
          <p:spPr>
            <a:xfrm rot="8718291">
              <a:off x="1383078" y="4749137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30"/>
            <p:cNvSpPr/>
            <p:nvPr/>
          </p:nvSpPr>
          <p:spPr>
            <a:xfrm rot="8716038">
              <a:off x="1015035" y="479501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30"/>
            <p:cNvSpPr/>
            <p:nvPr/>
          </p:nvSpPr>
          <p:spPr>
            <a:xfrm rot="8718291">
              <a:off x="1283496" y="4553858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30"/>
            <p:cNvSpPr/>
            <p:nvPr/>
          </p:nvSpPr>
          <p:spPr>
            <a:xfrm rot="8716661">
              <a:off x="-30459" y="3359353"/>
              <a:ext cx="98566" cy="75916"/>
            </a:xfrm>
            <a:custGeom>
              <a:rect b="b" l="l" r="r" t="t"/>
              <a:pathLst>
                <a:path extrusionOk="0" h="75863" w="98497">
                  <a:moveTo>
                    <a:pt x="0" y="75863"/>
                  </a:moveTo>
                  <a:lnTo>
                    <a:pt x="0" y="0"/>
                  </a:lnTo>
                  <a:lnTo>
                    <a:pt x="98497" y="0"/>
                  </a:lnTo>
                  <a:lnTo>
                    <a:pt x="45911" y="7586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30"/>
            <p:cNvSpPr/>
            <p:nvPr/>
          </p:nvSpPr>
          <p:spPr>
            <a:xfrm rot="8716661">
              <a:off x="-77656" y="3178279"/>
              <a:ext cx="389926" cy="385882"/>
            </a:xfrm>
            <a:custGeom>
              <a:rect b="b" l="l" r="r" t="t"/>
              <a:pathLst>
                <a:path extrusionOk="0" h="385611" w="389652">
                  <a:moveTo>
                    <a:pt x="77932" y="385611"/>
                  </a:moveTo>
                  <a:lnTo>
                    <a:pt x="77932" y="69054"/>
                  </a:lnTo>
                  <a:lnTo>
                    <a:pt x="0" y="69054"/>
                  </a:lnTo>
                  <a:lnTo>
                    <a:pt x="0" y="2156"/>
                  </a:lnTo>
                  <a:lnTo>
                    <a:pt x="158623" y="2156"/>
                  </a:lnTo>
                  <a:lnTo>
                    <a:pt x="158623" y="113882"/>
                  </a:lnTo>
                  <a:lnTo>
                    <a:pt x="160692" y="113882"/>
                  </a:lnTo>
                  <a:cubicBezTo>
                    <a:pt x="182762" y="48364"/>
                    <a:pt x="200003" y="22846"/>
                    <a:pt x="233107" y="9053"/>
                  </a:cubicBezTo>
                  <a:cubicBezTo>
                    <a:pt x="248280" y="2846"/>
                    <a:pt x="264142" y="-602"/>
                    <a:pt x="280694" y="87"/>
                  </a:cubicBezTo>
                  <a:cubicBezTo>
                    <a:pt x="316212" y="-603"/>
                    <a:pt x="344661" y="11466"/>
                    <a:pt x="364230" y="34398"/>
                  </a:cubicBezTo>
                  <a:lnTo>
                    <a:pt x="389652" y="117977"/>
                  </a:lnTo>
                  <a:lnTo>
                    <a:pt x="371473" y="144202"/>
                  </a:lnTo>
                  <a:lnTo>
                    <a:pt x="300695" y="148366"/>
                  </a:lnTo>
                  <a:lnTo>
                    <a:pt x="300695" y="123538"/>
                  </a:lnTo>
                  <a:cubicBezTo>
                    <a:pt x="300695" y="86296"/>
                    <a:pt x="279315" y="60778"/>
                    <a:pt x="249659" y="60778"/>
                  </a:cubicBezTo>
                  <a:cubicBezTo>
                    <a:pt x="205521" y="60778"/>
                    <a:pt x="168969" y="119400"/>
                    <a:pt x="168969" y="193194"/>
                  </a:cubicBezTo>
                  <a:lnTo>
                    <a:pt x="168969" y="323541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0"/>
            <p:cNvSpPr/>
            <p:nvPr/>
          </p:nvSpPr>
          <p:spPr>
            <a:xfrm rot="8716661">
              <a:off x="-71512" y="3028918"/>
              <a:ext cx="193730" cy="190093"/>
            </a:xfrm>
            <a:custGeom>
              <a:rect b="b" l="l" r="r" t="t"/>
              <a:pathLst>
                <a:path extrusionOk="0" h="189959" w="193594">
                  <a:moveTo>
                    <a:pt x="8965" y="189959"/>
                  </a:moveTo>
                  <a:lnTo>
                    <a:pt x="0" y="177545"/>
                  </a:lnTo>
                  <a:lnTo>
                    <a:pt x="163451" y="23749"/>
                  </a:lnTo>
                  <a:lnTo>
                    <a:pt x="193594" y="0"/>
                  </a:lnTo>
                  <a:lnTo>
                    <a:pt x="84606" y="157232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30"/>
            <p:cNvSpPr/>
            <p:nvPr/>
          </p:nvSpPr>
          <p:spPr>
            <a:xfrm rot="8716038">
              <a:off x="223591" y="2762353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30"/>
            <p:cNvSpPr/>
            <p:nvPr/>
          </p:nvSpPr>
          <p:spPr>
            <a:xfrm rot="8716038">
              <a:off x="358906" y="2806617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30"/>
            <p:cNvSpPr/>
            <p:nvPr/>
          </p:nvSpPr>
          <p:spPr>
            <a:xfrm rot="8716038">
              <a:off x="53711" y="2896344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30"/>
            <p:cNvSpPr/>
            <p:nvPr/>
          </p:nvSpPr>
          <p:spPr>
            <a:xfrm rot="8716661">
              <a:off x="-92421" y="2622370"/>
              <a:ext cx="271923" cy="238890"/>
            </a:xfrm>
            <a:custGeom>
              <a:rect b="b" l="l" r="r" t="t"/>
              <a:pathLst>
                <a:path extrusionOk="0" h="238722" w="271732">
                  <a:moveTo>
                    <a:pt x="106257" y="238722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271732" y="0"/>
                  </a:lnTo>
                  <a:lnTo>
                    <a:pt x="213690" y="83734"/>
                  </a:lnTo>
                  <a:lnTo>
                    <a:pt x="210465" y="83734"/>
                  </a:lnTo>
                  <a:lnTo>
                    <a:pt x="207289" y="9296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30"/>
            <p:cNvSpPr/>
            <p:nvPr/>
          </p:nvSpPr>
          <p:spPr>
            <a:xfrm rot="8716038">
              <a:off x="190204" y="2958350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30"/>
            <p:cNvSpPr/>
            <p:nvPr/>
          </p:nvSpPr>
          <p:spPr>
            <a:xfrm rot="7490631">
              <a:off x="348925" y="3247543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30"/>
            <p:cNvSpPr/>
            <p:nvPr/>
          </p:nvSpPr>
          <p:spPr>
            <a:xfrm rot="-8509467">
              <a:off x="507541" y="3196685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30"/>
            <p:cNvSpPr/>
            <p:nvPr/>
          </p:nvSpPr>
          <p:spPr>
            <a:xfrm rot="8714477">
              <a:off x="788068" y="2907112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30"/>
            <p:cNvSpPr/>
            <p:nvPr/>
          </p:nvSpPr>
          <p:spPr>
            <a:xfrm rot="8718291">
              <a:off x="710028" y="2750241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30"/>
            <p:cNvSpPr/>
            <p:nvPr/>
          </p:nvSpPr>
          <p:spPr>
            <a:xfrm rot="8716038">
              <a:off x="341985" y="2796123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30"/>
            <p:cNvSpPr/>
            <p:nvPr/>
          </p:nvSpPr>
          <p:spPr>
            <a:xfrm rot="8718291">
              <a:off x="610446" y="2554962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30"/>
            <p:cNvSpPr/>
            <p:nvPr/>
          </p:nvSpPr>
          <p:spPr>
            <a:xfrm rot="8716661">
              <a:off x="-24355" y="2374312"/>
              <a:ext cx="58991" cy="66945"/>
            </a:xfrm>
            <a:custGeom>
              <a:rect b="b" l="l" r="r" t="t"/>
              <a:pathLst>
                <a:path extrusionOk="0" h="66898" w="58950">
                  <a:moveTo>
                    <a:pt x="0" y="66898"/>
                  </a:moveTo>
                  <a:lnTo>
                    <a:pt x="0" y="0"/>
                  </a:lnTo>
                  <a:lnTo>
                    <a:pt x="58950" y="0"/>
                  </a:lnTo>
                  <a:lnTo>
                    <a:pt x="12579" y="6689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30"/>
            <p:cNvSpPr/>
            <p:nvPr/>
          </p:nvSpPr>
          <p:spPr>
            <a:xfrm rot="8716661">
              <a:off x="-39748" y="1952009"/>
              <a:ext cx="198189" cy="140263"/>
            </a:xfrm>
            <a:custGeom>
              <a:rect b="b" l="l" r="r" t="t"/>
              <a:pathLst>
                <a:path extrusionOk="0" h="140164" w="198050">
                  <a:moveTo>
                    <a:pt x="0" y="75863"/>
                  </a:moveTo>
                  <a:lnTo>
                    <a:pt x="0" y="0"/>
                  </a:lnTo>
                  <a:lnTo>
                    <a:pt x="128968" y="0"/>
                  </a:lnTo>
                  <a:cubicBezTo>
                    <a:pt x="156900" y="0"/>
                    <a:pt x="178452" y="6034"/>
                    <a:pt x="193021" y="18535"/>
                  </a:cubicBezTo>
                  <a:lnTo>
                    <a:pt x="198050" y="31548"/>
                  </a:lnTo>
                  <a:lnTo>
                    <a:pt x="122761" y="140164"/>
                  </a:ln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4"/>
                    <a:pt x="91726" y="7586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30"/>
            <p:cNvSpPr/>
            <p:nvPr/>
          </p:nvSpPr>
          <p:spPr>
            <a:xfrm rot="8716038">
              <a:off x="21133" y="1808134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30"/>
            <p:cNvSpPr/>
            <p:nvPr/>
          </p:nvSpPr>
          <p:spPr>
            <a:xfrm rot="8716661">
              <a:off x="-24407" y="2197762"/>
              <a:ext cx="102580" cy="53400"/>
            </a:xfrm>
            <a:custGeom>
              <a:rect b="b" l="l" r="r" t="t"/>
              <a:pathLst>
                <a:path extrusionOk="0" h="53362" w="102508">
                  <a:moveTo>
                    <a:pt x="0" y="23637"/>
                  </a:moveTo>
                  <a:lnTo>
                    <a:pt x="0" y="2258"/>
                  </a:lnTo>
                  <a:lnTo>
                    <a:pt x="102508" y="0"/>
                  </a:lnTo>
                  <a:lnTo>
                    <a:pt x="65519" y="53362"/>
                  </a:lnTo>
                  <a:lnTo>
                    <a:pt x="65519" y="2363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30"/>
            <p:cNvSpPr/>
            <p:nvPr/>
          </p:nvSpPr>
          <p:spPr>
            <a:xfrm rot="7490631">
              <a:off x="11152" y="2249060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30"/>
            <p:cNvSpPr/>
            <p:nvPr/>
          </p:nvSpPr>
          <p:spPr>
            <a:xfrm rot="-8509467">
              <a:off x="169768" y="2198202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30"/>
            <p:cNvSpPr/>
            <p:nvPr/>
          </p:nvSpPr>
          <p:spPr>
            <a:xfrm rot="8714477">
              <a:off x="450295" y="1908629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30"/>
            <p:cNvSpPr/>
            <p:nvPr/>
          </p:nvSpPr>
          <p:spPr>
            <a:xfrm rot="8718291">
              <a:off x="372255" y="1751758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30"/>
            <p:cNvSpPr/>
            <p:nvPr/>
          </p:nvSpPr>
          <p:spPr>
            <a:xfrm rot="8716038">
              <a:off x="4212" y="179764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30"/>
            <p:cNvSpPr/>
            <p:nvPr/>
          </p:nvSpPr>
          <p:spPr>
            <a:xfrm rot="8718291">
              <a:off x="272673" y="1556479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30"/>
            <p:cNvSpPr/>
            <p:nvPr/>
          </p:nvSpPr>
          <p:spPr>
            <a:xfrm rot="8716661">
              <a:off x="-35280" y="938074"/>
              <a:ext cx="158734" cy="159128"/>
            </a:xfrm>
            <a:custGeom>
              <a:rect b="b" l="l" r="r" t="t"/>
              <a:pathLst>
                <a:path extrusionOk="0" h="159016" w="158623">
                  <a:moveTo>
                    <a:pt x="77932" y="159016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42606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30"/>
            <p:cNvSpPr/>
            <p:nvPr/>
          </p:nvSpPr>
          <p:spPr>
            <a:xfrm rot="7483339">
              <a:off x="-33025" y="1345539"/>
              <a:ext cx="66007" cy="45766"/>
            </a:xfrm>
            <a:custGeom>
              <a:rect b="b" l="l" r="r" t="t"/>
              <a:pathLst>
                <a:path extrusionOk="0" h="45734" w="65961">
                  <a:moveTo>
                    <a:pt x="0" y="45734"/>
                  </a:moveTo>
                  <a:lnTo>
                    <a:pt x="0" y="0"/>
                  </a:lnTo>
                  <a:lnTo>
                    <a:pt x="65961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30"/>
            <p:cNvSpPr/>
            <p:nvPr/>
          </p:nvSpPr>
          <p:spPr>
            <a:xfrm rot="-8513943">
              <a:off x="-135151" y="1200354"/>
              <a:ext cx="387103" cy="481697"/>
            </a:xfrm>
            <a:custGeom>
              <a:rect b="b" l="l" r="r" t="t"/>
              <a:pathLst>
                <a:path extrusionOk="0" h="481345" w="386820">
                  <a:moveTo>
                    <a:pt x="386820" y="391818"/>
                  </a:moveTo>
                  <a:lnTo>
                    <a:pt x="342166" y="422376"/>
                  </a:lnTo>
                  <a:cubicBezTo>
                    <a:pt x="268920" y="462151"/>
                    <a:pt x="190624" y="477966"/>
                    <a:pt x="138636" y="481098"/>
                  </a:cubicBezTo>
                  <a:cubicBezTo>
                    <a:pt x="100219" y="483604"/>
                    <a:pt x="62637" y="466901"/>
                    <a:pt x="35911" y="439340"/>
                  </a:cubicBezTo>
                  <a:cubicBezTo>
                    <a:pt x="7516" y="411780"/>
                    <a:pt x="0" y="364176"/>
                    <a:pt x="0" y="295693"/>
                  </a:cubicBezTo>
                  <a:lnTo>
                    <a:pt x="0" y="40970"/>
                  </a:lnTo>
                  <a:lnTo>
                    <a:pt x="78970" y="0"/>
                  </a:lnTo>
                  <a:lnTo>
                    <a:pt x="111492" y="41392"/>
                  </a:lnTo>
                  <a:lnTo>
                    <a:pt x="112747" y="216353"/>
                  </a:lnTo>
                  <a:cubicBezTo>
                    <a:pt x="110241" y="263122"/>
                    <a:pt x="117757" y="310726"/>
                    <a:pt x="132789" y="354990"/>
                  </a:cubicBezTo>
                  <a:cubicBezTo>
                    <a:pt x="146153" y="391736"/>
                    <a:pt x="180394" y="410110"/>
                    <a:pt x="233008" y="410110"/>
                  </a:cubicBezTo>
                  <a:cubicBezTo>
                    <a:pt x="258899" y="409274"/>
                    <a:pt x="283953" y="404263"/>
                    <a:pt x="308173" y="396747"/>
                  </a:cubicBezTo>
                  <a:lnTo>
                    <a:pt x="370717" y="371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30"/>
            <p:cNvSpPr/>
            <p:nvPr/>
          </p:nvSpPr>
          <p:spPr>
            <a:xfrm rot="8714477">
              <a:off x="118921" y="906575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30"/>
            <p:cNvSpPr/>
            <p:nvPr/>
          </p:nvSpPr>
          <p:spPr>
            <a:xfrm rot="8718291">
              <a:off x="40881" y="749704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30"/>
            <p:cNvSpPr/>
            <p:nvPr/>
          </p:nvSpPr>
          <p:spPr>
            <a:xfrm rot="8716661">
              <a:off x="-45062" y="551854"/>
              <a:ext cx="152699" cy="165528"/>
            </a:xfrm>
            <a:custGeom>
              <a:rect b="b" l="l" r="r" t="t"/>
              <a:pathLst>
                <a:path extrusionOk="0" h="165412" w="152592">
                  <a:moveTo>
                    <a:pt x="26453" y="153143"/>
                  </a:moveTo>
                  <a:cubicBezTo>
                    <a:pt x="9746" y="136436"/>
                    <a:pt x="0" y="114161"/>
                    <a:pt x="0" y="90494"/>
                  </a:cubicBezTo>
                  <a:lnTo>
                    <a:pt x="0" y="89101"/>
                  </a:lnTo>
                  <a:cubicBezTo>
                    <a:pt x="0" y="65434"/>
                    <a:pt x="9746" y="43159"/>
                    <a:pt x="26453" y="26453"/>
                  </a:cubicBezTo>
                  <a:cubicBezTo>
                    <a:pt x="43159" y="9746"/>
                    <a:pt x="65435" y="0"/>
                    <a:pt x="89101" y="0"/>
                  </a:cubicBezTo>
                  <a:cubicBezTo>
                    <a:pt x="112770" y="0"/>
                    <a:pt x="135045" y="9746"/>
                    <a:pt x="151752" y="26453"/>
                  </a:cubicBezTo>
                  <a:lnTo>
                    <a:pt x="152592" y="27688"/>
                  </a:lnTo>
                  <a:lnTo>
                    <a:pt x="57126" y="165412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30"/>
            <p:cNvSpPr/>
            <p:nvPr/>
          </p:nvSpPr>
          <p:spPr>
            <a:xfrm rot="8716661">
              <a:off x="-69959" y="4586930"/>
              <a:ext cx="183939" cy="187726"/>
            </a:xfrm>
            <a:custGeom>
              <a:rect b="b" l="l" r="r" t="t"/>
              <a:pathLst>
                <a:path extrusionOk="0" h="187594" w="183810">
                  <a:moveTo>
                    <a:pt x="10574" y="187594"/>
                  </a:moveTo>
                  <a:lnTo>
                    <a:pt x="0" y="172952"/>
                  </a:lnTo>
                  <a:lnTo>
                    <a:pt x="183810" y="0"/>
                  </a:lnTo>
                  <a:lnTo>
                    <a:pt x="72284" y="16089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30"/>
            <p:cNvSpPr/>
            <p:nvPr/>
          </p:nvSpPr>
          <p:spPr>
            <a:xfrm rot="8716661">
              <a:off x="2260752" y="1871847"/>
              <a:ext cx="76617" cy="79856"/>
            </a:xfrm>
            <a:custGeom>
              <a:rect b="b" l="l" r="r" t="t"/>
              <a:pathLst>
                <a:path extrusionOk="0" h="79800" w="76563">
                  <a:moveTo>
                    <a:pt x="1561" y="67386"/>
                  </a:moveTo>
                  <a:lnTo>
                    <a:pt x="0" y="63688"/>
                  </a:lnTo>
                  <a:lnTo>
                    <a:pt x="52676" y="0"/>
                  </a:lnTo>
                  <a:lnTo>
                    <a:pt x="63632" y="4626"/>
                  </a:lnTo>
                  <a:cubicBezTo>
                    <a:pt x="80874" y="21178"/>
                    <a:pt x="80873" y="49455"/>
                    <a:pt x="63632" y="66697"/>
                  </a:cubicBezTo>
                  <a:cubicBezTo>
                    <a:pt x="55356" y="74973"/>
                    <a:pt x="44321" y="79800"/>
                    <a:pt x="32596" y="79800"/>
                  </a:cubicBezTo>
                  <a:cubicBezTo>
                    <a:pt x="20872" y="79800"/>
                    <a:pt x="9837" y="75662"/>
                    <a:pt x="1561" y="67386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0"/>
            <p:cNvSpPr/>
            <p:nvPr/>
          </p:nvSpPr>
          <p:spPr>
            <a:xfrm rot="8716661">
              <a:off x="2079013" y="1575854"/>
              <a:ext cx="236280" cy="296671"/>
            </a:xfrm>
            <a:custGeom>
              <a:rect b="b" l="l" r="r" t="t"/>
              <a:pathLst>
                <a:path extrusionOk="0" h="296463" w="236114">
                  <a:moveTo>
                    <a:pt x="64875" y="296463"/>
                  </a:moveTo>
                  <a:lnTo>
                    <a:pt x="0" y="175766"/>
                  </a:lnTo>
                  <a:lnTo>
                    <a:pt x="33192" y="83734"/>
                  </a:lnTo>
                  <a:lnTo>
                    <a:pt x="489" y="83734"/>
                  </a:lnTo>
                  <a:lnTo>
                    <a:pt x="69747" y="0"/>
                  </a:lnTo>
                  <a:lnTo>
                    <a:pt x="236114" y="0"/>
                  </a:lnTo>
                  <a:lnTo>
                    <a:pt x="236114" y="83734"/>
                  </a:lnTo>
                  <a:lnTo>
                    <a:pt x="138047" y="8373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30"/>
            <p:cNvSpPr/>
            <p:nvPr/>
          </p:nvSpPr>
          <p:spPr>
            <a:xfrm rot="8716661">
              <a:off x="1975562" y="1368864"/>
              <a:ext cx="432600" cy="245744"/>
            </a:xfrm>
            <a:custGeom>
              <a:rect b="b" l="l" r="r" t="t"/>
              <a:pathLst>
                <a:path extrusionOk="0" h="245571" w="432296">
                  <a:moveTo>
                    <a:pt x="30685" y="200783"/>
                  </a:moveTo>
                  <a:cubicBezTo>
                    <a:pt x="15547" y="186091"/>
                    <a:pt x="5975" y="166054"/>
                    <a:pt x="187" y="140564"/>
                  </a:cubicBezTo>
                  <a:lnTo>
                    <a:pt x="0" y="138341"/>
                  </a:lnTo>
                  <a:lnTo>
                    <a:pt x="114424" y="0"/>
                  </a:lnTo>
                  <a:lnTo>
                    <a:pt x="116284" y="37935"/>
                  </a:lnTo>
                  <a:cubicBezTo>
                    <a:pt x="119957" y="62758"/>
                    <a:pt x="125968" y="87246"/>
                    <a:pt x="133982" y="110844"/>
                  </a:cubicBezTo>
                  <a:cubicBezTo>
                    <a:pt x="148231" y="150026"/>
                    <a:pt x="184740" y="169617"/>
                    <a:pt x="240841" y="169617"/>
                  </a:cubicBezTo>
                  <a:cubicBezTo>
                    <a:pt x="268446" y="168726"/>
                    <a:pt x="295161" y="163383"/>
                    <a:pt x="320985" y="155369"/>
                  </a:cubicBezTo>
                  <a:cubicBezTo>
                    <a:pt x="358385" y="143792"/>
                    <a:pt x="394895" y="128654"/>
                    <a:pt x="430515" y="110844"/>
                  </a:cubicBezTo>
                  <a:cubicBezTo>
                    <a:pt x="431405" y="114406"/>
                    <a:pt x="432296" y="118858"/>
                    <a:pt x="432296" y="122420"/>
                  </a:cubicBezTo>
                  <a:lnTo>
                    <a:pt x="432296" y="131325"/>
                  </a:lnTo>
                  <a:cubicBezTo>
                    <a:pt x="337904" y="212360"/>
                    <a:pt x="214126" y="240856"/>
                    <a:pt x="140216" y="245308"/>
                  </a:cubicBezTo>
                  <a:cubicBezTo>
                    <a:pt x="99254" y="247980"/>
                    <a:pt x="59182" y="230170"/>
                    <a:pt x="30685" y="20078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0"/>
            <p:cNvSpPr/>
            <p:nvPr/>
          </p:nvSpPr>
          <p:spPr>
            <a:xfrm rot="8716038">
              <a:off x="2107158" y="735314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0"/>
            <p:cNvSpPr/>
            <p:nvPr/>
          </p:nvSpPr>
          <p:spPr>
            <a:xfrm rot="8716661">
              <a:off x="2242044" y="831863"/>
              <a:ext cx="282201" cy="313690"/>
            </a:xfrm>
            <a:custGeom>
              <a:rect b="b" l="l" r="r" t="t"/>
              <a:pathLst>
                <a:path extrusionOk="0" h="313470" w="282003">
                  <a:moveTo>
                    <a:pt x="188208" y="99785"/>
                  </a:moveTo>
                  <a:lnTo>
                    <a:pt x="188208" y="85923"/>
                  </a:lnTo>
                  <a:lnTo>
                    <a:pt x="259276" y="0"/>
                  </a:lnTo>
                  <a:lnTo>
                    <a:pt x="274211" y="28123"/>
                  </a:lnTo>
                  <a:cubicBezTo>
                    <a:pt x="279330" y="44783"/>
                    <a:pt x="282002" y="63922"/>
                    <a:pt x="282003" y="85301"/>
                  </a:cubicBezTo>
                  <a:lnTo>
                    <a:pt x="282002" y="94267"/>
                  </a:lnTo>
                  <a:close/>
                  <a:moveTo>
                    <a:pt x="0" y="313470"/>
                  </a:moveTo>
                  <a:lnTo>
                    <a:pt x="56482" y="245183"/>
                  </a:lnTo>
                  <a:lnTo>
                    <a:pt x="56482" y="27496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0"/>
            <p:cNvSpPr/>
            <p:nvPr/>
          </p:nvSpPr>
          <p:spPr>
            <a:xfrm rot="8716038">
              <a:off x="2174582" y="648973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30"/>
            <p:cNvSpPr/>
            <p:nvPr/>
          </p:nvSpPr>
          <p:spPr>
            <a:xfrm rot="8716038">
              <a:off x="1937278" y="869305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30"/>
            <p:cNvSpPr/>
            <p:nvPr/>
          </p:nvSpPr>
          <p:spPr>
            <a:xfrm rot="8718291">
              <a:off x="1748882" y="553665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30"/>
            <p:cNvSpPr/>
            <p:nvPr/>
          </p:nvSpPr>
          <p:spPr>
            <a:xfrm rot="8714800">
              <a:off x="1730387" y="343842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30"/>
            <p:cNvSpPr/>
            <p:nvPr/>
          </p:nvSpPr>
          <p:spPr>
            <a:xfrm rot="8716038">
              <a:off x="2073770" y="931310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30"/>
            <p:cNvSpPr/>
            <p:nvPr/>
          </p:nvSpPr>
          <p:spPr>
            <a:xfrm rot="8716661">
              <a:off x="2367805" y="489354"/>
              <a:ext cx="81583" cy="84454"/>
            </a:xfrm>
            <a:custGeom>
              <a:rect b="b" l="l" r="r" t="t"/>
              <a:pathLst>
                <a:path extrusionOk="0" h="84395" w="81526">
                  <a:moveTo>
                    <a:pt x="6524" y="71981"/>
                  </a:moveTo>
                  <a:lnTo>
                    <a:pt x="0" y="56529"/>
                  </a:lnTo>
                  <a:lnTo>
                    <a:pt x="46756" y="0"/>
                  </a:lnTo>
                  <a:lnTo>
                    <a:pt x="68595" y="9221"/>
                  </a:lnTo>
                  <a:cubicBezTo>
                    <a:pt x="85837" y="25773"/>
                    <a:pt x="85836" y="54050"/>
                    <a:pt x="68595" y="71292"/>
                  </a:cubicBezTo>
                  <a:cubicBezTo>
                    <a:pt x="60319" y="79568"/>
                    <a:pt x="49284" y="84395"/>
                    <a:pt x="37559" y="84395"/>
                  </a:cubicBezTo>
                  <a:cubicBezTo>
                    <a:pt x="25835" y="84395"/>
                    <a:pt x="14800" y="80257"/>
                    <a:pt x="6524" y="71981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30"/>
            <p:cNvSpPr/>
            <p:nvPr/>
          </p:nvSpPr>
          <p:spPr>
            <a:xfrm rot="8716661">
              <a:off x="2183932" y="191144"/>
              <a:ext cx="250482" cy="296671"/>
            </a:xfrm>
            <a:custGeom>
              <a:rect b="b" l="l" r="r" t="t"/>
              <a:pathLst>
                <a:path extrusionOk="0" h="296463" w="250306">
                  <a:moveTo>
                    <a:pt x="79067" y="296463"/>
                  </a:moveTo>
                  <a:lnTo>
                    <a:pt x="14192" y="175766"/>
                  </a:lnTo>
                  <a:lnTo>
                    <a:pt x="47384" y="83734"/>
                  </a:lnTo>
                  <a:lnTo>
                    <a:pt x="0" y="83734"/>
                  </a:lnTo>
                  <a:lnTo>
                    <a:pt x="69257" y="0"/>
                  </a:lnTo>
                  <a:lnTo>
                    <a:pt x="250306" y="0"/>
                  </a:lnTo>
                  <a:lnTo>
                    <a:pt x="250306" y="83734"/>
                  </a:lnTo>
                  <a:lnTo>
                    <a:pt x="152239" y="8373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30"/>
            <p:cNvSpPr/>
            <p:nvPr/>
          </p:nvSpPr>
          <p:spPr>
            <a:xfrm rot="8711490">
              <a:off x="2145886" y="326359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30"/>
            <p:cNvSpPr/>
            <p:nvPr/>
          </p:nvSpPr>
          <p:spPr>
            <a:xfrm rot="8717214">
              <a:off x="1834625" y="-57759"/>
              <a:ext cx="186691" cy="129408"/>
            </a:xfrm>
            <a:custGeom>
              <a:rect b="b" l="l" r="r" t="t"/>
              <a:pathLst>
                <a:path extrusionOk="0" h="85442" w="123263">
                  <a:moveTo>
                    <a:pt x="123263" y="85442"/>
                  </a:moveTo>
                  <a:lnTo>
                    <a:pt x="0" y="0"/>
                  </a:lnTo>
                  <a:lnTo>
                    <a:pt x="66305" y="0"/>
                  </a:lnTo>
                  <a:cubicBezTo>
                    <a:pt x="103214" y="0"/>
                    <a:pt x="123263" y="15948"/>
                    <a:pt x="123263" y="501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30"/>
            <p:cNvSpPr/>
            <p:nvPr/>
          </p:nvSpPr>
          <p:spPr>
            <a:xfrm rot="8717214">
              <a:off x="1969662" y="-13864"/>
              <a:ext cx="394757" cy="148466"/>
            </a:xfrm>
            <a:custGeom>
              <a:rect b="b" l="l" r="r" t="t"/>
              <a:pathLst>
                <a:path extrusionOk="0" h="98025" w="260639">
                  <a:moveTo>
                    <a:pt x="104802" y="74264"/>
                  </a:moveTo>
                  <a:lnTo>
                    <a:pt x="0" y="1618"/>
                  </a:lnTo>
                  <a:lnTo>
                    <a:pt x="0" y="1425"/>
                  </a:lnTo>
                  <a:lnTo>
                    <a:pt x="104803" y="1425"/>
                  </a:lnTo>
                  <a:close/>
                  <a:moveTo>
                    <a:pt x="122123" y="86270"/>
                  </a:moveTo>
                  <a:lnTo>
                    <a:pt x="106178" y="75218"/>
                  </a:lnTo>
                  <a:lnTo>
                    <a:pt x="116721" y="47439"/>
                  </a:lnTo>
                  <a:cubicBezTo>
                    <a:pt x="127102" y="24008"/>
                    <a:pt x="137610" y="12816"/>
                    <a:pt x="154014" y="5981"/>
                  </a:cubicBezTo>
                  <a:cubicBezTo>
                    <a:pt x="164038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50369" y="40156"/>
                    <a:pt x="137041" y="49839"/>
                    <a:pt x="127358" y="65616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30"/>
            <p:cNvSpPr/>
            <p:nvPr/>
          </p:nvSpPr>
          <p:spPr>
            <a:xfrm rot="8716038">
              <a:off x="1736749" y="-72797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0"/>
            <p:cNvSpPr/>
            <p:nvPr/>
          </p:nvSpPr>
          <p:spPr>
            <a:xfrm rot="7483339">
              <a:off x="2394638" y="32846"/>
              <a:ext cx="135172" cy="94140"/>
            </a:xfrm>
            <a:custGeom>
              <a:rect b="b" l="l" r="r" t="t"/>
              <a:pathLst>
                <a:path extrusionOk="0" h="94074" w="135077">
                  <a:moveTo>
                    <a:pt x="100725" y="19729"/>
                  </a:moveTo>
                  <a:lnTo>
                    <a:pt x="135077" y="0"/>
                  </a:lnTo>
                  <a:lnTo>
                    <a:pt x="135077" y="19729"/>
                  </a:lnTo>
                  <a:close/>
                  <a:moveTo>
                    <a:pt x="0" y="77576"/>
                  </a:moveTo>
                  <a:lnTo>
                    <a:pt x="21327" y="65328"/>
                  </a:lnTo>
                  <a:lnTo>
                    <a:pt x="11439" y="9407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1" name="Google Shape;18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99935" y="2052251"/>
            <a:ext cx="3474256" cy="103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ur une ligne + Contenu">
  <p:cSld name="Titre sur une ligne + Contenu">
    <p:bg>
      <p:bgPr>
        <a:solidFill>
          <a:schemeClr val="dk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84" name="Google Shape;184;p31"/>
          <p:cNvSpPr/>
          <p:nvPr/>
        </p:nvSpPr>
        <p:spPr>
          <a:xfrm>
            <a:off x="629550" y="0"/>
            <a:ext cx="8514451" cy="5143499"/>
          </a:xfrm>
          <a:custGeom>
            <a:rect b="b" l="l" r="r" t="t"/>
            <a:pathLst>
              <a:path extrusionOk="0" h="5143499" w="8514451">
                <a:moveTo>
                  <a:pt x="689595" y="884098"/>
                </a:moveTo>
                <a:lnTo>
                  <a:pt x="689595" y="929817"/>
                </a:lnTo>
                <a:lnTo>
                  <a:pt x="1049595" y="929817"/>
                </a:lnTo>
                <a:lnTo>
                  <a:pt x="1049595" y="884098"/>
                </a:lnTo>
                <a:close/>
                <a:moveTo>
                  <a:pt x="268034" y="0"/>
                </a:moveTo>
                <a:lnTo>
                  <a:pt x="8514451" y="0"/>
                </a:lnTo>
                <a:lnTo>
                  <a:pt x="8514451" y="5143499"/>
                </a:lnTo>
                <a:lnTo>
                  <a:pt x="274758" y="5143499"/>
                </a:lnTo>
                <a:lnTo>
                  <a:pt x="0" y="314826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1"/>
          <p:cNvSpPr txBox="1"/>
          <p:nvPr>
            <p:ph type="title"/>
          </p:nvPr>
        </p:nvSpPr>
        <p:spPr>
          <a:xfrm>
            <a:off x="1198859" y="349390"/>
            <a:ext cx="7316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1"/>
          <p:cNvSpPr/>
          <p:nvPr/>
        </p:nvSpPr>
        <p:spPr>
          <a:xfrm rot="8716661">
            <a:off x="617653" y="1780243"/>
            <a:ext cx="152833" cy="196011"/>
          </a:xfrm>
          <a:custGeom>
            <a:rect b="b" l="l" r="r" t="t"/>
            <a:pathLst>
              <a:path extrusionOk="0" h="195873" w="152726">
                <a:moveTo>
                  <a:pt x="39589" y="195873"/>
                </a:moveTo>
                <a:lnTo>
                  <a:pt x="0" y="122219"/>
                </a:lnTo>
                <a:lnTo>
                  <a:pt x="101089" y="0"/>
                </a:lnTo>
                <a:lnTo>
                  <a:pt x="152726" y="0"/>
                </a:lnTo>
                <a:lnTo>
                  <a:pt x="152726" y="55323"/>
                </a:lnTo>
                <a:lnTo>
                  <a:pt x="87934" y="55323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1"/>
          <p:cNvSpPr/>
          <p:nvPr/>
        </p:nvSpPr>
        <p:spPr>
          <a:xfrm rot="8716661">
            <a:off x="534249" y="1654325"/>
            <a:ext cx="263049" cy="103307"/>
          </a:xfrm>
          <a:custGeom>
            <a:rect b="b" l="l" r="r" t="t"/>
            <a:pathLst>
              <a:path extrusionOk="0" h="103234" w="262864">
                <a:moveTo>
                  <a:pt x="0" y="75341"/>
                </a:moveTo>
                <a:lnTo>
                  <a:pt x="62316" y="0"/>
                </a:lnTo>
                <a:lnTo>
                  <a:pt x="65768" y="14220"/>
                </a:lnTo>
                <a:cubicBezTo>
                  <a:pt x="75182" y="40107"/>
                  <a:pt x="99304" y="53051"/>
                  <a:pt x="136369" y="53051"/>
                </a:cubicBezTo>
                <a:cubicBezTo>
                  <a:pt x="154609" y="52462"/>
                  <a:pt x="172259" y="48932"/>
                  <a:pt x="189321" y="43637"/>
                </a:cubicBezTo>
                <a:cubicBezTo>
                  <a:pt x="214031" y="35988"/>
                  <a:pt x="238154" y="25987"/>
                  <a:pt x="261688" y="14220"/>
                </a:cubicBezTo>
                <a:cubicBezTo>
                  <a:pt x="262276" y="16573"/>
                  <a:pt x="262864" y="19515"/>
                  <a:pt x="262864" y="21868"/>
                </a:cubicBezTo>
                <a:lnTo>
                  <a:pt x="262864" y="27752"/>
                </a:lnTo>
                <a:cubicBezTo>
                  <a:pt x="200500" y="81291"/>
                  <a:pt x="118719" y="100119"/>
                  <a:pt x="69887" y="103060"/>
                </a:cubicBezTo>
                <a:cubicBezTo>
                  <a:pt x="56355" y="103943"/>
                  <a:pt x="42970" y="101442"/>
                  <a:pt x="30615" y="96294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1"/>
          <p:cNvSpPr/>
          <p:nvPr/>
        </p:nvSpPr>
        <p:spPr>
          <a:xfrm rot="8716661">
            <a:off x="632601" y="1232295"/>
            <a:ext cx="121643" cy="232551"/>
          </a:xfrm>
          <a:custGeom>
            <a:rect b="b" l="l" r="r" t="t"/>
            <a:pathLst>
              <a:path extrusionOk="0" h="232388" w="121558">
                <a:moveTo>
                  <a:pt x="60499" y="232388"/>
                </a:moveTo>
                <a:lnTo>
                  <a:pt x="60499" y="69717"/>
                </a:lnTo>
                <a:cubicBezTo>
                  <a:pt x="60499" y="68349"/>
                  <a:pt x="60499" y="66983"/>
                  <a:pt x="60499" y="65615"/>
                </a:cubicBezTo>
                <a:cubicBezTo>
                  <a:pt x="59133" y="55591"/>
                  <a:pt x="50019" y="48756"/>
                  <a:pt x="39995" y="50123"/>
                </a:cubicBezTo>
                <a:lnTo>
                  <a:pt x="0" y="50123"/>
                </a:lnTo>
                <a:lnTo>
                  <a:pt x="41457" y="0"/>
                </a:lnTo>
                <a:lnTo>
                  <a:pt x="64601" y="0"/>
                </a:lnTo>
                <a:cubicBezTo>
                  <a:pt x="101509" y="0"/>
                  <a:pt x="121558" y="15948"/>
                  <a:pt x="121558" y="50123"/>
                </a:cubicBezTo>
                <a:lnTo>
                  <a:pt x="121558" y="208238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1"/>
          <p:cNvSpPr/>
          <p:nvPr/>
        </p:nvSpPr>
        <p:spPr>
          <a:xfrm rot="8716661">
            <a:off x="763442" y="1474776"/>
            <a:ext cx="14153" cy="14329"/>
          </a:xfrm>
          <a:custGeom>
            <a:rect b="b" l="l" r="r" t="t"/>
            <a:pathLst>
              <a:path extrusionOk="0" h="14319" w="14143">
                <a:moveTo>
                  <a:pt x="0" y="14319"/>
                </a:moveTo>
                <a:lnTo>
                  <a:pt x="11843" y="0"/>
                </a:lnTo>
                <a:lnTo>
                  <a:pt x="14143" y="7563"/>
                </a:lnTo>
                <a:lnTo>
                  <a:pt x="14143" y="13487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1"/>
          <p:cNvSpPr/>
          <p:nvPr/>
        </p:nvSpPr>
        <p:spPr>
          <a:xfrm rot="8716661">
            <a:off x="672733" y="1171513"/>
            <a:ext cx="184093" cy="137715"/>
          </a:xfrm>
          <a:custGeom>
            <a:rect b="b" l="l" r="r" t="t"/>
            <a:pathLst>
              <a:path extrusionOk="0" h="137618" w="183964">
                <a:moveTo>
                  <a:pt x="0" y="137618"/>
                </a:moveTo>
                <a:lnTo>
                  <a:pt x="53346" y="73121"/>
                </a:lnTo>
                <a:lnTo>
                  <a:pt x="101034" y="28251"/>
                </a:lnTo>
                <a:cubicBezTo>
                  <a:pt x="114703" y="12303"/>
                  <a:pt x="134297" y="2278"/>
                  <a:pt x="155713" y="0"/>
                </a:cubicBezTo>
                <a:cubicBezTo>
                  <a:pt x="177585" y="0"/>
                  <a:pt x="183964" y="19138"/>
                  <a:pt x="183964" y="33719"/>
                </a:cubicBezTo>
                <a:cubicBezTo>
                  <a:pt x="182597" y="49667"/>
                  <a:pt x="172117" y="62881"/>
                  <a:pt x="157536" y="69261"/>
                </a:cubicBezTo>
                <a:lnTo>
                  <a:pt x="157991" y="69261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1"/>
          <p:cNvSpPr/>
          <p:nvPr/>
        </p:nvSpPr>
        <p:spPr>
          <a:xfrm rot="8713740">
            <a:off x="519552" y="1314915"/>
            <a:ext cx="54615" cy="54615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1"/>
          <p:cNvSpPr/>
          <p:nvPr/>
        </p:nvSpPr>
        <p:spPr>
          <a:xfrm rot="8719330">
            <a:off x="394767" y="1106139"/>
            <a:ext cx="199218" cy="194238"/>
          </a:xfrm>
          <a:custGeom>
            <a:rect b="b" l="l" r="r" t="t"/>
            <a:pathLst>
              <a:path extrusionOk="0" h="371475" w="381000">
                <a:moveTo>
                  <a:pt x="389572" y="0"/>
                </a:moveTo>
                <a:lnTo>
                  <a:pt x="389572" y="105728"/>
                </a:lnTo>
                <a:lnTo>
                  <a:pt x="265747" y="105728"/>
                </a:lnTo>
                <a:lnTo>
                  <a:pt x="173355" y="374333"/>
                </a:lnTo>
                <a:lnTo>
                  <a:pt x="91440" y="221933"/>
                </a:lnTo>
                <a:lnTo>
                  <a:pt x="133350" y="105728"/>
                </a:lnTo>
                <a:lnTo>
                  <a:pt x="0" y="105728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1"/>
          <p:cNvSpPr/>
          <p:nvPr/>
        </p:nvSpPr>
        <p:spPr>
          <a:xfrm rot="8713013">
            <a:off x="382336" y="967516"/>
            <a:ext cx="288394" cy="347250"/>
          </a:xfrm>
          <a:custGeom>
            <a:rect b="b" l="l" r="r" t="t"/>
            <a:pathLst>
              <a:path extrusionOk="0" h="561975" w="466725">
                <a:moveTo>
                  <a:pt x="470535" y="436245"/>
                </a:moveTo>
                <a:lnTo>
                  <a:pt x="470535" y="445770"/>
                </a:lnTo>
                <a:cubicBezTo>
                  <a:pt x="369570" y="532448"/>
                  <a:pt x="237172" y="562928"/>
                  <a:pt x="158115" y="567690"/>
                </a:cubicBezTo>
                <a:cubicBezTo>
                  <a:pt x="114300" y="570548"/>
                  <a:pt x="71438" y="551498"/>
                  <a:pt x="40957" y="520065"/>
                </a:cubicBezTo>
                <a:cubicBezTo>
                  <a:pt x="8572" y="488633"/>
                  <a:pt x="0" y="434340"/>
                  <a:pt x="0" y="356235"/>
                </a:cubicBezTo>
                <a:lnTo>
                  <a:pt x="0" y="65723"/>
                </a:lnTo>
                <a:lnTo>
                  <a:pt x="126682" y="0"/>
                </a:lnTo>
                <a:lnTo>
                  <a:pt x="128588" y="265748"/>
                </a:lnTo>
                <a:cubicBezTo>
                  <a:pt x="125730" y="319088"/>
                  <a:pt x="134302" y="373380"/>
                  <a:pt x="151447" y="423863"/>
                </a:cubicBezTo>
                <a:cubicBezTo>
                  <a:pt x="166688" y="465773"/>
                  <a:pt x="205740" y="486728"/>
                  <a:pt x="265747" y="486728"/>
                </a:cubicBezTo>
                <a:cubicBezTo>
                  <a:pt x="295275" y="485775"/>
                  <a:pt x="323850" y="480060"/>
                  <a:pt x="351472" y="471488"/>
                </a:cubicBezTo>
                <a:cubicBezTo>
                  <a:pt x="391477" y="459105"/>
                  <a:pt x="430530" y="442913"/>
                  <a:pt x="468630" y="423863"/>
                </a:cubicBezTo>
                <a:cubicBezTo>
                  <a:pt x="469582" y="427673"/>
                  <a:pt x="470535" y="432435"/>
                  <a:pt x="470535" y="436245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1"/>
          <p:cNvSpPr/>
          <p:nvPr/>
        </p:nvSpPr>
        <p:spPr>
          <a:xfrm rot="8713740">
            <a:off x="609793" y="1356076"/>
            <a:ext cx="100127" cy="218460"/>
          </a:xfrm>
          <a:custGeom>
            <a:rect b="b" l="l" r="r" t="t"/>
            <a:pathLst>
              <a:path extrusionOk="0" h="457200" w="209550">
                <a:moveTo>
                  <a:pt x="216217" y="0"/>
                </a:moveTo>
                <a:lnTo>
                  <a:pt x="216217" y="458153"/>
                </a:lnTo>
                <a:lnTo>
                  <a:pt x="90488" y="337185"/>
                </a:lnTo>
                <a:lnTo>
                  <a:pt x="90488" y="34290"/>
                </a:lnTo>
                <a:lnTo>
                  <a:pt x="0" y="34290"/>
                </a:lnTo>
                <a:lnTo>
                  <a:pt x="0" y="4763"/>
                </a:lnTo>
                <a:cubicBezTo>
                  <a:pt x="68580" y="7620"/>
                  <a:pt x="140017" y="1905"/>
                  <a:pt x="216217" y="0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1"/>
          <p:cNvSpPr/>
          <p:nvPr/>
        </p:nvSpPr>
        <p:spPr>
          <a:xfrm rot="8716661">
            <a:off x="683291" y="869460"/>
            <a:ext cx="156110" cy="196011"/>
          </a:xfrm>
          <a:custGeom>
            <a:rect b="b" l="l" r="r" t="t"/>
            <a:pathLst>
              <a:path extrusionOk="0" h="195873" w="156000">
                <a:moveTo>
                  <a:pt x="42863" y="195873"/>
                </a:moveTo>
                <a:lnTo>
                  <a:pt x="0" y="116129"/>
                </a:lnTo>
                <a:lnTo>
                  <a:pt x="5100" y="101988"/>
                </a:lnTo>
                <a:lnTo>
                  <a:pt x="89456" y="0"/>
                </a:lnTo>
                <a:lnTo>
                  <a:pt x="156000" y="0"/>
                </a:lnTo>
                <a:lnTo>
                  <a:pt x="156000" y="55323"/>
                </a:lnTo>
                <a:lnTo>
                  <a:pt x="91208" y="55323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1"/>
          <p:cNvSpPr/>
          <p:nvPr/>
        </p:nvSpPr>
        <p:spPr>
          <a:xfrm rot="8718291">
            <a:off x="657498" y="956115"/>
            <a:ext cx="72290" cy="7229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1"/>
          <p:cNvSpPr/>
          <p:nvPr/>
        </p:nvSpPr>
        <p:spPr>
          <a:xfrm rot="8713740">
            <a:off x="412964" y="564539"/>
            <a:ext cx="141088" cy="232113"/>
          </a:xfrm>
          <a:custGeom>
            <a:rect b="b" l="l" r="r" t="t"/>
            <a:pathLst>
              <a:path extrusionOk="0" h="485775" w="295275">
                <a:moveTo>
                  <a:pt x="297180" y="104775"/>
                </a:moveTo>
                <a:lnTo>
                  <a:pt x="297180" y="435293"/>
                </a:lnTo>
                <a:lnTo>
                  <a:pt x="169545" y="485775"/>
                </a:lnTo>
                <a:lnTo>
                  <a:pt x="169545" y="145733"/>
                </a:lnTo>
                <a:cubicBezTo>
                  <a:pt x="169545" y="142875"/>
                  <a:pt x="169545" y="140018"/>
                  <a:pt x="169545" y="137160"/>
                </a:cubicBezTo>
                <a:cubicBezTo>
                  <a:pt x="166688" y="116205"/>
                  <a:pt x="147638" y="101918"/>
                  <a:pt x="126683" y="104775"/>
                </a:cubicBezTo>
                <a:lnTo>
                  <a:pt x="0" y="104775"/>
                </a:lnTo>
                <a:lnTo>
                  <a:pt x="0" y="0"/>
                </a:lnTo>
                <a:lnTo>
                  <a:pt x="178118" y="0"/>
                </a:lnTo>
                <a:cubicBezTo>
                  <a:pt x="255270" y="0"/>
                  <a:pt x="297180" y="33338"/>
                  <a:pt x="297180" y="104775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1"/>
          <p:cNvSpPr/>
          <p:nvPr/>
        </p:nvSpPr>
        <p:spPr>
          <a:xfrm rot="8713740">
            <a:off x="502509" y="593801"/>
            <a:ext cx="259421" cy="250318"/>
          </a:xfrm>
          <a:custGeom>
            <a:rect b="b" l="l" r="r" t="t"/>
            <a:pathLst>
              <a:path extrusionOk="0" h="523875" w="542925">
                <a:moveTo>
                  <a:pt x="544830" y="184905"/>
                </a:moveTo>
                <a:lnTo>
                  <a:pt x="544830" y="197288"/>
                </a:lnTo>
                <a:lnTo>
                  <a:pt x="415290" y="204908"/>
                </a:lnTo>
                <a:lnTo>
                  <a:pt x="415290" y="170618"/>
                </a:lnTo>
                <a:cubicBezTo>
                  <a:pt x="415290" y="119183"/>
                  <a:pt x="385763" y="83940"/>
                  <a:pt x="344805" y="83940"/>
                </a:cubicBezTo>
                <a:cubicBezTo>
                  <a:pt x="283845" y="83940"/>
                  <a:pt x="233363" y="164903"/>
                  <a:pt x="233363" y="266820"/>
                </a:cubicBezTo>
                <a:lnTo>
                  <a:pt x="233363" y="446843"/>
                </a:lnTo>
                <a:lnTo>
                  <a:pt x="107632" y="532568"/>
                </a:lnTo>
                <a:lnTo>
                  <a:pt x="107632" y="95370"/>
                </a:lnTo>
                <a:lnTo>
                  <a:pt x="0" y="95370"/>
                </a:lnTo>
                <a:lnTo>
                  <a:pt x="0" y="2978"/>
                </a:lnTo>
                <a:lnTo>
                  <a:pt x="219075" y="2978"/>
                </a:lnTo>
                <a:lnTo>
                  <a:pt x="219075" y="157283"/>
                </a:lnTo>
                <a:lnTo>
                  <a:pt x="221932" y="157283"/>
                </a:lnTo>
                <a:cubicBezTo>
                  <a:pt x="252413" y="66795"/>
                  <a:pt x="276225" y="31553"/>
                  <a:pt x="321945" y="12503"/>
                </a:cubicBezTo>
                <a:cubicBezTo>
                  <a:pt x="342900" y="3930"/>
                  <a:pt x="364807" y="-832"/>
                  <a:pt x="387667" y="120"/>
                </a:cubicBezTo>
                <a:cubicBezTo>
                  <a:pt x="485775" y="-1785"/>
                  <a:pt x="544830" y="66795"/>
                  <a:pt x="544830" y="184905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1"/>
          <p:cNvSpPr/>
          <p:nvPr/>
        </p:nvSpPr>
        <p:spPr>
          <a:xfrm rot="8713740">
            <a:off x="457561" y="507376"/>
            <a:ext cx="186601" cy="136537"/>
          </a:xfrm>
          <a:custGeom>
            <a:rect b="b" l="l" r="r" t="t"/>
            <a:pathLst>
              <a:path extrusionOk="0" h="285750" w="390525">
                <a:moveTo>
                  <a:pt x="343853" y="144780"/>
                </a:moveTo>
                <a:lnTo>
                  <a:pt x="344805" y="144780"/>
                </a:lnTo>
                <a:lnTo>
                  <a:pt x="12382" y="288608"/>
                </a:lnTo>
                <a:lnTo>
                  <a:pt x="0" y="271463"/>
                </a:lnTo>
                <a:lnTo>
                  <a:pt x="225743" y="59055"/>
                </a:lnTo>
                <a:cubicBezTo>
                  <a:pt x="254318" y="25718"/>
                  <a:pt x="295275" y="4763"/>
                  <a:pt x="340043" y="0"/>
                </a:cubicBezTo>
                <a:cubicBezTo>
                  <a:pt x="385763" y="0"/>
                  <a:pt x="399098" y="40005"/>
                  <a:pt x="399098" y="70485"/>
                </a:cubicBezTo>
                <a:cubicBezTo>
                  <a:pt x="396240" y="103823"/>
                  <a:pt x="374332" y="131445"/>
                  <a:pt x="343853" y="144780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1"/>
          <p:cNvSpPr/>
          <p:nvPr/>
        </p:nvSpPr>
        <p:spPr>
          <a:xfrm rot="8713740">
            <a:off x="300613" y="652857"/>
            <a:ext cx="54615" cy="54615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1"/>
          <p:cNvSpPr/>
          <p:nvPr/>
        </p:nvSpPr>
        <p:spPr>
          <a:xfrm rot="8719330">
            <a:off x="175828" y="444081"/>
            <a:ext cx="199218" cy="194238"/>
          </a:xfrm>
          <a:custGeom>
            <a:rect b="b" l="l" r="r" t="t"/>
            <a:pathLst>
              <a:path extrusionOk="0" h="371475" w="381000">
                <a:moveTo>
                  <a:pt x="389572" y="0"/>
                </a:moveTo>
                <a:lnTo>
                  <a:pt x="389572" y="105728"/>
                </a:lnTo>
                <a:lnTo>
                  <a:pt x="265747" y="105728"/>
                </a:lnTo>
                <a:lnTo>
                  <a:pt x="173355" y="374333"/>
                </a:lnTo>
                <a:lnTo>
                  <a:pt x="91440" y="221933"/>
                </a:lnTo>
                <a:lnTo>
                  <a:pt x="133350" y="105728"/>
                </a:lnTo>
                <a:lnTo>
                  <a:pt x="0" y="105728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1"/>
          <p:cNvSpPr/>
          <p:nvPr/>
        </p:nvSpPr>
        <p:spPr>
          <a:xfrm rot="8713013">
            <a:off x="163397" y="305458"/>
            <a:ext cx="288394" cy="347250"/>
          </a:xfrm>
          <a:custGeom>
            <a:rect b="b" l="l" r="r" t="t"/>
            <a:pathLst>
              <a:path extrusionOk="0" h="561975" w="466725">
                <a:moveTo>
                  <a:pt x="470535" y="436245"/>
                </a:moveTo>
                <a:lnTo>
                  <a:pt x="470535" y="445770"/>
                </a:lnTo>
                <a:cubicBezTo>
                  <a:pt x="369570" y="532448"/>
                  <a:pt x="237172" y="562928"/>
                  <a:pt x="158115" y="567690"/>
                </a:cubicBezTo>
                <a:cubicBezTo>
                  <a:pt x="114300" y="570548"/>
                  <a:pt x="71438" y="551498"/>
                  <a:pt x="40957" y="520065"/>
                </a:cubicBezTo>
                <a:cubicBezTo>
                  <a:pt x="8572" y="488633"/>
                  <a:pt x="0" y="434340"/>
                  <a:pt x="0" y="356235"/>
                </a:cubicBezTo>
                <a:lnTo>
                  <a:pt x="0" y="65723"/>
                </a:lnTo>
                <a:lnTo>
                  <a:pt x="126682" y="0"/>
                </a:lnTo>
                <a:lnTo>
                  <a:pt x="128588" y="265748"/>
                </a:lnTo>
                <a:cubicBezTo>
                  <a:pt x="125730" y="319088"/>
                  <a:pt x="134302" y="373380"/>
                  <a:pt x="151447" y="423863"/>
                </a:cubicBezTo>
                <a:cubicBezTo>
                  <a:pt x="166688" y="465773"/>
                  <a:pt x="205740" y="486728"/>
                  <a:pt x="265747" y="486728"/>
                </a:cubicBezTo>
                <a:cubicBezTo>
                  <a:pt x="295275" y="485775"/>
                  <a:pt x="323850" y="480060"/>
                  <a:pt x="351472" y="471488"/>
                </a:cubicBezTo>
                <a:cubicBezTo>
                  <a:pt x="391477" y="459105"/>
                  <a:pt x="430530" y="442913"/>
                  <a:pt x="468630" y="423863"/>
                </a:cubicBezTo>
                <a:cubicBezTo>
                  <a:pt x="469582" y="427673"/>
                  <a:pt x="470535" y="432435"/>
                  <a:pt x="470535" y="436245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1"/>
          <p:cNvSpPr/>
          <p:nvPr/>
        </p:nvSpPr>
        <p:spPr>
          <a:xfrm rot="8713740">
            <a:off x="390854" y="694018"/>
            <a:ext cx="100127" cy="218460"/>
          </a:xfrm>
          <a:custGeom>
            <a:rect b="b" l="l" r="r" t="t"/>
            <a:pathLst>
              <a:path extrusionOk="0" h="457200" w="209550">
                <a:moveTo>
                  <a:pt x="216217" y="0"/>
                </a:moveTo>
                <a:lnTo>
                  <a:pt x="216217" y="458153"/>
                </a:lnTo>
                <a:lnTo>
                  <a:pt x="90488" y="337185"/>
                </a:lnTo>
                <a:lnTo>
                  <a:pt x="90488" y="34290"/>
                </a:lnTo>
                <a:lnTo>
                  <a:pt x="0" y="34290"/>
                </a:lnTo>
                <a:lnTo>
                  <a:pt x="0" y="4763"/>
                </a:lnTo>
                <a:cubicBezTo>
                  <a:pt x="68580" y="7620"/>
                  <a:pt x="140017" y="1905"/>
                  <a:pt x="216217" y="0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1"/>
          <p:cNvSpPr/>
          <p:nvPr/>
        </p:nvSpPr>
        <p:spPr>
          <a:xfrm rot="8716661">
            <a:off x="701891" y="317324"/>
            <a:ext cx="131352" cy="232551"/>
          </a:xfrm>
          <a:custGeom>
            <a:rect b="b" l="l" r="r" t="t"/>
            <a:pathLst>
              <a:path extrusionOk="0" h="232388" w="131260">
                <a:moveTo>
                  <a:pt x="70201" y="232388"/>
                </a:moveTo>
                <a:lnTo>
                  <a:pt x="70201" y="69717"/>
                </a:lnTo>
                <a:cubicBezTo>
                  <a:pt x="70201" y="68349"/>
                  <a:pt x="70201" y="66983"/>
                  <a:pt x="70201" y="65615"/>
                </a:cubicBezTo>
                <a:cubicBezTo>
                  <a:pt x="68835" y="55591"/>
                  <a:pt x="59721" y="48756"/>
                  <a:pt x="49697" y="50123"/>
                </a:cubicBezTo>
                <a:lnTo>
                  <a:pt x="0" y="50123"/>
                </a:lnTo>
                <a:lnTo>
                  <a:pt x="41457" y="0"/>
                </a:lnTo>
                <a:lnTo>
                  <a:pt x="74303" y="0"/>
                </a:lnTo>
                <a:cubicBezTo>
                  <a:pt x="111211" y="0"/>
                  <a:pt x="131260" y="15948"/>
                  <a:pt x="131260" y="50123"/>
                </a:cubicBezTo>
                <a:lnTo>
                  <a:pt x="131260" y="208238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1"/>
          <p:cNvSpPr/>
          <p:nvPr/>
        </p:nvSpPr>
        <p:spPr>
          <a:xfrm rot="8716661">
            <a:off x="834958" y="558345"/>
            <a:ext cx="24358" cy="23512"/>
          </a:xfrm>
          <a:custGeom>
            <a:rect b="b" l="l" r="r" t="t"/>
            <a:pathLst>
              <a:path extrusionOk="0" h="23495" w="24341">
                <a:moveTo>
                  <a:pt x="0" y="23495"/>
                </a:moveTo>
                <a:lnTo>
                  <a:pt x="19433" y="0"/>
                </a:lnTo>
                <a:lnTo>
                  <a:pt x="24341" y="16139"/>
                </a:lnTo>
                <a:lnTo>
                  <a:pt x="24341" y="22063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1"/>
          <p:cNvSpPr/>
          <p:nvPr/>
        </p:nvSpPr>
        <p:spPr>
          <a:xfrm rot="8713740">
            <a:off x="589712" y="402705"/>
            <a:ext cx="54615" cy="54615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1"/>
          <p:cNvSpPr/>
          <p:nvPr/>
        </p:nvSpPr>
        <p:spPr>
          <a:xfrm rot="8719330">
            <a:off x="464928" y="193929"/>
            <a:ext cx="199218" cy="194238"/>
          </a:xfrm>
          <a:custGeom>
            <a:rect b="b" l="l" r="r" t="t"/>
            <a:pathLst>
              <a:path extrusionOk="0" h="371475" w="381000">
                <a:moveTo>
                  <a:pt x="389572" y="0"/>
                </a:moveTo>
                <a:lnTo>
                  <a:pt x="389572" y="105728"/>
                </a:lnTo>
                <a:lnTo>
                  <a:pt x="265747" y="105728"/>
                </a:lnTo>
                <a:lnTo>
                  <a:pt x="173355" y="374333"/>
                </a:lnTo>
                <a:lnTo>
                  <a:pt x="91440" y="221933"/>
                </a:lnTo>
                <a:lnTo>
                  <a:pt x="133350" y="105728"/>
                </a:lnTo>
                <a:lnTo>
                  <a:pt x="0" y="105728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1"/>
          <p:cNvSpPr/>
          <p:nvPr/>
        </p:nvSpPr>
        <p:spPr>
          <a:xfrm rot="8713740">
            <a:off x="679954" y="443867"/>
            <a:ext cx="100127" cy="218460"/>
          </a:xfrm>
          <a:custGeom>
            <a:rect b="b" l="l" r="r" t="t"/>
            <a:pathLst>
              <a:path extrusionOk="0" h="457200" w="209550">
                <a:moveTo>
                  <a:pt x="216217" y="0"/>
                </a:moveTo>
                <a:lnTo>
                  <a:pt x="216217" y="458153"/>
                </a:lnTo>
                <a:lnTo>
                  <a:pt x="90488" y="337185"/>
                </a:lnTo>
                <a:lnTo>
                  <a:pt x="90488" y="34290"/>
                </a:lnTo>
                <a:lnTo>
                  <a:pt x="0" y="34290"/>
                </a:lnTo>
                <a:lnTo>
                  <a:pt x="0" y="4763"/>
                </a:lnTo>
                <a:cubicBezTo>
                  <a:pt x="68580" y="7620"/>
                  <a:pt x="140017" y="1905"/>
                  <a:pt x="216217" y="0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1"/>
          <p:cNvSpPr/>
          <p:nvPr/>
        </p:nvSpPr>
        <p:spPr>
          <a:xfrm rot="8718291">
            <a:off x="438559" y="294057"/>
            <a:ext cx="72290" cy="7229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1"/>
          <p:cNvSpPr/>
          <p:nvPr/>
        </p:nvSpPr>
        <p:spPr>
          <a:xfrm rot="7483339">
            <a:off x="811643" y="658864"/>
            <a:ext cx="31100" cy="46173"/>
          </a:xfrm>
          <a:custGeom>
            <a:rect b="b" l="l" r="r" t="t"/>
            <a:pathLst>
              <a:path extrusionOk="0" h="46141" w="31078">
                <a:moveTo>
                  <a:pt x="15207" y="46141"/>
                </a:moveTo>
                <a:lnTo>
                  <a:pt x="0" y="17849"/>
                </a:lnTo>
                <a:lnTo>
                  <a:pt x="31078" y="0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1"/>
          <p:cNvSpPr/>
          <p:nvPr/>
        </p:nvSpPr>
        <p:spPr>
          <a:xfrm rot="8713740">
            <a:off x="780175" y="336489"/>
            <a:ext cx="54615" cy="54615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1"/>
          <p:cNvSpPr/>
          <p:nvPr/>
        </p:nvSpPr>
        <p:spPr>
          <a:xfrm rot="8716661">
            <a:off x="202223" y="-57209"/>
            <a:ext cx="142267" cy="186625"/>
          </a:xfrm>
          <a:custGeom>
            <a:rect b="b" l="l" r="r" t="t"/>
            <a:pathLst>
              <a:path extrusionOk="0" h="186494" w="142167">
                <a:moveTo>
                  <a:pt x="142167" y="186494"/>
                </a:moveTo>
                <a:lnTo>
                  <a:pt x="81108" y="144170"/>
                </a:lnTo>
                <a:lnTo>
                  <a:pt x="81108" y="69717"/>
                </a:lnTo>
                <a:cubicBezTo>
                  <a:pt x="81108" y="68349"/>
                  <a:pt x="81108" y="66983"/>
                  <a:pt x="81108" y="65615"/>
                </a:cubicBezTo>
                <a:cubicBezTo>
                  <a:pt x="79741" y="55591"/>
                  <a:pt x="70628" y="48756"/>
                  <a:pt x="60603" y="50123"/>
                </a:cubicBezTo>
                <a:lnTo>
                  <a:pt x="0" y="50123"/>
                </a:lnTo>
                <a:lnTo>
                  <a:pt x="0" y="0"/>
                </a:lnTo>
                <a:lnTo>
                  <a:pt x="85209" y="0"/>
                </a:lnTo>
                <a:cubicBezTo>
                  <a:pt x="122118" y="0"/>
                  <a:pt x="142167" y="15948"/>
                  <a:pt x="142167" y="501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1"/>
          <p:cNvSpPr/>
          <p:nvPr/>
        </p:nvSpPr>
        <p:spPr>
          <a:xfrm rot="8716661">
            <a:off x="298563" y="-5475"/>
            <a:ext cx="260822" cy="180181"/>
          </a:xfrm>
          <a:custGeom>
            <a:rect b="b" l="l" r="r" t="t"/>
            <a:pathLst>
              <a:path extrusionOk="0" h="180054" w="260639">
                <a:moveTo>
                  <a:pt x="111638" y="180054"/>
                </a:moveTo>
                <a:lnTo>
                  <a:pt x="51490" y="138362"/>
                </a:lnTo>
                <a:lnTo>
                  <a:pt x="51490" y="45624"/>
                </a:lnTo>
                <a:lnTo>
                  <a:pt x="0" y="45624"/>
                </a:lnTo>
                <a:lnTo>
                  <a:pt x="0" y="1425"/>
                </a:lnTo>
                <a:lnTo>
                  <a:pt x="104802" y="1425"/>
                </a:lnTo>
                <a:lnTo>
                  <a:pt x="104802" y="75242"/>
                </a:lnTo>
                <a:lnTo>
                  <a:pt x="106169" y="75242"/>
                </a:lnTo>
                <a:cubicBezTo>
                  <a:pt x="120751" y="31954"/>
                  <a:pt x="132142" y="15094"/>
                  <a:pt x="154014" y="5981"/>
                </a:cubicBezTo>
                <a:cubicBezTo>
                  <a:pt x="164039" y="1880"/>
                  <a:pt x="174519" y="-398"/>
                  <a:pt x="185455" y="57"/>
                </a:cubicBezTo>
                <a:cubicBezTo>
                  <a:pt x="232388" y="-854"/>
                  <a:pt x="260639" y="31954"/>
                  <a:pt x="260639" y="88456"/>
                </a:cubicBezTo>
                <a:lnTo>
                  <a:pt x="260639" y="94380"/>
                </a:lnTo>
                <a:lnTo>
                  <a:pt x="198669" y="98025"/>
                </a:lnTo>
                <a:lnTo>
                  <a:pt x="198669" y="81621"/>
                </a:lnTo>
                <a:cubicBezTo>
                  <a:pt x="198669" y="57016"/>
                  <a:pt x="184544" y="40156"/>
                  <a:pt x="164950" y="40156"/>
                </a:cubicBezTo>
                <a:cubicBezTo>
                  <a:pt x="135788" y="40156"/>
                  <a:pt x="111638" y="78887"/>
                  <a:pt x="111638" y="12764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1"/>
          <p:cNvSpPr/>
          <p:nvPr/>
        </p:nvSpPr>
        <p:spPr>
          <a:xfrm rot="8716661">
            <a:off x="276874" y="-12836"/>
            <a:ext cx="36297" cy="28002"/>
          </a:xfrm>
          <a:custGeom>
            <a:rect b="b" l="l" r="r" t="t"/>
            <a:pathLst>
              <a:path extrusionOk="0" h="27982" w="36272">
                <a:moveTo>
                  <a:pt x="36272" y="27982"/>
                </a:moveTo>
                <a:lnTo>
                  <a:pt x="0" y="2840"/>
                </a:lnTo>
                <a:lnTo>
                  <a:pt x="9543" y="0"/>
                </a:lnTo>
                <a:cubicBezTo>
                  <a:pt x="20479" y="0"/>
                  <a:pt x="27542" y="4784"/>
                  <a:pt x="31871" y="11392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1"/>
          <p:cNvSpPr/>
          <p:nvPr/>
        </p:nvSpPr>
        <p:spPr>
          <a:xfrm rot="8716661">
            <a:off x="74592" y="-9693"/>
            <a:ext cx="58109" cy="54810"/>
          </a:xfrm>
          <a:custGeom>
            <a:rect b="b" l="l" r="r" t="t"/>
            <a:pathLst>
              <a:path extrusionOk="0" h="54772" w="58068">
                <a:moveTo>
                  <a:pt x="37436" y="54772"/>
                </a:moveTo>
                <a:lnTo>
                  <a:pt x="0" y="28823"/>
                </a:lnTo>
                <a:lnTo>
                  <a:pt x="8515" y="8658"/>
                </a:lnTo>
                <a:cubicBezTo>
                  <a:pt x="13983" y="3190"/>
                  <a:pt x="21273" y="0"/>
                  <a:pt x="29020" y="0"/>
                </a:cubicBezTo>
                <a:cubicBezTo>
                  <a:pt x="36766" y="0"/>
                  <a:pt x="44057" y="3190"/>
                  <a:pt x="49525" y="8658"/>
                </a:cubicBezTo>
                <a:cubicBezTo>
                  <a:pt x="60916" y="19594"/>
                  <a:pt x="60916" y="38276"/>
                  <a:pt x="49525" y="49668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1"/>
          <p:cNvSpPr/>
          <p:nvPr/>
        </p:nvSpPr>
        <p:spPr>
          <a:xfrm rot="8716661">
            <a:off x="13779" y="-10415"/>
            <a:ext cx="30048" cy="20829"/>
          </a:xfrm>
          <a:custGeom>
            <a:rect b="b" l="l" r="r" t="t"/>
            <a:pathLst>
              <a:path extrusionOk="0" h="20814" w="30027">
                <a:moveTo>
                  <a:pt x="30027" y="20814"/>
                </a:moveTo>
                <a:lnTo>
                  <a:pt x="0" y="0"/>
                </a:lnTo>
                <a:lnTo>
                  <a:pt x="30027" y="0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1"/>
          <p:cNvSpPr/>
          <p:nvPr/>
        </p:nvSpPr>
        <p:spPr>
          <a:xfrm rot="8713740">
            <a:off x="168184" y="30603"/>
            <a:ext cx="100127" cy="218460"/>
          </a:xfrm>
          <a:custGeom>
            <a:rect b="b" l="l" r="r" t="t"/>
            <a:pathLst>
              <a:path extrusionOk="0" h="457200" w="209550">
                <a:moveTo>
                  <a:pt x="216217" y="0"/>
                </a:moveTo>
                <a:lnTo>
                  <a:pt x="216217" y="458153"/>
                </a:lnTo>
                <a:lnTo>
                  <a:pt x="90488" y="337185"/>
                </a:lnTo>
                <a:lnTo>
                  <a:pt x="90488" y="34290"/>
                </a:lnTo>
                <a:lnTo>
                  <a:pt x="0" y="34290"/>
                </a:lnTo>
                <a:lnTo>
                  <a:pt x="0" y="4763"/>
                </a:lnTo>
                <a:cubicBezTo>
                  <a:pt x="68580" y="7620"/>
                  <a:pt x="140017" y="1905"/>
                  <a:pt x="216217" y="0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1"/>
          <p:cNvSpPr/>
          <p:nvPr/>
        </p:nvSpPr>
        <p:spPr>
          <a:xfrm rot="7480670">
            <a:off x="562275" y="-28288"/>
            <a:ext cx="199218" cy="194238"/>
          </a:xfrm>
          <a:custGeom>
            <a:rect b="b" l="l" r="r" t="t"/>
            <a:pathLst>
              <a:path extrusionOk="0" h="371475" w="381000">
                <a:moveTo>
                  <a:pt x="389572" y="0"/>
                </a:moveTo>
                <a:lnTo>
                  <a:pt x="389572" y="105728"/>
                </a:lnTo>
                <a:lnTo>
                  <a:pt x="265747" y="105728"/>
                </a:lnTo>
                <a:lnTo>
                  <a:pt x="173355" y="374333"/>
                </a:lnTo>
                <a:lnTo>
                  <a:pt x="91440" y="221933"/>
                </a:lnTo>
                <a:lnTo>
                  <a:pt x="133350" y="105728"/>
                </a:lnTo>
                <a:lnTo>
                  <a:pt x="0" y="105728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1"/>
          <p:cNvSpPr/>
          <p:nvPr/>
        </p:nvSpPr>
        <p:spPr>
          <a:xfrm rot="-8513943">
            <a:off x="766937" y="-3050"/>
            <a:ext cx="149797" cy="301287"/>
          </a:xfrm>
          <a:custGeom>
            <a:rect b="b" l="l" r="r" t="t"/>
            <a:pathLst>
              <a:path extrusionOk="0" h="301067" w="149688">
                <a:moveTo>
                  <a:pt x="149688" y="279622"/>
                </a:moveTo>
                <a:lnTo>
                  <a:pt x="122393" y="301067"/>
                </a:lnTo>
                <a:lnTo>
                  <a:pt x="0" y="114672"/>
                </a:lnTo>
                <a:lnTo>
                  <a:pt x="0" y="38074"/>
                </a:lnTo>
                <a:lnTo>
                  <a:pt x="73388" y="0"/>
                </a:lnTo>
                <a:lnTo>
                  <a:pt x="74492" y="153950"/>
                </a:lnTo>
                <a:cubicBezTo>
                  <a:pt x="72836" y="184850"/>
                  <a:pt x="77802" y="216302"/>
                  <a:pt x="87734" y="245547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1"/>
          <p:cNvSpPr/>
          <p:nvPr/>
        </p:nvSpPr>
        <p:spPr>
          <a:xfrm rot="8713740">
            <a:off x="212331" y="3045323"/>
            <a:ext cx="141088" cy="232113"/>
          </a:xfrm>
          <a:custGeom>
            <a:rect b="b" l="l" r="r" t="t"/>
            <a:pathLst>
              <a:path extrusionOk="0" h="485775" w="295275">
                <a:moveTo>
                  <a:pt x="297180" y="104775"/>
                </a:moveTo>
                <a:lnTo>
                  <a:pt x="297180" y="435293"/>
                </a:lnTo>
                <a:lnTo>
                  <a:pt x="169545" y="485775"/>
                </a:lnTo>
                <a:lnTo>
                  <a:pt x="169545" y="145733"/>
                </a:lnTo>
                <a:cubicBezTo>
                  <a:pt x="169545" y="142875"/>
                  <a:pt x="169545" y="140018"/>
                  <a:pt x="169545" y="137160"/>
                </a:cubicBezTo>
                <a:cubicBezTo>
                  <a:pt x="166688" y="116205"/>
                  <a:pt x="147638" y="101918"/>
                  <a:pt x="126683" y="104775"/>
                </a:cubicBezTo>
                <a:lnTo>
                  <a:pt x="0" y="104775"/>
                </a:lnTo>
                <a:lnTo>
                  <a:pt x="0" y="0"/>
                </a:lnTo>
                <a:lnTo>
                  <a:pt x="178118" y="0"/>
                </a:lnTo>
                <a:cubicBezTo>
                  <a:pt x="255270" y="0"/>
                  <a:pt x="297180" y="33338"/>
                  <a:pt x="297180" y="104775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1"/>
          <p:cNvSpPr/>
          <p:nvPr/>
        </p:nvSpPr>
        <p:spPr>
          <a:xfrm rot="8713740">
            <a:off x="301876" y="3074585"/>
            <a:ext cx="259421" cy="250318"/>
          </a:xfrm>
          <a:custGeom>
            <a:rect b="b" l="l" r="r" t="t"/>
            <a:pathLst>
              <a:path extrusionOk="0" h="523875" w="542925">
                <a:moveTo>
                  <a:pt x="544830" y="184905"/>
                </a:moveTo>
                <a:lnTo>
                  <a:pt x="544830" y="197288"/>
                </a:lnTo>
                <a:lnTo>
                  <a:pt x="415290" y="204908"/>
                </a:lnTo>
                <a:lnTo>
                  <a:pt x="415290" y="170618"/>
                </a:lnTo>
                <a:cubicBezTo>
                  <a:pt x="415290" y="119183"/>
                  <a:pt x="385763" y="83940"/>
                  <a:pt x="344805" y="83940"/>
                </a:cubicBezTo>
                <a:cubicBezTo>
                  <a:pt x="283845" y="83940"/>
                  <a:pt x="233363" y="164903"/>
                  <a:pt x="233363" y="266820"/>
                </a:cubicBezTo>
                <a:lnTo>
                  <a:pt x="233363" y="446843"/>
                </a:lnTo>
                <a:lnTo>
                  <a:pt x="107632" y="532568"/>
                </a:lnTo>
                <a:lnTo>
                  <a:pt x="107632" y="95370"/>
                </a:lnTo>
                <a:lnTo>
                  <a:pt x="0" y="95370"/>
                </a:lnTo>
                <a:lnTo>
                  <a:pt x="0" y="2978"/>
                </a:lnTo>
                <a:lnTo>
                  <a:pt x="219075" y="2978"/>
                </a:lnTo>
                <a:lnTo>
                  <a:pt x="219075" y="157283"/>
                </a:lnTo>
                <a:lnTo>
                  <a:pt x="221932" y="157283"/>
                </a:lnTo>
                <a:cubicBezTo>
                  <a:pt x="252413" y="66795"/>
                  <a:pt x="276225" y="31553"/>
                  <a:pt x="321945" y="12503"/>
                </a:cubicBezTo>
                <a:cubicBezTo>
                  <a:pt x="342900" y="3930"/>
                  <a:pt x="364807" y="-832"/>
                  <a:pt x="387667" y="120"/>
                </a:cubicBezTo>
                <a:cubicBezTo>
                  <a:pt x="485775" y="-1785"/>
                  <a:pt x="544830" y="66795"/>
                  <a:pt x="544830" y="184905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1"/>
          <p:cNvSpPr/>
          <p:nvPr/>
        </p:nvSpPr>
        <p:spPr>
          <a:xfrm rot="8713740">
            <a:off x="256928" y="2988160"/>
            <a:ext cx="186601" cy="136537"/>
          </a:xfrm>
          <a:custGeom>
            <a:rect b="b" l="l" r="r" t="t"/>
            <a:pathLst>
              <a:path extrusionOk="0" h="285750" w="390525">
                <a:moveTo>
                  <a:pt x="343853" y="144780"/>
                </a:moveTo>
                <a:lnTo>
                  <a:pt x="344805" y="144780"/>
                </a:lnTo>
                <a:lnTo>
                  <a:pt x="12382" y="288608"/>
                </a:lnTo>
                <a:lnTo>
                  <a:pt x="0" y="271463"/>
                </a:lnTo>
                <a:lnTo>
                  <a:pt x="225743" y="59055"/>
                </a:lnTo>
                <a:cubicBezTo>
                  <a:pt x="254318" y="25718"/>
                  <a:pt x="295275" y="4763"/>
                  <a:pt x="340043" y="0"/>
                </a:cubicBezTo>
                <a:cubicBezTo>
                  <a:pt x="385763" y="0"/>
                  <a:pt x="399098" y="40005"/>
                  <a:pt x="399098" y="70485"/>
                </a:cubicBezTo>
                <a:cubicBezTo>
                  <a:pt x="396240" y="103823"/>
                  <a:pt x="374332" y="131445"/>
                  <a:pt x="343853" y="144780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1"/>
          <p:cNvSpPr/>
          <p:nvPr/>
        </p:nvSpPr>
        <p:spPr>
          <a:xfrm rot="8713740">
            <a:off x="99980" y="3133641"/>
            <a:ext cx="54615" cy="54615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1"/>
          <p:cNvSpPr/>
          <p:nvPr/>
        </p:nvSpPr>
        <p:spPr>
          <a:xfrm rot="8719330">
            <a:off x="-24805" y="2924865"/>
            <a:ext cx="199218" cy="194238"/>
          </a:xfrm>
          <a:custGeom>
            <a:rect b="b" l="l" r="r" t="t"/>
            <a:pathLst>
              <a:path extrusionOk="0" h="371475" w="381000">
                <a:moveTo>
                  <a:pt x="389572" y="0"/>
                </a:moveTo>
                <a:lnTo>
                  <a:pt x="389572" y="105728"/>
                </a:lnTo>
                <a:lnTo>
                  <a:pt x="265747" y="105728"/>
                </a:lnTo>
                <a:lnTo>
                  <a:pt x="173355" y="374333"/>
                </a:lnTo>
                <a:lnTo>
                  <a:pt x="91440" y="221933"/>
                </a:lnTo>
                <a:lnTo>
                  <a:pt x="133350" y="105728"/>
                </a:lnTo>
                <a:lnTo>
                  <a:pt x="0" y="105728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1"/>
          <p:cNvSpPr/>
          <p:nvPr/>
        </p:nvSpPr>
        <p:spPr>
          <a:xfrm rot="8716661">
            <a:off x="51717" y="2754396"/>
            <a:ext cx="189621" cy="351076"/>
          </a:xfrm>
          <a:custGeom>
            <a:rect b="b" l="l" r="r" t="t"/>
            <a:pathLst>
              <a:path extrusionOk="0" h="350829" w="189488">
                <a:moveTo>
                  <a:pt x="25299" y="321238"/>
                </a:moveTo>
                <a:cubicBezTo>
                  <a:pt x="5295" y="301823"/>
                  <a:pt x="0" y="268286"/>
                  <a:pt x="0" y="220042"/>
                </a:cubicBezTo>
                <a:lnTo>
                  <a:pt x="0" y="40596"/>
                </a:lnTo>
                <a:lnTo>
                  <a:pt x="78250" y="0"/>
                </a:lnTo>
                <a:lnTo>
                  <a:pt x="79427" y="164149"/>
                </a:lnTo>
                <a:cubicBezTo>
                  <a:pt x="77662" y="197097"/>
                  <a:pt x="82957" y="230632"/>
                  <a:pt x="93547" y="261815"/>
                </a:cubicBezTo>
                <a:cubicBezTo>
                  <a:pt x="102961" y="287702"/>
                  <a:pt x="127083" y="300646"/>
                  <a:pt x="164148" y="300646"/>
                </a:cubicBezTo>
                <a:lnTo>
                  <a:pt x="189488" y="296141"/>
                </a:lnTo>
                <a:lnTo>
                  <a:pt x="160617" y="337791"/>
                </a:lnTo>
                <a:lnTo>
                  <a:pt x="97666" y="350655"/>
                </a:lnTo>
                <a:cubicBezTo>
                  <a:pt x="70602" y="352420"/>
                  <a:pt x="44126" y="340653"/>
                  <a:pt x="25299" y="321238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1"/>
          <p:cNvSpPr/>
          <p:nvPr/>
        </p:nvSpPr>
        <p:spPr>
          <a:xfrm rot="8713740">
            <a:off x="190221" y="3174802"/>
            <a:ext cx="100127" cy="218460"/>
          </a:xfrm>
          <a:custGeom>
            <a:rect b="b" l="l" r="r" t="t"/>
            <a:pathLst>
              <a:path extrusionOk="0" h="457200" w="209550">
                <a:moveTo>
                  <a:pt x="216217" y="0"/>
                </a:moveTo>
                <a:lnTo>
                  <a:pt x="216217" y="458153"/>
                </a:lnTo>
                <a:lnTo>
                  <a:pt x="90488" y="337185"/>
                </a:lnTo>
                <a:lnTo>
                  <a:pt x="90488" y="34290"/>
                </a:lnTo>
                <a:lnTo>
                  <a:pt x="0" y="34290"/>
                </a:lnTo>
                <a:lnTo>
                  <a:pt x="0" y="4763"/>
                </a:lnTo>
                <a:cubicBezTo>
                  <a:pt x="68580" y="7620"/>
                  <a:pt x="140017" y="1905"/>
                  <a:pt x="216217" y="0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1"/>
          <p:cNvSpPr/>
          <p:nvPr/>
        </p:nvSpPr>
        <p:spPr>
          <a:xfrm rot="8716661">
            <a:off x="502484" y="2801999"/>
            <a:ext cx="117671" cy="232551"/>
          </a:xfrm>
          <a:custGeom>
            <a:rect b="b" l="l" r="r" t="t"/>
            <a:pathLst>
              <a:path extrusionOk="0" h="232388" w="117588">
                <a:moveTo>
                  <a:pt x="56529" y="232388"/>
                </a:moveTo>
                <a:lnTo>
                  <a:pt x="56529" y="69717"/>
                </a:lnTo>
                <a:cubicBezTo>
                  <a:pt x="56529" y="68349"/>
                  <a:pt x="56529" y="66983"/>
                  <a:pt x="56529" y="65615"/>
                </a:cubicBezTo>
                <a:cubicBezTo>
                  <a:pt x="55163" y="55591"/>
                  <a:pt x="46049" y="48756"/>
                  <a:pt x="36025" y="50123"/>
                </a:cubicBezTo>
                <a:lnTo>
                  <a:pt x="0" y="50123"/>
                </a:lnTo>
                <a:lnTo>
                  <a:pt x="41458" y="0"/>
                </a:lnTo>
                <a:lnTo>
                  <a:pt x="60630" y="0"/>
                </a:lnTo>
                <a:cubicBezTo>
                  <a:pt x="97539" y="0"/>
                  <a:pt x="117588" y="15948"/>
                  <a:pt x="117588" y="50123"/>
                </a:cubicBezTo>
                <a:lnTo>
                  <a:pt x="117588" y="208238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1"/>
          <p:cNvSpPr/>
          <p:nvPr/>
        </p:nvSpPr>
        <p:spPr>
          <a:xfrm rot="8713740">
            <a:off x="389079" y="2883489"/>
            <a:ext cx="54615" cy="54615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1"/>
          <p:cNvSpPr/>
          <p:nvPr/>
        </p:nvSpPr>
        <p:spPr>
          <a:xfrm rot="8719330">
            <a:off x="264295" y="2674713"/>
            <a:ext cx="199218" cy="194238"/>
          </a:xfrm>
          <a:custGeom>
            <a:rect b="b" l="l" r="r" t="t"/>
            <a:pathLst>
              <a:path extrusionOk="0" h="371475" w="381000">
                <a:moveTo>
                  <a:pt x="389572" y="0"/>
                </a:moveTo>
                <a:lnTo>
                  <a:pt x="389572" y="105728"/>
                </a:lnTo>
                <a:lnTo>
                  <a:pt x="265747" y="105728"/>
                </a:lnTo>
                <a:lnTo>
                  <a:pt x="173355" y="374333"/>
                </a:lnTo>
                <a:lnTo>
                  <a:pt x="91440" y="221933"/>
                </a:lnTo>
                <a:lnTo>
                  <a:pt x="133350" y="105728"/>
                </a:lnTo>
                <a:lnTo>
                  <a:pt x="0" y="105728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1"/>
          <p:cNvSpPr/>
          <p:nvPr/>
        </p:nvSpPr>
        <p:spPr>
          <a:xfrm rot="8713740">
            <a:off x="479321" y="2924651"/>
            <a:ext cx="100127" cy="218460"/>
          </a:xfrm>
          <a:custGeom>
            <a:rect b="b" l="l" r="r" t="t"/>
            <a:pathLst>
              <a:path extrusionOk="0" h="457200" w="209550">
                <a:moveTo>
                  <a:pt x="216217" y="0"/>
                </a:moveTo>
                <a:lnTo>
                  <a:pt x="216217" y="458153"/>
                </a:lnTo>
                <a:lnTo>
                  <a:pt x="90488" y="337185"/>
                </a:lnTo>
                <a:lnTo>
                  <a:pt x="90488" y="34290"/>
                </a:lnTo>
                <a:lnTo>
                  <a:pt x="0" y="34290"/>
                </a:lnTo>
                <a:lnTo>
                  <a:pt x="0" y="4763"/>
                </a:lnTo>
                <a:cubicBezTo>
                  <a:pt x="68580" y="7620"/>
                  <a:pt x="140017" y="1905"/>
                  <a:pt x="216217" y="0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1"/>
          <p:cNvSpPr/>
          <p:nvPr/>
        </p:nvSpPr>
        <p:spPr>
          <a:xfrm rot="8718291">
            <a:off x="237926" y="2774841"/>
            <a:ext cx="72290" cy="7229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1"/>
          <p:cNvSpPr/>
          <p:nvPr/>
        </p:nvSpPr>
        <p:spPr>
          <a:xfrm rot="7483339">
            <a:off x="609959" y="3142818"/>
            <a:ext cx="20896" cy="31023"/>
          </a:xfrm>
          <a:custGeom>
            <a:rect b="b" l="l" r="r" t="t"/>
            <a:pathLst>
              <a:path extrusionOk="0" h="31001" w="20881">
                <a:moveTo>
                  <a:pt x="10218" y="31001"/>
                </a:moveTo>
                <a:lnTo>
                  <a:pt x="0" y="11992"/>
                </a:lnTo>
                <a:lnTo>
                  <a:pt x="20881" y="0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1"/>
          <p:cNvSpPr/>
          <p:nvPr/>
        </p:nvSpPr>
        <p:spPr>
          <a:xfrm rot="8713740">
            <a:off x="579542" y="2817273"/>
            <a:ext cx="54615" cy="54615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1"/>
          <p:cNvSpPr/>
          <p:nvPr/>
        </p:nvSpPr>
        <p:spPr>
          <a:xfrm rot="8716661">
            <a:off x="437890" y="3716095"/>
            <a:ext cx="102751" cy="232551"/>
          </a:xfrm>
          <a:custGeom>
            <a:rect b="b" l="l" r="r" t="t"/>
            <a:pathLst>
              <a:path extrusionOk="0" h="232388" w="102679">
                <a:moveTo>
                  <a:pt x="41620" y="232388"/>
                </a:moveTo>
                <a:lnTo>
                  <a:pt x="41620" y="69717"/>
                </a:lnTo>
                <a:cubicBezTo>
                  <a:pt x="41620" y="68349"/>
                  <a:pt x="41620" y="66983"/>
                  <a:pt x="41620" y="65615"/>
                </a:cubicBezTo>
                <a:cubicBezTo>
                  <a:pt x="40254" y="55591"/>
                  <a:pt x="31140" y="48756"/>
                  <a:pt x="21116" y="50123"/>
                </a:cubicBezTo>
                <a:lnTo>
                  <a:pt x="0" y="50123"/>
                </a:lnTo>
                <a:lnTo>
                  <a:pt x="41457" y="0"/>
                </a:lnTo>
                <a:lnTo>
                  <a:pt x="45721" y="0"/>
                </a:lnTo>
                <a:cubicBezTo>
                  <a:pt x="82630" y="0"/>
                  <a:pt x="102679" y="15948"/>
                  <a:pt x="102679" y="50123"/>
                </a:cubicBezTo>
                <a:lnTo>
                  <a:pt x="102679" y="208238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1"/>
          <p:cNvSpPr/>
          <p:nvPr/>
        </p:nvSpPr>
        <p:spPr>
          <a:xfrm rot="8716661">
            <a:off x="482592" y="3669905"/>
            <a:ext cx="154672" cy="124985"/>
          </a:xfrm>
          <a:custGeom>
            <a:rect b="b" l="l" r="r" t="t"/>
            <a:pathLst>
              <a:path extrusionOk="0" h="124897" w="154563">
                <a:moveTo>
                  <a:pt x="0" y="124897"/>
                </a:moveTo>
                <a:lnTo>
                  <a:pt x="95474" y="9467"/>
                </a:lnTo>
                <a:lnTo>
                  <a:pt x="96067" y="9000"/>
                </a:lnTo>
                <a:cubicBezTo>
                  <a:pt x="105351" y="4215"/>
                  <a:pt x="115604" y="1139"/>
                  <a:pt x="126312" y="0"/>
                </a:cubicBezTo>
                <a:cubicBezTo>
                  <a:pt x="148184" y="0"/>
                  <a:pt x="154563" y="19138"/>
                  <a:pt x="154563" y="33719"/>
                </a:cubicBezTo>
                <a:cubicBezTo>
                  <a:pt x="153196" y="49668"/>
                  <a:pt x="142715" y="62882"/>
                  <a:pt x="128135" y="69261"/>
                </a:cubicBezTo>
                <a:lnTo>
                  <a:pt x="128590" y="69261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1"/>
          <p:cNvSpPr/>
          <p:nvPr/>
        </p:nvSpPr>
        <p:spPr>
          <a:xfrm rot="8713740">
            <a:off x="323147" y="3793340"/>
            <a:ext cx="54615" cy="54615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1"/>
          <p:cNvSpPr/>
          <p:nvPr/>
        </p:nvSpPr>
        <p:spPr>
          <a:xfrm rot="8719330">
            <a:off x="198362" y="3584564"/>
            <a:ext cx="199218" cy="194238"/>
          </a:xfrm>
          <a:custGeom>
            <a:rect b="b" l="l" r="r" t="t"/>
            <a:pathLst>
              <a:path extrusionOk="0" h="371475" w="381000">
                <a:moveTo>
                  <a:pt x="389572" y="0"/>
                </a:moveTo>
                <a:lnTo>
                  <a:pt x="389572" y="105728"/>
                </a:lnTo>
                <a:lnTo>
                  <a:pt x="265747" y="105728"/>
                </a:lnTo>
                <a:lnTo>
                  <a:pt x="173355" y="374333"/>
                </a:lnTo>
                <a:lnTo>
                  <a:pt x="91440" y="221933"/>
                </a:lnTo>
                <a:lnTo>
                  <a:pt x="133350" y="105728"/>
                </a:lnTo>
                <a:lnTo>
                  <a:pt x="0" y="105728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1"/>
          <p:cNvSpPr/>
          <p:nvPr/>
        </p:nvSpPr>
        <p:spPr>
          <a:xfrm rot="8713013">
            <a:off x="185931" y="3445941"/>
            <a:ext cx="288394" cy="347250"/>
          </a:xfrm>
          <a:custGeom>
            <a:rect b="b" l="l" r="r" t="t"/>
            <a:pathLst>
              <a:path extrusionOk="0" h="561975" w="466725">
                <a:moveTo>
                  <a:pt x="470535" y="436245"/>
                </a:moveTo>
                <a:lnTo>
                  <a:pt x="470535" y="445770"/>
                </a:lnTo>
                <a:cubicBezTo>
                  <a:pt x="369570" y="532448"/>
                  <a:pt x="237172" y="562928"/>
                  <a:pt x="158115" y="567690"/>
                </a:cubicBezTo>
                <a:cubicBezTo>
                  <a:pt x="114300" y="570548"/>
                  <a:pt x="71438" y="551498"/>
                  <a:pt x="40957" y="520065"/>
                </a:cubicBezTo>
                <a:cubicBezTo>
                  <a:pt x="8572" y="488633"/>
                  <a:pt x="0" y="434340"/>
                  <a:pt x="0" y="356235"/>
                </a:cubicBezTo>
                <a:lnTo>
                  <a:pt x="0" y="65723"/>
                </a:lnTo>
                <a:lnTo>
                  <a:pt x="126682" y="0"/>
                </a:lnTo>
                <a:lnTo>
                  <a:pt x="128588" y="265748"/>
                </a:lnTo>
                <a:cubicBezTo>
                  <a:pt x="125730" y="319088"/>
                  <a:pt x="134302" y="373380"/>
                  <a:pt x="151447" y="423863"/>
                </a:cubicBezTo>
                <a:cubicBezTo>
                  <a:pt x="166688" y="465773"/>
                  <a:pt x="205740" y="486728"/>
                  <a:pt x="265747" y="486728"/>
                </a:cubicBezTo>
                <a:cubicBezTo>
                  <a:pt x="295275" y="485775"/>
                  <a:pt x="323850" y="480060"/>
                  <a:pt x="351472" y="471488"/>
                </a:cubicBezTo>
                <a:cubicBezTo>
                  <a:pt x="391477" y="459105"/>
                  <a:pt x="430530" y="442913"/>
                  <a:pt x="468630" y="423863"/>
                </a:cubicBezTo>
                <a:cubicBezTo>
                  <a:pt x="469582" y="427673"/>
                  <a:pt x="470535" y="432435"/>
                  <a:pt x="470535" y="436245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1"/>
          <p:cNvSpPr/>
          <p:nvPr/>
        </p:nvSpPr>
        <p:spPr>
          <a:xfrm rot="8716661">
            <a:off x="410114" y="3834585"/>
            <a:ext cx="103508" cy="219328"/>
          </a:xfrm>
          <a:custGeom>
            <a:rect b="b" l="l" r="r" t="t"/>
            <a:pathLst>
              <a:path extrusionOk="0" h="219174" w="103435">
                <a:moveTo>
                  <a:pt x="103435" y="219174"/>
                </a:moveTo>
                <a:lnTo>
                  <a:pt x="43288" y="161305"/>
                </a:lnTo>
                <a:lnTo>
                  <a:pt x="43288" y="16404"/>
                </a:lnTo>
                <a:lnTo>
                  <a:pt x="0" y="16404"/>
                </a:lnTo>
                <a:lnTo>
                  <a:pt x="0" y="16028"/>
                </a:lnTo>
                <a:lnTo>
                  <a:pt x="11583" y="2023"/>
                </a:lnTo>
                <a:lnTo>
                  <a:pt x="103435" y="0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1"/>
          <p:cNvSpPr/>
          <p:nvPr/>
        </p:nvSpPr>
        <p:spPr>
          <a:xfrm rot="8716661">
            <a:off x="487320" y="3349262"/>
            <a:ext cx="151268" cy="196011"/>
          </a:xfrm>
          <a:custGeom>
            <a:rect b="b" l="l" r="r" t="t"/>
            <a:pathLst>
              <a:path extrusionOk="0" h="195873" w="151162">
                <a:moveTo>
                  <a:pt x="38025" y="195873"/>
                </a:moveTo>
                <a:lnTo>
                  <a:pt x="0" y="125130"/>
                </a:lnTo>
                <a:lnTo>
                  <a:pt x="103497" y="0"/>
                </a:lnTo>
                <a:lnTo>
                  <a:pt x="151162" y="0"/>
                </a:lnTo>
                <a:lnTo>
                  <a:pt x="151162" y="55323"/>
                </a:lnTo>
                <a:lnTo>
                  <a:pt x="86370" y="55323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1"/>
          <p:cNvSpPr/>
          <p:nvPr/>
        </p:nvSpPr>
        <p:spPr>
          <a:xfrm rot="8718291">
            <a:off x="461093" y="3434540"/>
            <a:ext cx="72290" cy="7229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1"/>
          <p:cNvSpPr/>
          <p:nvPr/>
        </p:nvSpPr>
        <p:spPr>
          <a:xfrm rot="8716661">
            <a:off x="417206" y="4258812"/>
            <a:ext cx="147741" cy="196012"/>
          </a:xfrm>
          <a:custGeom>
            <a:rect b="b" l="l" r="r" t="t"/>
            <a:pathLst>
              <a:path extrusionOk="0" h="195874" w="147637">
                <a:moveTo>
                  <a:pt x="34500" y="195874"/>
                </a:moveTo>
                <a:lnTo>
                  <a:pt x="0" y="131688"/>
                </a:lnTo>
                <a:lnTo>
                  <a:pt x="108921" y="0"/>
                </a:lnTo>
                <a:lnTo>
                  <a:pt x="147637" y="0"/>
                </a:lnTo>
                <a:lnTo>
                  <a:pt x="147637" y="55323"/>
                </a:lnTo>
                <a:lnTo>
                  <a:pt x="82845" y="55323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/>
          <p:cNvSpPr/>
          <p:nvPr/>
        </p:nvSpPr>
        <p:spPr>
          <a:xfrm rot="8716661">
            <a:off x="330649" y="4134881"/>
            <a:ext cx="254792" cy="91221"/>
          </a:xfrm>
          <a:custGeom>
            <a:rect b="b" l="l" r="r" t="t"/>
            <a:pathLst>
              <a:path extrusionOk="0" h="91157" w="254613">
                <a:moveTo>
                  <a:pt x="0" y="68911"/>
                </a:moveTo>
                <a:lnTo>
                  <a:pt x="56997" y="0"/>
                </a:lnTo>
                <a:lnTo>
                  <a:pt x="57517" y="2143"/>
                </a:lnTo>
                <a:cubicBezTo>
                  <a:pt x="66931" y="28030"/>
                  <a:pt x="91053" y="40974"/>
                  <a:pt x="128118" y="40974"/>
                </a:cubicBezTo>
                <a:cubicBezTo>
                  <a:pt x="146357" y="40385"/>
                  <a:pt x="164008" y="36855"/>
                  <a:pt x="181070" y="31560"/>
                </a:cubicBezTo>
                <a:cubicBezTo>
                  <a:pt x="205780" y="23912"/>
                  <a:pt x="229903" y="13910"/>
                  <a:pt x="253437" y="2143"/>
                </a:cubicBezTo>
                <a:cubicBezTo>
                  <a:pt x="254025" y="4496"/>
                  <a:pt x="254613" y="7438"/>
                  <a:pt x="254613" y="9791"/>
                </a:cubicBezTo>
                <a:lnTo>
                  <a:pt x="254613" y="15674"/>
                </a:lnTo>
                <a:cubicBezTo>
                  <a:pt x="192249" y="69215"/>
                  <a:pt x="110468" y="88042"/>
                  <a:pt x="61636" y="90983"/>
                </a:cubicBezTo>
                <a:cubicBezTo>
                  <a:pt x="48104" y="91866"/>
                  <a:pt x="34719" y="89365"/>
                  <a:pt x="22363" y="84217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1"/>
          <p:cNvSpPr/>
          <p:nvPr/>
        </p:nvSpPr>
        <p:spPr>
          <a:xfrm rot="8716661">
            <a:off x="-3556" y="2405872"/>
            <a:ext cx="142267" cy="208739"/>
          </a:xfrm>
          <a:custGeom>
            <a:rect b="b" l="l" r="r" t="t"/>
            <a:pathLst>
              <a:path extrusionOk="0" h="208592" w="142167">
                <a:moveTo>
                  <a:pt x="81108" y="208592"/>
                </a:moveTo>
                <a:lnTo>
                  <a:pt x="81108" y="69717"/>
                </a:lnTo>
                <a:cubicBezTo>
                  <a:pt x="81108" y="68350"/>
                  <a:pt x="81108" y="66983"/>
                  <a:pt x="81108" y="65615"/>
                </a:cubicBezTo>
                <a:cubicBezTo>
                  <a:pt x="79742" y="55591"/>
                  <a:pt x="70628" y="48756"/>
                  <a:pt x="60604" y="50123"/>
                </a:cubicBezTo>
                <a:lnTo>
                  <a:pt x="0" y="50123"/>
                </a:lnTo>
                <a:lnTo>
                  <a:pt x="0" y="0"/>
                </a:lnTo>
                <a:lnTo>
                  <a:pt x="85210" y="0"/>
                </a:lnTo>
                <a:cubicBezTo>
                  <a:pt x="122118" y="0"/>
                  <a:pt x="142167" y="15948"/>
                  <a:pt x="142167" y="50123"/>
                </a:cubicBezTo>
                <a:lnTo>
                  <a:pt x="142167" y="120504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1"/>
          <p:cNvSpPr/>
          <p:nvPr/>
        </p:nvSpPr>
        <p:spPr>
          <a:xfrm rot="8713740">
            <a:off x="80358" y="2413611"/>
            <a:ext cx="259421" cy="250318"/>
          </a:xfrm>
          <a:custGeom>
            <a:rect b="b" l="l" r="r" t="t"/>
            <a:pathLst>
              <a:path extrusionOk="0" h="523875" w="542925">
                <a:moveTo>
                  <a:pt x="544830" y="184905"/>
                </a:moveTo>
                <a:lnTo>
                  <a:pt x="544830" y="197288"/>
                </a:lnTo>
                <a:lnTo>
                  <a:pt x="415290" y="204908"/>
                </a:lnTo>
                <a:lnTo>
                  <a:pt x="415290" y="170618"/>
                </a:lnTo>
                <a:cubicBezTo>
                  <a:pt x="415290" y="119183"/>
                  <a:pt x="385763" y="83940"/>
                  <a:pt x="344805" y="83940"/>
                </a:cubicBezTo>
                <a:cubicBezTo>
                  <a:pt x="283845" y="83940"/>
                  <a:pt x="233363" y="164903"/>
                  <a:pt x="233363" y="266820"/>
                </a:cubicBezTo>
                <a:lnTo>
                  <a:pt x="233363" y="446843"/>
                </a:lnTo>
                <a:lnTo>
                  <a:pt x="107632" y="532568"/>
                </a:lnTo>
                <a:lnTo>
                  <a:pt x="107632" y="95370"/>
                </a:lnTo>
                <a:lnTo>
                  <a:pt x="0" y="95370"/>
                </a:lnTo>
                <a:lnTo>
                  <a:pt x="0" y="2978"/>
                </a:lnTo>
                <a:lnTo>
                  <a:pt x="219075" y="2978"/>
                </a:lnTo>
                <a:lnTo>
                  <a:pt x="219075" y="157283"/>
                </a:lnTo>
                <a:lnTo>
                  <a:pt x="221932" y="157283"/>
                </a:lnTo>
                <a:cubicBezTo>
                  <a:pt x="252413" y="66795"/>
                  <a:pt x="276225" y="31553"/>
                  <a:pt x="321945" y="12503"/>
                </a:cubicBezTo>
                <a:cubicBezTo>
                  <a:pt x="342900" y="3930"/>
                  <a:pt x="364807" y="-832"/>
                  <a:pt x="387667" y="120"/>
                </a:cubicBezTo>
                <a:cubicBezTo>
                  <a:pt x="485775" y="-1785"/>
                  <a:pt x="544830" y="66795"/>
                  <a:pt x="544830" y="184905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1"/>
          <p:cNvSpPr/>
          <p:nvPr/>
        </p:nvSpPr>
        <p:spPr>
          <a:xfrm rot="8713740">
            <a:off x="35410" y="2327186"/>
            <a:ext cx="186601" cy="136537"/>
          </a:xfrm>
          <a:custGeom>
            <a:rect b="b" l="l" r="r" t="t"/>
            <a:pathLst>
              <a:path extrusionOk="0" h="285750" w="390525">
                <a:moveTo>
                  <a:pt x="343853" y="144780"/>
                </a:moveTo>
                <a:lnTo>
                  <a:pt x="344805" y="144780"/>
                </a:lnTo>
                <a:lnTo>
                  <a:pt x="12382" y="288608"/>
                </a:lnTo>
                <a:lnTo>
                  <a:pt x="0" y="271463"/>
                </a:lnTo>
                <a:lnTo>
                  <a:pt x="225743" y="59055"/>
                </a:lnTo>
                <a:cubicBezTo>
                  <a:pt x="254318" y="25718"/>
                  <a:pt x="295275" y="4763"/>
                  <a:pt x="340043" y="0"/>
                </a:cubicBezTo>
                <a:cubicBezTo>
                  <a:pt x="385763" y="0"/>
                  <a:pt x="399098" y="40005"/>
                  <a:pt x="399098" y="70485"/>
                </a:cubicBezTo>
                <a:cubicBezTo>
                  <a:pt x="396240" y="103823"/>
                  <a:pt x="374332" y="131445"/>
                  <a:pt x="343853" y="144780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1"/>
          <p:cNvSpPr/>
          <p:nvPr/>
        </p:nvSpPr>
        <p:spPr>
          <a:xfrm rot="8716661">
            <a:off x="-20338" y="2216978"/>
            <a:ext cx="78786" cy="180792"/>
          </a:xfrm>
          <a:custGeom>
            <a:rect b="b" l="l" r="r" t="t"/>
            <a:pathLst>
              <a:path extrusionOk="0" h="180665" w="78731">
                <a:moveTo>
                  <a:pt x="0" y="180665"/>
                </a:moveTo>
                <a:lnTo>
                  <a:pt x="0" y="40596"/>
                </a:lnTo>
                <a:lnTo>
                  <a:pt x="78250" y="0"/>
                </a:lnTo>
                <a:lnTo>
                  <a:pt x="78731" y="67083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1"/>
          <p:cNvSpPr/>
          <p:nvPr/>
        </p:nvSpPr>
        <p:spPr>
          <a:xfrm rot="8716661">
            <a:off x="-15434" y="2575123"/>
            <a:ext cx="103508" cy="152134"/>
          </a:xfrm>
          <a:custGeom>
            <a:rect b="b" l="l" r="r" t="t"/>
            <a:pathLst>
              <a:path extrusionOk="0" h="152027" w="103435">
                <a:moveTo>
                  <a:pt x="43288" y="152027"/>
                </a:moveTo>
                <a:lnTo>
                  <a:pt x="43288" y="16404"/>
                </a:lnTo>
                <a:lnTo>
                  <a:pt x="0" y="16404"/>
                </a:lnTo>
                <a:lnTo>
                  <a:pt x="0" y="2278"/>
                </a:lnTo>
                <a:cubicBezTo>
                  <a:pt x="32808" y="3645"/>
                  <a:pt x="66982" y="911"/>
                  <a:pt x="103435" y="0"/>
                </a:cubicBezTo>
                <a:lnTo>
                  <a:pt x="103435" y="65255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1"/>
          <p:cNvSpPr/>
          <p:nvPr/>
        </p:nvSpPr>
        <p:spPr>
          <a:xfrm rot="8713740">
            <a:off x="279912" y="2134197"/>
            <a:ext cx="141088" cy="232113"/>
          </a:xfrm>
          <a:custGeom>
            <a:rect b="b" l="l" r="r" t="t"/>
            <a:pathLst>
              <a:path extrusionOk="0" h="485775" w="295275">
                <a:moveTo>
                  <a:pt x="297180" y="104775"/>
                </a:moveTo>
                <a:lnTo>
                  <a:pt x="297180" y="435293"/>
                </a:lnTo>
                <a:lnTo>
                  <a:pt x="169545" y="485775"/>
                </a:lnTo>
                <a:lnTo>
                  <a:pt x="169545" y="145733"/>
                </a:lnTo>
                <a:cubicBezTo>
                  <a:pt x="169545" y="142875"/>
                  <a:pt x="169545" y="140018"/>
                  <a:pt x="169545" y="137160"/>
                </a:cubicBezTo>
                <a:cubicBezTo>
                  <a:pt x="166688" y="116205"/>
                  <a:pt x="147638" y="101918"/>
                  <a:pt x="126683" y="104775"/>
                </a:cubicBezTo>
                <a:lnTo>
                  <a:pt x="0" y="104775"/>
                </a:lnTo>
                <a:lnTo>
                  <a:pt x="0" y="0"/>
                </a:lnTo>
                <a:lnTo>
                  <a:pt x="178118" y="0"/>
                </a:lnTo>
                <a:cubicBezTo>
                  <a:pt x="255270" y="0"/>
                  <a:pt x="297180" y="33338"/>
                  <a:pt x="297180" y="104775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1"/>
          <p:cNvSpPr/>
          <p:nvPr/>
        </p:nvSpPr>
        <p:spPr>
          <a:xfrm rot="8713740">
            <a:off x="369457" y="2163459"/>
            <a:ext cx="259421" cy="250318"/>
          </a:xfrm>
          <a:custGeom>
            <a:rect b="b" l="l" r="r" t="t"/>
            <a:pathLst>
              <a:path extrusionOk="0" h="523875" w="542925">
                <a:moveTo>
                  <a:pt x="544830" y="184905"/>
                </a:moveTo>
                <a:lnTo>
                  <a:pt x="544830" y="197288"/>
                </a:lnTo>
                <a:lnTo>
                  <a:pt x="415290" y="204908"/>
                </a:lnTo>
                <a:lnTo>
                  <a:pt x="415290" y="170618"/>
                </a:lnTo>
                <a:cubicBezTo>
                  <a:pt x="415290" y="119183"/>
                  <a:pt x="385763" y="83940"/>
                  <a:pt x="344805" y="83940"/>
                </a:cubicBezTo>
                <a:cubicBezTo>
                  <a:pt x="283845" y="83940"/>
                  <a:pt x="233363" y="164903"/>
                  <a:pt x="233363" y="266820"/>
                </a:cubicBezTo>
                <a:lnTo>
                  <a:pt x="233363" y="446843"/>
                </a:lnTo>
                <a:lnTo>
                  <a:pt x="107632" y="532568"/>
                </a:lnTo>
                <a:lnTo>
                  <a:pt x="107632" y="95370"/>
                </a:lnTo>
                <a:lnTo>
                  <a:pt x="0" y="95370"/>
                </a:lnTo>
                <a:lnTo>
                  <a:pt x="0" y="2978"/>
                </a:lnTo>
                <a:lnTo>
                  <a:pt x="219075" y="2978"/>
                </a:lnTo>
                <a:lnTo>
                  <a:pt x="219075" y="157283"/>
                </a:lnTo>
                <a:lnTo>
                  <a:pt x="221932" y="157283"/>
                </a:lnTo>
                <a:cubicBezTo>
                  <a:pt x="252413" y="66795"/>
                  <a:pt x="276225" y="31553"/>
                  <a:pt x="321945" y="12503"/>
                </a:cubicBezTo>
                <a:cubicBezTo>
                  <a:pt x="342900" y="3930"/>
                  <a:pt x="364807" y="-832"/>
                  <a:pt x="387667" y="120"/>
                </a:cubicBezTo>
                <a:cubicBezTo>
                  <a:pt x="485775" y="-1785"/>
                  <a:pt x="544830" y="66795"/>
                  <a:pt x="544830" y="184905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1"/>
          <p:cNvSpPr/>
          <p:nvPr/>
        </p:nvSpPr>
        <p:spPr>
          <a:xfrm rot="8713740">
            <a:off x="167561" y="2222515"/>
            <a:ext cx="54615" cy="54615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1"/>
          <p:cNvSpPr/>
          <p:nvPr/>
        </p:nvSpPr>
        <p:spPr>
          <a:xfrm rot="8719330">
            <a:off x="42777" y="2013739"/>
            <a:ext cx="199218" cy="194238"/>
          </a:xfrm>
          <a:custGeom>
            <a:rect b="b" l="l" r="r" t="t"/>
            <a:pathLst>
              <a:path extrusionOk="0" h="371475" w="381000">
                <a:moveTo>
                  <a:pt x="389572" y="0"/>
                </a:moveTo>
                <a:lnTo>
                  <a:pt x="389572" y="105728"/>
                </a:lnTo>
                <a:lnTo>
                  <a:pt x="265747" y="105728"/>
                </a:lnTo>
                <a:lnTo>
                  <a:pt x="173355" y="374333"/>
                </a:lnTo>
                <a:lnTo>
                  <a:pt x="91440" y="221933"/>
                </a:lnTo>
                <a:lnTo>
                  <a:pt x="133350" y="105728"/>
                </a:lnTo>
                <a:lnTo>
                  <a:pt x="0" y="105728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1"/>
          <p:cNvSpPr/>
          <p:nvPr/>
        </p:nvSpPr>
        <p:spPr>
          <a:xfrm rot="8713740">
            <a:off x="257803" y="2263677"/>
            <a:ext cx="100127" cy="218460"/>
          </a:xfrm>
          <a:custGeom>
            <a:rect b="b" l="l" r="r" t="t"/>
            <a:pathLst>
              <a:path extrusionOk="0" h="457200" w="209550">
                <a:moveTo>
                  <a:pt x="216217" y="0"/>
                </a:moveTo>
                <a:lnTo>
                  <a:pt x="216217" y="458153"/>
                </a:lnTo>
                <a:lnTo>
                  <a:pt x="90488" y="337185"/>
                </a:lnTo>
                <a:lnTo>
                  <a:pt x="90488" y="34290"/>
                </a:lnTo>
                <a:lnTo>
                  <a:pt x="0" y="34290"/>
                </a:lnTo>
                <a:lnTo>
                  <a:pt x="0" y="4763"/>
                </a:lnTo>
                <a:cubicBezTo>
                  <a:pt x="68580" y="7620"/>
                  <a:pt x="140017" y="1905"/>
                  <a:pt x="216217" y="0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1"/>
          <p:cNvSpPr/>
          <p:nvPr/>
        </p:nvSpPr>
        <p:spPr>
          <a:xfrm rot="8718291">
            <a:off x="16408" y="2113867"/>
            <a:ext cx="72290" cy="7229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1"/>
          <p:cNvSpPr/>
          <p:nvPr/>
        </p:nvSpPr>
        <p:spPr>
          <a:xfrm rot="7480670">
            <a:off x="362794" y="2454937"/>
            <a:ext cx="199218" cy="194238"/>
          </a:xfrm>
          <a:custGeom>
            <a:rect b="b" l="l" r="r" t="t"/>
            <a:pathLst>
              <a:path extrusionOk="0" h="371475" w="381000">
                <a:moveTo>
                  <a:pt x="389572" y="0"/>
                </a:moveTo>
                <a:lnTo>
                  <a:pt x="389572" y="105728"/>
                </a:lnTo>
                <a:lnTo>
                  <a:pt x="265747" y="105728"/>
                </a:lnTo>
                <a:lnTo>
                  <a:pt x="173355" y="374333"/>
                </a:lnTo>
                <a:lnTo>
                  <a:pt x="91440" y="221933"/>
                </a:lnTo>
                <a:lnTo>
                  <a:pt x="133350" y="105728"/>
                </a:lnTo>
                <a:lnTo>
                  <a:pt x="0" y="105728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1"/>
          <p:cNvSpPr/>
          <p:nvPr/>
        </p:nvSpPr>
        <p:spPr>
          <a:xfrm rot="-8513943">
            <a:off x="463130" y="2426139"/>
            <a:ext cx="272783" cy="319297"/>
          </a:xfrm>
          <a:custGeom>
            <a:rect b="b" l="l" r="r" t="t"/>
            <a:pathLst>
              <a:path extrusionOk="0" h="319064" w="272584">
                <a:moveTo>
                  <a:pt x="80445" y="215518"/>
                </a:moveTo>
                <a:lnTo>
                  <a:pt x="0" y="93007"/>
                </a:lnTo>
                <a:lnTo>
                  <a:pt x="0" y="38074"/>
                </a:lnTo>
                <a:lnTo>
                  <a:pt x="73388" y="0"/>
                </a:lnTo>
                <a:lnTo>
                  <a:pt x="74492" y="153950"/>
                </a:lnTo>
                <a:cubicBezTo>
                  <a:pt x="73664" y="169400"/>
                  <a:pt x="74492" y="184988"/>
                  <a:pt x="76768" y="200369"/>
                </a:cubicBezTo>
                <a:close/>
                <a:moveTo>
                  <a:pt x="272584" y="258238"/>
                </a:moveTo>
                <a:cubicBezTo>
                  <a:pt x="243339" y="283344"/>
                  <a:pt x="209542" y="300312"/>
                  <a:pt x="177331" y="311347"/>
                </a:cubicBezTo>
                <a:lnTo>
                  <a:pt x="148437" y="319064"/>
                </a:lnTo>
                <a:lnTo>
                  <a:pt x="119231" y="274585"/>
                </a:lnTo>
                <a:lnTo>
                  <a:pt x="153949" y="281965"/>
                </a:lnTo>
                <a:cubicBezTo>
                  <a:pt x="171055" y="281413"/>
                  <a:pt x="187609" y="278102"/>
                  <a:pt x="203610" y="273136"/>
                </a:cubicBezTo>
                <a:cubicBezTo>
                  <a:pt x="226785" y="265963"/>
                  <a:pt x="249409" y="256583"/>
                  <a:pt x="271481" y="245547"/>
                </a:cubicBezTo>
                <a:cubicBezTo>
                  <a:pt x="272032" y="247754"/>
                  <a:pt x="272584" y="250513"/>
                  <a:pt x="272584" y="252720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1"/>
          <p:cNvSpPr/>
          <p:nvPr/>
        </p:nvSpPr>
        <p:spPr>
          <a:xfrm rot="8716661">
            <a:off x="675834" y="2357302"/>
            <a:ext cx="38039" cy="45784"/>
          </a:xfrm>
          <a:custGeom>
            <a:rect b="b" l="l" r="r" t="t"/>
            <a:pathLst>
              <a:path extrusionOk="0" h="45752" w="38012">
                <a:moveTo>
                  <a:pt x="0" y="45752"/>
                </a:moveTo>
                <a:lnTo>
                  <a:pt x="37842" y="0"/>
                </a:lnTo>
                <a:lnTo>
                  <a:pt x="38012" y="641"/>
                </a:lnTo>
                <a:cubicBezTo>
                  <a:pt x="36400" y="19451"/>
                  <a:pt x="24039" y="35036"/>
                  <a:pt x="6841" y="42560"/>
                </a:cubicBezTo>
                <a:lnTo>
                  <a:pt x="7378" y="42560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1"/>
          <p:cNvSpPr/>
          <p:nvPr/>
        </p:nvSpPr>
        <p:spPr>
          <a:xfrm rot="8714346">
            <a:off x="601333" y="2126128"/>
            <a:ext cx="110260" cy="11026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1"/>
          <p:cNvSpPr/>
          <p:nvPr/>
        </p:nvSpPr>
        <p:spPr>
          <a:xfrm rot="8713740">
            <a:off x="358024" y="2156299"/>
            <a:ext cx="54615" cy="54615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1"/>
          <p:cNvSpPr/>
          <p:nvPr/>
        </p:nvSpPr>
        <p:spPr>
          <a:xfrm rot="8714346">
            <a:off x="535539" y="1997107"/>
            <a:ext cx="110260" cy="11026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1"/>
          <p:cNvSpPr/>
          <p:nvPr/>
        </p:nvSpPr>
        <p:spPr>
          <a:xfrm rot="8716661">
            <a:off x="-76209" y="1768065"/>
            <a:ext cx="197317" cy="215200"/>
          </a:xfrm>
          <a:custGeom>
            <a:rect b="b" l="l" r="r" t="t"/>
            <a:pathLst>
              <a:path extrusionOk="0" h="215049" w="197178">
                <a:moveTo>
                  <a:pt x="51490" y="215049"/>
                </a:moveTo>
                <a:lnTo>
                  <a:pt x="51490" y="45624"/>
                </a:lnTo>
                <a:lnTo>
                  <a:pt x="0" y="45624"/>
                </a:lnTo>
                <a:lnTo>
                  <a:pt x="0" y="1424"/>
                </a:lnTo>
                <a:lnTo>
                  <a:pt x="104803" y="1425"/>
                </a:lnTo>
                <a:lnTo>
                  <a:pt x="104803" y="75242"/>
                </a:lnTo>
                <a:lnTo>
                  <a:pt x="106169" y="75242"/>
                </a:lnTo>
                <a:cubicBezTo>
                  <a:pt x="120751" y="31954"/>
                  <a:pt x="132142" y="15094"/>
                  <a:pt x="154014" y="5981"/>
                </a:cubicBezTo>
                <a:cubicBezTo>
                  <a:pt x="164039" y="1880"/>
                  <a:pt x="174519" y="-398"/>
                  <a:pt x="185455" y="57"/>
                </a:cubicBezTo>
                <a:lnTo>
                  <a:pt x="197178" y="4872"/>
                </a:lnTo>
                <a:lnTo>
                  <a:pt x="170795" y="42934"/>
                </a:lnTo>
                <a:lnTo>
                  <a:pt x="164950" y="40156"/>
                </a:lnTo>
                <a:cubicBezTo>
                  <a:pt x="135788" y="40156"/>
                  <a:pt x="111638" y="78887"/>
                  <a:pt x="111638" y="127643"/>
                </a:cubicBezTo>
                <a:lnTo>
                  <a:pt x="111638" y="128277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1"/>
          <p:cNvSpPr/>
          <p:nvPr/>
        </p:nvSpPr>
        <p:spPr>
          <a:xfrm rot="8713740">
            <a:off x="56745" y="1474498"/>
            <a:ext cx="141088" cy="232113"/>
          </a:xfrm>
          <a:custGeom>
            <a:rect b="b" l="l" r="r" t="t"/>
            <a:pathLst>
              <a:path extrusionOk="0" h="485775" w="295275">
                <a:moveTo>
                  <a:pt x="297180" y="104775"/>
                </a:moveTo>
                <a:lnTo>
                  <a:pt x="297180" y="435293"/>
                </a:lnTo>
                <a:lnTo>
                  <a:pt x="169545" y="485775"/>
                </a:lnTo>
                <a:lnTo>
                  <a:pt x="169545" y="145733"/>
                </a:lnTo>
                <a:cubicBezTo>
                  <a:pt x="169545" y="142875"/>
                  <a:pt x="169545" y="140018"/>
                  <a:pt x="169545" y="137160"/>
                </a:cubicBezTo>
                <a:cubicBezTo>
                  <a:pt x="166688" y="116205"/>
                  <a:pt x="147638" y="101918"/>
                  <a:pt x="126683" y="104775"/>
                </a:cubicBezTo>
                <a:lnTo>
                  <a:pt x="0" y="104775"/>
                </a:lnTo>
                <a:lnTo>
                  <a:pt x="0" y="0"/>
                </a:lnTo>
                <a:lnTo>
                  <a:pt x="178118" y="0"/>
                </a:lnTo>
                <a:cubicBezTo>
                  <a:pt x="255270" y="0"/>
                  <a:pt x="297180" y="33338"/>
                  <a:pt x="297180" y="104775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1"/>
          <p:cNvSpPr/>
          <p:nvPr/>
        </p:nvSpPr>
        <p:spPr>
          <a:xfrm rot="8713740">
            <a:off x="146290" y="1503760"/>
            <a:ext cx="259421" cy="250318"/>
          </a:xfrm>
          <a:custGeom>
            <a:rect b="b" l="l" r="r" t="t"/>
            <a:pathLst>
              <a:path extrusionOk="0" h="523875" w="542925">
                <a:moveTo>
                  <a:pt x="544830" y="184905"/>
                </a:moveTo>
                <a:lnTo>
                  <a:pt x="544830" y="197288"/>
                </a:lnTo>
                <a:lnTo>
                  <a:pt x="415290" y="204908"/>
                </a:lnTo>
                <a:lnTo>
                  <a:pt x="415290" y="170618"/>
                </a:lnTo>
                <a:cubicBezTo>
                  <a:pt x="415290" y="119183"/>
                  <a:pt x="385763" y="83940"/>
                  <a:pt x="344805" y="83940"/>
                </a:cubicBezTo>
                <a:cubicBezTo>
                  <a:pt x="283845" y="83940"/>
                  <a:pt x="233363" y="164903"/>
                  <a:pt x="233363" y="266820"/>
                </a:cubicBezTo>
                <a:lnTo>
                  <a:pt x="233363" y="446843"/>
                </a:lnTo>
                <a:lnTo>
                  <a:pt x="107632" y="532568"/>
                </a:lnTo>
                <a:lnTo>
                  <a:pt x="107632" y="95370"/>
                </a:lnTo>
                <a:lnTo>
                  <a:pt x="0" y="95370"/>
                </a:lnTo>
                <a:lnTo>
                  <a:pt x="0" y="2978"/>
                </a:lnTo>
                <a:lnTo>
                  <a:pt x="219075" y="2978"/>
                </a:lnTo>
                <a:lnTo>
                  <a:pt x="219075" y="157283"/>
                </a:lnTo>
                <a:lnTo>
                  <a:pt x="221932" y="157283"/>
                </a:lnTo>
                <a:cubicBezTo>
                  <a:pt x="252413" y="66795"/>
                  <a:pt x="276225" y="31553"/>
                  <a:pt x="321945" y="12503"/>
                </a:cubicBezTo>
                <a:cubicBezTo>
                  <a:pt x="342900" y="3930"/>
                  <a:pt x="364807" y="-832"/>
                  <a:pt x="387667" y="120"/>
                </a:cubicBezTo>
                <a:cubicBezTo>
                  <a:pt x="485775" y="-1785"/>
                  <a:pt x="544830" y="66795"/>
                  <a:pt x="544830" y="184905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1"/>
          <p:cNvSpPr/>
          <p:nvPr/>
        </p:nvSpPr>
        <p:spPr>
          <a:xfrm rot="8716661">
            <a:off x="-21925" y="1443475"/>
            <a:ext cx="68662" cy="55362"/>
          </a:xfrm>
          <a:custGeom>
            <a:rect b="b" l="l" r="r" t="t"/>
            <a:pathLst>
              <a:path extrusionOk="0" h="55323" w="68614">
                <a:moveTo>
                  <a:pt x="0" y="55323"/>
                </a:moveTo>
                <a:lnTo>
                  <a:pt x="0" y="0"/>
                </a:lnTo>
                <a:lnTo>
                  <a:pt x="68614" y="0"/>
                </a:lnTo>
                <a:lnTo>
                  <a:pt x="30266" y="55323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1"/>
          <p:cNvSpPr/>
          <p:nvPr/>
        </p:nvSpPr>
        <p:spPr>
          <a:xfrm rot="8716661">
            <a:off x="35716" y="1617988"/>
            <a:ext cx="103508" cy="204040"/>
          </a:xfrm>
          <a:custGeom>
            <a:rect b="b" l="l" r="r" t="t"/>
            <a:pathLst>
              <a:path extrusionOk="0" h="203897" w="103435">
                <a:moveTo>
                  <a:pt x="87556" y="203897"/>
                </a:moveTo>
                <a:lnTo>
                  <a:pt x="43288" y="161305"/>
                </a:lnTo>
                <a:lnTo>
                  <a:pt x="43288" y="16404"/>
                </a:lnTo>
                <a:lnTo>
                  <a:pt x="0" y="16404"/>
                </a:lnTo>
                <a:lnTo>
                  <a:pt x="0" y="2278"/>
                </a:lnTo>
                <a:cubicBezTo>
                  <a:pt x="32808" y="3645"/>
                  <a:pt x="66982" y="911"/>
                  <a:pt x="103435" y="0"/>
                </a:cubicBezTo>
                <a:lnTo>
                  <a:pt x="103435" y="180989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1"/>
          <p:cNvSpPr/>
          <p:nvPr/>
        </p:nvSpPr>
        <p:spPr>
          <a:xfrm rot="7480670">
            <a:off x="139627" y="1795238"/>
            <a:ext cx="199218" cy="194238"/>
          </a:xfrm>
          <a:custGeom>
            <a:rect b="b" l="l" r="r" t="t"/>
            <a:pathLst>
              <a:path extrusionOk="0" h="371475" w="381000">
                <a:moveTo>
                  <a:pt x="389572" y="0"/>
                </a:moveTo>
                <a:lnTo>
                  <a:pt x="389572" y="105728"/>
                </a:lnTo>
                <a:lnTo>
                  <a:pt x="265747" y="105728"/>
                </a:lnTo>
                <a:lnTo>
                  <a:pt x="173355" y="374333"/>
                </a:lnTo>
                <a:lnTo>
                  <a:pt x="91440" y="221933"/>
                </a:lnTo>
                <a:lnTo>
                  <a:pt x="133350" y="105728"/>
                </a:lnTo>
                <a:lnTo>
                  <a:pt x="0" y="105728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1"/>
          <p:cNvSpPr/>
          <p:nvPr/>
        </p:nvSpPr>
        <p:spPr>
          <a:xfrm rot="-8510566">
            <a:off x="244413" y="1762011"/>
            <a:ext cx="270069" cy="325185"/>
          </a:xfrm>
          <a:custGeom>
            <a:rect b="b" l="l" r="r" t="t"/>
            <a:pathLst>
              <a:path extrusionOk="0" h="561975" w="466725">
                <a:moveTo>
                  <a:pt x="470535" y="436245"/>
                </a:moveTo>
                <a:lnTo>
                  <a:pt x="470535" y="445770"/>
                </a:lnTo>
                <a:cubicBezTo>
                  <a:pt x="369570" y="532448"/>
                  <a:pt x="237172" y="562928"/>
                  <a:pt x="158115" y="567690"/>
                </a:cubicBezTo>
                <a:cubicBezTo>
                  <a:pt x="114300" y="570548"/>
                  <a:pt x="71438" y="551498"/>
                  <a:pt x="40957" y="520065"/>
                </a:cubicBezTo>
                <a:cubicBezTo>
                  <a:pt x="8572" y="488633"/>
                  <a:pt x="0" y="434340"/>
                  <a:pt x="0" y="356235"/>
                </a:cubicBezTo>
                <a:lnTo>
                  <a:pt x="0" y="65723"/>
                </a:lnTo>
                <a:lnTo>
                  <a:pt x="126682" y="0"/>
                </a:lnTo>
                <a:lnTo>
                  <a:pt x="128588" y="265748"/>
                </a:lnTo>
                <a:cubicBezTo>
                  <a:pt x="125730" y="319088"/>
                  <a:pt x="134302" y="373380"/>
                  <a:pt x="151447" y="423863"/>
                </a:cubicBezTo>
                <a:cubicBezTo>
                  <a:pt x="166688" y="465773"/>
                  <a:pt x="205740" y="486728"/>
                  <a:pt x="265747" y="486728"/>
                </a:cubicBezTo>
                <a:cubicBezTo>
                  <a:pt x="295275" y="485775"/>
                  <a:pt x="323850" y="480060"/>
                  <a:pt x="351472" y="471488"/>
                </a:cubicBezTo>
                <a:cubicBezTo>
                  <a:pt x="391477" y="459105"/>
                  <a:pt x="430530" y="442913"/>
                  <a:pt x="468630" y="423863"/>
                </a:cubicBezTo>
                <a:cubicBezTo>
                  <a:pt x="469582" y="427673"/>
                  <a:pt x="470535" y="432435"/>
                  <a:pt x="470535" y="436245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1"/>
          <p:cNvSpPr/>
          <p:nvPr/>
        </p:nvSpPr>
        <p:spPr>
          <a:xfrm rot="8706722">
            <a:off x="429996" y="1570341"/>
            <a:ext cx="220193" cy="161117"/>
          </a:xfrm>
          <a:custGeom>
            <a:rect b="b" l="l" r="r" t="t"/>
            <a:pathLst>
              <a:path extrusionOk="0" h="285750" w="390525">
                <a:moveTo>
                  <a:pt x="343853" y="144780"/>
                </a:moveTo>
                <a:lnTo>
                  <a:pt x="344805" y="144780"/>
                </a:lnTo>
                <a:lnTo>
                  <a:pt x="12382" y="288608"/>
                </a:lnTo>
                <a:lnTo>
                  <a:pt x="0" y="271463"/>
                </a:lnTo>
                <a:lnTo>
                  <a:pt x="225743" y="59055"/>
                </a:lnTo>
                <a:cubicBezTo>
                  <a:pt x="254318" y="25718"/>
                  <a:pt x="295275" y="4763"/>
                  <a:pt x="340043" y="0"/>
                </a:cubicBezTo>
                <a:cubicBezTo>
                  <a:pt x="385763" y="0"/>
                  <a:pt x="399098" y="40005"/>
                  <a:pt x="399098" y="70485"/>
                </a:cubicBezTo>
                <a:cubicBezTo>
                  <a:pt x="396240" y="103823"/>
                  <a:pt x="374332" y="131445"/>
                  <a:pt x="343853" y="144780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1"/>
          <p:cNvSpPr/>
          <p:nvPr/>
        </p:nvSpPr>
        <p:spPr>
          <a:xfrm rot="8714346">
            <a:off x="378166" y="1466429"/>
            <a:ext cx="110260" cy="11026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1"/>
          <p:cNvSpPr/>
          <p:nvPr/>
        </p:nvSpPr>
        <p:spPr>
          <a:xfrm rot="8713740">
            <a:off x="134857" y="1496600"/>
            <a:ext cx="54615" cy="54615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1"/>
          <p:cNvSpPr/>
          <p:nvPr/>
        </p:nvSpPr>
        <p:spPr>
          <a:xfrm rot="8714346">
            <a:off x="312372" y="1337408"/>
            <a:ext cx="110260" cy="11026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1"/>
          <p:cNvSpPr/>
          <p:nvPr/>
        </p:nvSpPr>
        <p:spPr>
          <a:xfrm rot="8716661">
            <a:off x="-17832" y="949172"/>
            <a:ext cx="39554" cy="50158"/>
          </a:xfrm>
          <a:custGeom>
            <a:rect b="b" l="l" r="r" t="t"/>
            <a:pathLst>
              <a:path extrusionOk="0" h="50123" w="39526">
                <a:moveTo>
                  <a:pt x="0" y="50123"/>
                </a:moveTo>
                <a:lnTo>
                  <a:pt x="0" y="0"/>
                </a:lnTo>
                <a:lnTo>
                  <a:pt x="39526" y="0"/>
                </a:lnTo>
                <a:lnTo>
                  <a:pt x="4782" y="50123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1"/>
          <p:cNvSpPr/>
          <p:nvPr/>
        </p:nvSpPr>
        <p:spPr>
          <a:xfrm rot="8716661">
            <a:off x="-65203" y="834596"/>
            <a:ext cx="249825" cy="254953"/>
          </a:xfrm>
          <a:custGeom>
            <a:rect b="b" l="l" r="r" t="t"/>
            <a:pathLst>
              <a:path extrusionOk="0" h="254774" w="249650">
                <a:moveTo>
                  <a:pt x="51490" y="254774"/>
                </a:moveTo>
                <a:lnTo>
                  <a:pt x="51490" y="45624"/>
                </a:lnTo>
                <a:lnTo>
                  <a:pt x="0" y="45624"/>
                </a:lnTo>
                <a:lnTo>
                  <a:pt x="0" y="1425"/>
                </a:lnTo>
                <a:lnTo>
                  <a:pt x="104803" y="1425"/>
                </a:lnTo>
                <a:lnTo>
                  <a:pt x="104803" y="75242"/>
                </a:lnTo>
                <a:lnTo>
                  <a:pt x="106169" y="75242"/>
                </a:lnTo>
                <a:cubicBezTo>
                  <a:pt x="120751" y="31954"/>
                  <a:pt x="132142" y="15094"/>
                  <a:pt x="154014" y="5981"/>
                </a:cubicBezTo>
                <a:cubicBezTo>
                  <a:pt x="164039" y="1880"/>
                  <a:pt x="174519" y="-398"/>
                  <a:pt x="185455" y="57"/>
                </a:cubicBezTo>
                <a:cubicBezTo>
                  <a:pt x="208922" y="-398"/>
                  <a:pt x="227718" y="7576"/>
                  <a:pt x="240647" y="22727"/>
                </a:cubicBezTo>
                <a:lnTo>
                  <a:pt x="249650" y="52327"/>
                </a:lnTo>
                <a:lnTo>
                  <a:pt x="218795" y="96841"/>
                </a:lnTo>
                <a:lnTo>
                  <a:pt x="198669" y="98025"/>
                </a:lnTo>
                <a:lnTo>
                  <a:pt x="198669" y="81621"/>
                </a:lnTo>
                <a:cubicBezTo>
                  <a:pt x="198669" y="57016"/>
                  <a:pt x="184544" y="40156"/>
                  <a:pt x="164950" y="40156"/>
                </a:cubicBezTo>
                <a:cubicBezTo>
                  <a:pt x="135788" y="40156"/>
                  <a:pt x="111638" y="78887"/>
                  <a:pt x="111638" y="127643"/>
                </a:cubicBezTo>
                <a:lnTo>
                  <a:pt x="111638" y="213764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1"/>
          <p:cNvSpPr/>
          <p:nvPr/>
        </p:nvSpPr>
        <p:spPr>
          <a:xfrm rot="7483339">
            <a:off x="-63459" y="1172502"/>
            <a:ext cx="203991" cy="146498"/>
          </a:xfrm>
          <a:custGeom>
            <a:rect b="b" l="l" r="r" t="t"/>
            <a:pathLst>
              <a:path extrusionOk="0" h="146395" w="203848">
                <a:moveTo>
                  <a:pt x="0" y="55323"/>
                </a:moveTo>
                <a:lnTo>
                  <a:pt x="0" y="0"/>
                </a:lnTo>
                <a:lnTo>
                  <a:pt x="203848" y="0"/>
                </a:lnTo>
                <a:lnTo>
                  <a:pt x="203847" y="49512"/>
                </a:lnTo>
                <a:lnTo>
                  <a:pt x="195466" y="55323"/>
                </a:lnTo>
                <a:lnTo>
                  <a:pt x="139055" y="55323"/>
                </a:lnTo>
                <a:lnTo>
                  <a:pt x="121388" y="106685"/>
                </a:lnTo>
                <a:lnTo>
                  <a:pt x="64115" y="146395"/>
                </a:lnTo>
                <a:lnTo>
                  <a:pt x="47847" y="116129"/>
                </a:lnTo>
                <a:lnTo>
                  <a:pt x="69777" y="55323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1"/>
          <p:cNvSpPr/>
          <p:nvPr/>
        </p:nvSpPr>
        <p:spPr>
          <a:xfrm rot="-8510566">
            <a:off x="25474" y="1099953"/>
            <a:ext cx="270069" cy="325185"/>
          </a:xfrm>
          <a:custGeom>
            <a:rect b="b" l="l" r="r" t="t"/>
            <a:pathLst>
              <a:path extrusionOk="0" h="561975" w="466725">
                <a:moveTo>
                  <a:pt x="470535" y="436245"/>
                </a:moveTo>
                <a:lnTo>
                  <a:pt x="470535" y="445770"/>
                </a:lnTo>
                <a:cubicBezTo>
                  <a:pt x="369570" y="532448"/>
                  <a:pt x="237172" y="562928"/>
                  <a:pt x="158115" y="567690"/>
                </a:cubicBezTo>
                <a:cubicBezTo>
                  <a:pt x="114300" y="570548"/>
                  <a:pt x="71438" y="551498"/>
                  <a:pt x="40957" y="520065"/>
                </a:cubicBezTo>
                <a:cubicBezTo>
                  <a:pt x="8572" y="488633"/>
                  <a:pt x="0" y="434340"/>
                  <a:pt x="0" y="356235"/>
                </a:cubicBezTo>
                <a:lnTo>
                  <a:pt x="0" y="65723"/>
                </a:lnTo>
                <a:lnTo>
                  <a:pt x="126682" y="0"/>
                </a:lnTo>
                <a:lnTo>
                  <a:pt x="128588" y="265748"/>
                </a:lnTo>
                <a:cubicBezTo>
                  <a:pt x="125730" y="319088"/>
                  <a:pt x="134302" y="373380"/>
                  <a:pt x="151447" y="423863"/>
                </a:cubicBezTo>
                <a:cubicBezTo>
                  <a:pt x="166688" y="465773"/>
                  <a:pt x="205740" y="486728"/>
                  <a:pt x="265747" y="486728"/>
                </a:cubicBezTo>
                <a:cubicBezTo>
                  <a:pt x="295275" y="485775"/>
                  <a:pt x="323850" y="480060"/>
                  <a:pt x="351472" y="471488"/>
                </a:cubicBezTo>
                <a:cubicBezTo>
                  <a:pt x="391477" y="459105"/>
                  <a:pt x="430530" y="442913"/>
                  <a:pt x="468630" y="423863"/>
                </a:cubicBezTo>
                <a:cubicBezTo>
                  <a:pt x="469582" y="427673"/>
                  <a:pt x="470535" y="432435"/>
                  <a:pt x="470535" y="436245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1"/>
          <p:cNvSpPr/>
          <p:nvPr/>
        </p:nvSpPr>
        <p:spPr>
          <a:xfrm rot="8706722">
            <a:off x="211057" y="908283"/>
            <a:ext cx="220193" cy="161117"/>
          </a:xfrm>
          <a:custGeom>
            <a:rect b="b" l="l" r="r" t="t"/>
            <a:pathLst>
              <a:path extrusionOk="0" h="285750" w="390525">
                <a:moveTo>
                  <a:pt x="343853" y="144780"/>
                </a:moveTo>
                <a:lnTo>
                  <a:pt x="344805" y="144780"/>
                </a:lnTo>
                <a:lnTo>
                  <a:pt x="12382" y="288608"/>
                </a:lnTo>
                <a:lnTo>
                  <a:pt x="0" y="271463"/>
                </a:lnTo>
                <a:lnTo>
                  <a:pt x="225743" y="59055"/>
                </a:lnTo>
                <a:cubicBezTo>
                  <a:pt x="254318" y="25718"/>
                  <a:pt x="295275" y="4763"/>
                  <a:pt x="340043" y="0"/>
                </a:cubicBezTo>
                <a:cubicBezTo>
                  <a:pt x="385763" y="0"/>
                  <a:pt x="399098" y="40005"/>
                  <a:pt x="399098" y="70485"/>
                </a:cubicBezTo>
                <a:cubicBezTo>
                  <a:pt x="396240" y="103823"/>
                  <a:pt x="374332" y="131445"/>
                  <a:pt x="343853" y="144780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1"/>
          <p:cNvSpPr/>
          <p:nvPr/>
        </p:nvSpPr>
        <p:spPr>
          <a:xfrm rot="8714346">
            <a:off x="159227" y="804371"/>
            <a:ext cx="110260" cy="11026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1"/>
          <p:cNvSpPr/>
          <p:nvPr/>
        </p:nvSpPr>
        <p:spPr>
          <a:xfrm rot="8714346">
            <a:off x="93433" y="675350"/>
            <a:ext cx="110260" cy="11026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1"/>
          <p:cNvSpPr/>
          <p:nvPr/>
        </p:nvSpPr>
        <p:spPr>
          <a:xfrm rot="8716661">
            <a:off x="-7014" y="316690"/>
            <a:ext cx="14011" cy="20212"/>
          </a:xfrm>
          <a:custGeom>
            <a:rect b="b" l="l" r="r" t="t"/>
            <a:pathLst>
              <a:path extrusionOk="0" h="20198" w="14001">
                <a:moveTo>
                  <a:pt x="0" y="20198"/>
                </a:moveTo>
                <a:lnTo>
                  <a:pt x="0" y="0"/>
                </a:lnTo>
                <a:lnTo>
                  <a:pt x="14001" y="0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1"/>
          <p:cNvSpPr/>
          <p:nvPr/>
        </p:nvSpPr>
        <p:spPr>
          <a:xfrm rot="-8513943">
            <a:off x="-81861" y="472453"/>
            <a:ext cx="173758" cy="237858"/>
          </a:xfrm>
          <a:custGeom>
            <a:rect b="b" l="l" r="r" t="t"/>
            <a:pathLst>
              <a:path extrusionOk="0" h="237684" w="173631">
                <a:moveTo>
                  <a:pt x="173631" y="220990"/>
                </a:moveTo>
                <a:lnTo>
                  <a:pt x="130972" y="232382"/>
                </a:lnTo>
                <a:cubicBezTo>
                  <a:pt x="116428" y="235210"/>
                  <a:pt x="103047" y="236831"/>
                  <a:pt x="91597" y="237521"/>
                </a:cubicBezTo>
                <a:cubicBezTo>
                  <a:pt x="66215" y="239176"/>
                  <a:pt x="41384" y="228141"/>
                  <a:pt x="23727" y="209931"/>
                </a:cubicBezTo>
                <a:cubicBezTo>
                  <a:pt x="4966" y="191722"/>
                  <a:pt x="0" y="160270"/>
                  <a:pt x="0" y="115023"/>
                </a:cubicBezTo>
                <a:lnTo>
                  <a:pt x="0" y="0"/>
                </a:lnTo>
                <a:lnTo>
                  <a:pt x="76176" y="96953"/>
                </a:lnTo>
                <a:lnTo>
                  <a:pt x="76768" y="109023"/>
                </a:lnTo>
                <a:cubicBezTo>
                  <a:pt x="79044" y="124404"/>
                  <a:pt x="82768" y="139578"/>
                  <a:pt x="87734" y="154201"/>
                </a:cubicBezTo>
                <a:cubicBezTo>
                  <a:pt x="92149" y="166340"/>
                  <a:pt x="100012" y="175445"/>
                  <a:pt x="111117" y="181514"/>
                </a:cubicBezTo>
                <a:lnTo>
                  <a:pt x="148930" y="189552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1"/>
          <p:cNvSpPr/>
          <p:nvPr/>
        </p:nvSpPr>
        <p:spPr>
          <a:xfrm rot="8706722">
            <a:off x="-11613" y="244868"/>
            <a:ext cx="220193" cy="161117"/>
          </a:xfrm>
          <a:custGeom>
            <a:rect b="b" l="l" r="r" t="t"/>
            <a:pathLst>
              <a:path extrusionOk="0" h="285750" w="390525">
                <a:moveTo>
                  <a:pt x="343853" y="144780"/>
                </a:moveTo>
                <a:lnTo>
                  <a:pt x="344805" y="144780"/>
                </a:lnTo>
                <a:lnTo>
                  <a:pt x="12382" y="288608"/>
                </a:lnTo>
                <a:lnTo>
                  <a:pt x="0" y="271463"/>
                </a:lnTo>
                <a:lnTo>
                  <a:pt x="225743" y="59055"/>
                </a:lnTo>
                <a:cubicBezTo>
                  <a:pt x="254318" y="25718"/>
                  <a:pt x="295275" y="4763"/>
                  <a:pt x="340043" y="0"/>
                </a:cubicBezTo>
                <a:cubicBezTo>
                  <a:pt x="385763" y="0"/>
                  <a:pt x="399098" y="40005"/>
                  <a:pt x="399098" y="70485"/>
                </a:cubicBezTo>
                <a:cubicBezTo>
                  <a:pt x="396240" y="103823"/>
                  <a:pt x="374332" y="131445"/>
                  <a:pt x="343853" y="144780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1"/>
          <p:cNvSpPr/>
          <p:nvPr/>
        </p:nvSpPr>
        <p:spPr>
          <a:xfrm rot="8716661">
            <a:off x="-30159" y="143433"/>
            <a:ext cx="77776" cy="97328"/>
          </a:xfrm>
          <a:custGeom>
            <a:rect b="b" l="l" r="r" t="t"/>
            <a:pathLst>
              <a:path extrusionOk="0" h="97260" w="77721">
                <a:moveTo>
                  <a:pt x="15821" y="97260"/>
                </a:moveTo>
                <a:lnTo>
                  <a:pt x="0" y="59790"/>
                </a:lnTo>
                <a:lnTo>
                  <a:pt x="0" y="58869"/>
                </a:lnTo>
                <a:cubicBezTo>
                  <a:pt x="0" y="43233"/>
                  <a:pt x="6439" y="28515"/>
                  <a:pt x="17477" y="17477"/>
                </a:cubicBezTo>
                <a:cubicBezTo>
                  <a:pt x="28515" y="6439"/>
                  <a:pt x="43233" y="0"/>
                  <a:pt x="58869" y="0"/>
                </a:cubicBezTo>
                <a:lnTo>
                  <a:pt x="77721" y="7960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1"/>
          <p:cNvSpPr/>
          <p:nvPr/>
        </p:nvSpPr>
        <p:spPr>
          <a:xfrm rot="8716661">
            <a:off x="-17843" y="3452674"/>
            <a:ext cx="58496" cy="44230"/>
          </a:xfrm>
          <a:custGeom>
            <a:rect b="b" l="l" r="r" t="t"/>
            <a:pathLst>
              <a:path extrusionOk="0" h="44199" w="58455">
                <a:moveTo>
                  <a:pt x="0" y="44199"/>
                </a:moveTo>
                <a:lnTo>
                  <a:pt x="0" y="0"/>
                </a:lnTo>
                <a:lnTo>
                  <a:pt x="58455" y="0"/>
                </a:lnTo>
                <a:lnTo>
                  <a:pt x="27817" y="44199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1"/>
          <p:cNvSpPr/>
          <p:nvPr/>
        </p:nvSpPr>
        <p:spPr>
          <a:xfrm rot="-8513943">
            <a:off x="-91727" y="3601565"/>
            <a:ext cx="206678" cy="292868"/>
          </a:xfrm>
          <a:custGeom>
            <a:rect b="b" l="l" r="r" t="t"/>
            <a:pathLst>
              <a:path extrusionOk="0" h="292654" w="206527">
                <a:moveTo>
                  <a:pt x="206527" y="258693"/>
                </a:moveTo>
                <a:lnTo>
                  <a:pt x="177331" y="274971"/>
                </a:lnTo>
                <a:cubicBezTo>
                  <a:pt x="145121" y="286007"/>
                  <a:pt x="114496" y="291111"/>
                  <a:pt x="91597" y="292491"/>
                </a:cubicBezTo>
                <a:cubicBezTo>
                  <a:pt x="66215" y="294146"/>
                  <a:pt x="41385" y="283111"/>
                  <a:pt x="23727" y="264901"/>
                </a:cubicBezTo>
                <a:cubicBezTo>
                  <a:pt x="4966" y="246692"/>
                  <a:pt x="0" y="215240"/>
                  <a:pt x="0" y="169993"/>
                </a:cubicBezTo>
                <a:lnTo>
                  <a:pt x="0" y="1698"/>
                </a:lnTo>
                <a:lnTo>
                  <a:pt x="3273" y="0"/>
                </a:lnTo>
                <a:lnTo>
                  <a:pt x="74297" y="90396"/>
                </a:lnTo>
                <a:lnTo>
                  <a:pt x="74492" y="117574"/>
                </a:lnTo>
                <a:cubicBezTo>
                  <a:pt x="72836" y="148474"/>
                  <a:pt x="77802" y="179926"/>
                  <a:pt x="87734" y="209171"/>
                </a:cubicBezTo>
                <a:cubicBezTo>
                  <a:pt x="96564" y="233450"/>
                  <a:pt x="119187" y="245589"/>
                  <a:pt x="153949" y="245589"/>
                </a:cubicBezTo>
                <a:lnTo>
                  <a:pt x="191049" y="238993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1"/>
          <p:cNvSpPr/>
          <p:nvPr/>
        </p:nvSpPr>
        <p:spPr>
          <a:xfrm rot="8706722">
            <a:off x="24922" y="3390061"/>
            <a:ext cx="220193" cy="161117"/>
          </a:xfrm>
          <a:custGeom>
            <a:rect b="b" l="l" r="r" t="t"/>
            <a:pathLst>
              <a:path extrusionOk="0" h="285750" w="390525">
                <a:moveTo>
                  <a:pt x="343853" y="144780"/>
                </a:moveTo>
                <a:lnTo>
                  <a:pt x="344805" y="144780"/>
                </a:lnTo>
                <a:lnTo>
                  <a:pt x="12382" y="288608"/>
                </a:lnTo>
                <a:lnTo>
                  <a:pt x="0" y="271463"/>
                </a:lnTo>
                <a:lnTo>
                  <a:pt x="225743" y="59055"/>
                </a:lnTo>
                <a:cubicBezTo>
                  <a:pt x="254318" y="25718"/>
                  <a:pt x="295275" y="4763"/>
                  <a:pt x="340043" y="0"/>
                </a:cubicBezTo>
                <a:cubicBezTo>
                  <a:pt x="385763" y="0"/>
                  <a:pt x="399098" y="40005"/>
                  <a:pt x="399098" y="70485"/>
                </a:cubicBezTo>
                <a:cubicBezTo>
                  <a:pt x="396240" y="103823"/>
                  <a:pt x="374332" y="131445"/>
                  <a:pt x="343853" y="144780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1"/>
          <p:cNvSpPr/>
          <p:nvPr/>
        </p:nvSpPr>
        <p:spPr>
          <a:xfrm rot="8716661">
            <a:off x="-24136" y="3281681"/>
            <a:ext cx="106117" cy="113813"/>
          </a:xfrm>
          <a:custGeom>
            <a:rect b="b" l="l" r="r" t="t"/>
            <a:pathLst>
              <a:path extrusionOk="0" h="113733" w="106042">
                <a:moveTo>
                  <a:pt x="17477" y="101182"/>
                </a:moveTo>
                <a:cubicBezTo>
                  <a:pt x="6439" y="90144"/>
                  <a:pt x="0" y="75426"/>
                  <a:pt x="0" y="59790"/>
                </a:cubicBezTo>
                <a:lnTo>
                  <a:pt x="0" y="58869"/>
                </a:lnTo>
                <a:cubicBezTo>
                  <a:pt x="0" y="43233"/>
                  <a:pt x="6439" y="28515"/>
                  <a:pt x="17477" y="17477"/>
                </a:cubicBezTo>
                <a:cubicBezTo>
                  <a:pt x="28515" y="6439"/>
                  <a:pt x="43233" y="0"/>
                  <a:pt x="58869" y="0"/>
                </a:cubicBezTo>
                <a:cubicBezTo>
                  <a:pt x="74507" y="0"/>
                  <a:pt x="89224" y="6439"/>
                  <a:pt x="100262" y="17477"/>
                </a:cubicBezTo>
                <a:lnTo>
                  <a:pt x="106042" y="31234"/>
                </a:lnTo>
                <a:lnTo>
                  <a:pt x="48856" y="113733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1"/>
          <p:cNvSpPr/>
          <p:nvPr/>
        </p:nvSpPr>
        <p:spPr>
          <a:xfrm rot="8716661">
            <a:off x="-21964" y="3179837"/>
            <a:ext cx="45808" cy="62700"/>
          </a:xfrm>
          <a:custGeom>
            <a:rect b="b" l="l" r="r" t="t"/>
            <a:pathLst>
              <a:path extrusionOk="0" h="62656" w="45776">
                <a:moveTo>
                  <a:pt x="2345" y="62656"/>
                </a:moveTo>
                <a:lnTo>
                  <a:pt x="0" y="57104"/>
                </a:lnTo>
                <a:lnTo>
                  <a:pt x="0" y="56183"/>
                </a:lnTo>
                <a:cubicBezTo>
                  <a:pt x="0" y="40547"/>
                  <a:pt x="6439" y="25829"/>
                  <a:pt x="17477" y="14791"/>
                </a:cubicBezTo>
                <a:cubicBezTo>
                  <a:pt x="22996" y="9272"/>
                  <a:pt x="29435" y="4903"/>
                  <a:pt x="36449" y="1913"/>
                </a:cubicBezTo>
                <a:lnTo>
                  <a:pt x="45776" y="0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1"/>
          <p:cNvSpPr/>
          <p:nvPr/>
        </p:nvSpPr>
        <p:spPr>
          <a:xfrm rot="8716661">
            <a:off x="-21385" y="4100628"/>
            <a:ext cx="79169" cy="50158"/>
          </a:xfrm>
          <a:custGeom>
            <a:rect b="b" l="l" r="r" t="t"/>
            <a:pathLst>
              <a:path extrusionOk="0" h="50123" w="79113">
                <a:moveTo>
                  <a:pt x="0" y="50123"/>
                </a:moveTo>
                <a:lnTo>
                  <a:pt x="0" y="0"/>
                </a:lnTo>
                <a:lnTo>
                  <a:pt x="79113" y="0"/>
                </a:lnTo>
                <a:lnTo>
                  <a:pt x="44369" y="50123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1"/>
          <p:cNvSpPr/>
          <p:nvPr/>
        </p:nvSpPr>
        <p:spPr>
          <a:xfrm rot="8713740">
            <a:off x="-40114" y="3981876"/>
            <a:ext cx="259421" cy="250318"/>
          </a:xfrm>
          <a:custGeom>
            <a:rect b="b" l="l" r="r" t="t"/>
            <a:pathLst>
              <a:path extrusionOk="0" h="523875" w="542925">
                <a:moveTo>
                  <a:pt x="544830" y="184905"/>
                </a:moveTo>
                <a:lnTo>
                  <a:pt x="544830" y="197288"/>
                </a:lnTo>
                <a:lnTo>
                  <a:pt x="415290" y="204908"/>
                </a:lnTo>
                <a:lnTo>
                  <a:pt x="415290" y="170618"/>
                </a:lnTo>
                <a:cubicBezTo>
                  <a:pt x="415290" y="119183"/>
                  <a:pt x="385763" y="83940"/>
                  <a:pt x="344805" y="83940"/>
                </a:cubicBezTo>
                <a:cubicBezTo>
                  <a:pt x="283845" y="83940"/>
                  <a:pt x="233363" y="164903"/>
                  <a:pt x="233363" y="266820"/>
                </a:cubicBezTo>
                <a:lnTo>
                  <a:pt x="233363" y="446843"/>
                </a:lnTo>
                <a:lnTo>
                  <a:pt x="107632" y="532568"/>
                </a:lnTo>
                <a:lnTo>
                  <a:pt x="107632" y="95370"/>
                </a:lnTo>
                <a:lnTo>
                  <a:pt x="0" y="95370"/>
                </a:lnTo>
                <a:lnTo>
                  <a:pt x="0" y="2978"/>
                </a:lnTo>
                <a:lnTo>
                  <a:pt x="219075" y="2978"/>
                </a:lnTo>
                <a:lnTo>
                  <a:pt x="219075" y="157283"/>
                </a:lnTo>
                <a:lnTo>
                  <a:pt x="221932" y="157283"/>
                </a:lnTo>
                <a:cubicBezTo>
                  <a:pt x="252413" y="66795"/>
                  <a:pt x="276225" y="31553"/>
                  <a:pt x="321945" y="12503"/>
                </a:cubicBezTo>
                <a:cubicBezTo>
                  <a:pt x="342900" y="3930"/>
                  <a:pt x="364807" y="-832"/>
                  <a:pt x="387667" y="120"/>
                </a:cubicBezTo>
                <a:cubicBezTo>
                  <a:pt x="485775" y="-1785"/>
                  <a:pt x="544830" y="66795"/>
                  <a:pt x="544830" y="184905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1"/>
          <p:cNvSpPr/>
          <p:nvPr/>
        </p:nvSpPr>
        <p:spPr>
          <a:xfrm rot="7480670">
            <a:off x="-46777" y="4273354"/>
            <a:ext cx="199218" cy="194238"/>
          </a:xfrm>
          <a:custGeom>
            <a:rect b="b" l="l" r="r" t="t"/>
            <a:pathLst>
              <a:path extrusionOk="0" h="371475" w="381000">
                <a:moveTo>
                  <a:pt x="389572" y="0"/>
                </a:moveTo>
                <a:lnTo>
                  <a:pt x="389572" y="105728"/>
                </a:lnTo>
                <a:lnTo>
                  <a:pt x="265747" y="105728"/>
                </a:lnTo>
                <a:lnTo>
                  <a:pt x="173355" y="374333"/>
                </a:lnTo>
                <a:lnTo>
                  <a:pt x="91440" y="221933"/>
                </a:lnTo>
                <a:lnTo>
                  <a:pt x="133350" y="105728"/>
                </a:lnTo>
                <a:lnTo>
                  <a:pt x="0" y="105728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1"/>
          <p:cNvSpPr/>
          <p:nvPr/>
        </p:nvSpPr>
        <p:spPr>
          <a:xfrm rot="-8510566">
            <a:off x="58009" y="4240127"/>
            <a:ext cx="270069" cy="325185"/>
          </a:xfrm>
          <a:custGeom>
            <a:rect b="b" l="l" r="r" t="t"/>
            <a:pathLst>
              <a:path extrusionOk="0" h="561975" w="466725">
                <a:moveTo>
                  <a:pt x="470535" y="436245"/>
                </a:moveTo>
                <a:lnTo>
                  <a:pt x="470535" y="445770"/>
                </a:lnTo>
                <a:cubicBezTo>
                  <a:pt x="369570" y="532448"/>
                  <a:pt x="237172" y="562928"/>
                  <a:pt x="158115" y="567690"/>
                </a:cubicBezTo>
                <a:cubicBezTo>
                  <a:pt x="114300" y="570548"/>
                  <a:pt x="71438" y="551498"/>
                  <a:pt x="40957" y="520065"/>
                </a:cubicBezTo>
                <a:cubicBezTo>
                  <a:pt x="8572" y="488633"/>
                  <a:pt x="0" y="434340"/>
                  <a:pt x="0" y="356235"/>
                </a:cubicBezTo>
                <a:lnTo>
                  <a:pt x="0" y="65723"/>
                </a:lnTo>
                <a:lnTo>
                  <a:pt x="126682" y="0"/>
                </a:lnTo>
                <a:lnTo>
                  <a:pt x="128588" y="265748"/>
                </a:lnTo>
                <a:cubicBezTo>
                  <a:pt x="125730" y="319088"/>
                  <a:pt x="134302" y="373380"/>
                  <a:pt x="151447" y="423863"/>
                </a:cubicBezTo>
                <a:cubicBezTo>
                  <a:pt x="166688" y="465773"/>
                  <a:pt x="205740" y="486728"/>
                  <a:pt x="265747" y="486728"/>
                </a:cubicBezTo>
                <a:cubicBezTo>
                  <a:pt x="295275" y="485775"/>
                  <a:pt x="323850" y="480060"/>
                  <a:pt x="351472" y="471488"/>
                </a:cubicBezTo>
                <a:cubicBezTo>
                  <a:pt x="391477" y="459105"/>
                  <a:pt x="430530" y="442913"/>
                  <a:pt x="468630" y="423863"/>
                </a:cubicBezTo>
                <a:cubicBezTo>
                  <a:pt x="469582" y="427673"/>
                  <a:pt x="470535" y="432435"/>
                  <a:pt x="470535" y="436245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1"/>
          <p:cNvSpPr/>
          <p:nvPr/>
        </p:nvSpPr>
        <p:spPr>
          <a:xfrm rot="8706722">
            <a:off x="243592" y="4048457"/>
            <a:ext cx="220193" cy="161117"/>
          </a:xfrm>
          <a:custGeom>
            <a:rect b="b" l="l" r="r" t="t"/>
            <a:pathLst>
              <a:path extrusionOk="0" h="285750" w="390525">
                <a:moveTo>
                  <a:pt x="343853" y="144780"/>
                </a:moveTo>
                <a:lnTo>
                  <a:pt x="344805" y="144780"/>
                </a:lnTo>
                <a:lnTo>
                  <a:pt x="12382" y="288608"/>
                </a:lnTo>
                <a:lnTo>
                  <a:pt x="0" y="271463"/>
                </a:lnTo>
                <a:lnTo>
                  <a:pt x="225743" y="59055"/>
                </a:lnTo>
                <a:cubicBezTo>
                  <a:pt x="254318" y="25718"/>
                  <a:pt x="295275" y="4763"/>
                  <a:pt x="340043" y="0"/>
                </a:cubicBezTo>
                <a:cubicBezTo>
                  <a:pt x="385763" y="0"/>
                  <a:pt x="399098" y="40005"/>
                  <a:pt x="399098" y="70485"/>
                </a:cubicBezTo>
                <a:cubicBezTo>
                  <a:pt x="396240" y="103823"/>
                  <a:pt x="374332" y="131445"/>
                  <a:pt x="343853" y="144780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1"/>
          <p:cNvSpPr/>
          <p:nvPr/>
        </p:nvSpPr>
        <p:spPr>
          <a:xfrm rot="8714346">
            <a:off x="191762" y="3944545"/>
            <a:ext cx="110260" cy="11026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1"/>
          <p:cNvSpPr/>
          <p:nvPr/>
        </p:nvSpPr>
        <p:spPr>
          <a:xfrm rot="8714346">
            <a:off x="125968" y="3815524"/>
            <a:ext cx="110260" cy="11026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1"/>
          <p:cNvSpPr/>
          <p:nvPr/>
        </p:nvSpPr>
        <p:spPr>
          <a:xfrm rot="8716661">
            <a:off x="-73236" y="4876693"/>
            <a:ext cx="221538" cy="253527"/>
          </a:xfrm>
          <a:custGeom>
            <a:rect b="b" l="l" r="r" t="t"/>
            <a:pathLst>
              <a:path extrusionOk="0" h="253349" w="221382">
                <a:moveTo>
                  <a:pt x="51490" y="253349"/>
                </a:moveTo>
                <a:lnTo>
                  <a:pt x="51490" y="44199"/>
                </a:lnTo>
                <a:lnTo>
                  <a:pt x="0" y="44199"/>
                </a:lnTo>
                <a:lnTo>
                  <a:pt x="0" y="0"/>
                </a:lnTo>
                <a:lnTo>
                  <a:pt x="104803" y="0"/>
                </a:lnTo>
                <a:lnTo>
                  <a:pt x="104802" y="73817"/>
                </a:lnTo>
                <a:lnTo>
                  <a:pt x="106169" y="73817"/>
                </a:lnTo>
                <a:cubicBezTo>
                  <a:pt x="120751" y="30529"/>
                  <a:pt x="132142" y="13670"/>
                  <a:pt x="154014" y="4556"/>
                </a:cubicBezTo>
                <a:lnTo>
                  <a:pt x="174650" y="668"/>
                </a:lnTo>
                <a:lnTo>
                  <a:pt x="214075" y="27996"/>
                </a:lnTo>
                <a:lnTo>
                  <a:pt x="221382" y="33060"/>
                </a:lnTo>
                <a:lnTo>
                  <a:pt x="195540" y="70341"/>
                </a:lnTo>
                <a:lnTo>
                  <a:pt x="189157" y="50236"/>
                </a:lnTo>
                <a:cubicBezTo>
                  <a:pt x="183177" y="42946"/>
                  <a:pt x="174747" y="38731"/>
                  <a:pt x="164950" y="38731"/>
                </a:cubicBezTo>
                <a:cubicBezTo>
                  <a:pt x="135788" y="38731"/>
                  <a:pt x="111638" y="77463"/>
                  <a:pt x="111638" y="126218"/>
                </a:cubicBezTo>
                <a:lnTo>
                  <a:pt x="111638" y="191383"/>
                </a:lnTo>
                <a:lnTo>
                  <a:pt x="84096" y="231117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1"/>
          <p:cNvSpPr/>
          <p:nvPr/>
        </p:nvSpPr>
        <p:spPr>
          <a:xfrm rot="8713740">
            <a:off x="93508" y="4612313"/>
            <a:ext cx="141088" cy="232113"/>
          </a:xfrm>
          <a:custGeom>
            <a:rect b="b" l="l" r="r" t="t"/>
            <a:pathLst>
              <a:path extrusionOk="0" h="485775" w="295275">
                <a:moveTo>
                  <a:pt x="297180" y="104775"/>
                </a:moveTo>
                <a:lnTo>
                  <a:pt x="297180" y="435293"/>
                </a:lnTo>
                <a:lnTo>
                  <a:pt x="169545" y="485775"/>
                </a:lnTo>
                <a:lnTo>
                  <a:pt x="169545" y="145733"/>
                </a:lnTo>
                <a:cubicBezTo>
                  <a:pt x="169545" y="142875"/>
                  <a:pt x="169545" y="140018"/>
                  <a:pt x="169545" y="137160"/>
                </a:cubicBezTo>
                <a:cubicBezTo>
                  <a:pt x="166688" y="116205"/>
                  <a:pt x="147638" y="101918"/>
                  <a:pt x="126683" y="104775"/>
                </a:cubicBezTo>
                <a:lnTo>
                  <a:pt x="0" y="104775"/>
                </a:lnTo>
                <a:lnTo>
                  <a:pt x="0" y="0"/>
                </a:lnTo>
                <a:lnTo>
                  <a:pt x="178118" y="0"/>
                </a:lnTo>
                <a:cubicBezTo>
                  <a:pt x="255270" y="0"/>
                  <a:pt x="297180" y="33338"/>
                  <a:pt x="297180" y="104775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1"/>
          <p:cNvSpPr/>
          <p:nvPr/>
        </p:nvSpPr>
        <p:spPr>
          <a:xfrm rot="8713740">
            <a:off x="183053" y="4641575"/>
            <a:ext cx="259421" cy="250318"/>
          </a:xfrm>
          <a:custGeom>
            <a:rect b="b" l="l" r="r" t="t"/>
            <a:pathLst>
              <a:path extrusionOk="0" h="523875" w="542925">
                <a:moveTo>
                  <a:pt x="544830" y="184905"/>
                </a:moveTo>
                <a:lnTo>
                  <a:pt x="544830" y="197288"/>
                </a:lnTo>
                <a:lnTo>
                  <a:pt x="415290" y="204908"/>
                </a:lnTo>
                <a:lnTo>
                  <a:pt x="415290" y="170618"/>
                </a:lnTo>
                <a:cubicBezTo>
                  <a:pt x="415290" y="119183"/>
                  <a:pt x="385763" y="83940"/>
                  <a:pt x="344805" y="83940"/>
                </a:cubicBezTo>
                <a:cubicBezTo>
                  <a:pt x="283845" y="83940"/>
                  <a:pt x="233363" y="164903"/>
                  <a:pt x="233363" y="266820"/>
                </a:cubicBezTo>
                <a:lnTo>
                  <a:pt x="233363" y="446843"/>
                </a:lnTo>
                <a:lnTo>
                  <a:pt x="107632" y="532568"/>
                </a:lnTo>
                <a:lnTo>
                  <a:pt x="107632" y="95370"/>
                </a:lnTo>
                <a:lnTo>
                  <a:pt x="0" y="95370"/>
                </a:lnTo>
                <a:lnTo>
                  <a:pt x="0" y="2978"/>
                </a:lnTo>
                <a:lnTo>
                  <a:pt x="219075" y="2978"/>
                </a:lnTo>
                <a:lnTo>
                  <a:pt x="219075" y="157283"/>
                </a:lnTo>
                <a:lnTo>
                  <a:pt x="221932" y="157283"/>
                </a:lnTo>
                <a:cubicBezTo>
                  <a:pt x="252413" y="66795"/>
                  <a:pt x="276225" y="31553"/>
                  <a:pt x="321945" y="12503"/>
                </a:cubicBezTo>
                <a:cubicBezTo>
                  <a:pt x="342900" y="3930"/>
                  <a:pt x="364807" y="-832"/>
                  <a:pt x="387667" y="120"/>
                </a:cubicBezTo>
                <a:cubicBezTo>
                  <a:pt x="485775" y="-1785"/>
                  <a:pt x="544830" y="66795"/>
                  <a:pt x="544830" y="184905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1"/>
          <p:cNvSpPr/>
          <p:nvPr/>
        </p:nvSpPr>
        <p:spPr>
          <a:xfrm rot="8716661">
            <a:off x="-14566" y="4699602"/>
            <a:ext cx="50032" cy="54276"/>
          </a:xfrm>
          <a:custGeom>
            <a:rect b="b" l="l" r="r" t="t"/>
            <a:pathLst>
              <a:path extrusionOk="0" h="54238" w="49997">
                <a:moveTo>
                  <a:pt x="8658" y="50123"/>
                </a:moveTo>
                <a:cubicBezTo>
                  <a:pt x="3190" y="44655"/>
                  <a:pt x="0" y="37365"/>
                  <a:pt x="0" y="29619"/>
                </a:cubicBezTo>
                <a:lnTo>
                  <a:pt x="0" y="29162"/>
                </a:lnTo>
                <a:cubicBezTo>
                  <a:pt x="0" y="21417"/>
                  <a:pt x="3190" y="14126"/>
                  <a:pt x="8658" y="8658"/>
                </a:cubicBezTo>
                <a:cubicBezTo>
                  <a:pt x="14126" y="3190"/>
                  <a:pt x="21416" y="0"/>
                  <a:pt x="29163" y="0"/>
                </a:cubicBezTo>
                <a:cubicBezTo>
                  <a:pt x="36909" y="0"/>
                  <a:pt x="44200" y="3190"/>
                  <a:pt x="49668" y="8658"/>
                </a:cubicBezTo>
                <a:lnTo>
                  <a:pt x="49997" y="9441"/>
                </a:lnTo>
                <a:lnTo>
                  <a:pt x="18945" y="54238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1"/>
          <p:cNvSpPr/>
          <p:nvPr/>
        </p:nvSpPr>
        <p:spPr>
          <a:xfrm rot="8716661">
            <a:off x="-30414" y="4579725"/>
            <a:ext cx="113426" cy="71074"/>
          </a:xfrm>
          <a:custGeom>
            <a:rect b="b" l="l" r="r" t="t"/>
            <a:pathLst>
              <a:path extrusionOk="0" h="71024" w="113346">
                <a:moveTo>
                  <a:pt x="0" y="55323"/>
                </a:moveTo>
                <a:lnTo>
                  <a:pt x="0" y="0"/>
                </a:lnTo>
                <a:lnTo>
                  <a:pt x="113346" y="0"/>
                </a:lnTo>
                <a:lnTo>
                  <a:pt x="64114" y="71024"/>
                </a:lnTo>
                <a:lnTo>
                  <a:pt x="69777" y="55323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1"/>
          <p:cNvSpPr/>
          <p:nvPr/>
        </p:nvSpPr>
        <p:spPr>
          <a:xfrm rot="8713740">
            <a:off x="71399" y="4741793"/>
            <a:ext cx="100127" cy="218460"/>
          </a:xfrm>
          <a:custGeom>
            <a:rect b="b" l="l" r="r" t="t"/>
            <a:pathLst>
              <a:path extrusionOk="0" h="457200" w="209550">
                <a:moveTo>
                  <a:pt x="216217" y="0"/>
                </a:moveTo>
                <a:lnTo>
                  <a:pt x="216217" y="458153"/>
                </a:lnTo>
                <a:lnTo>
                  <a:pt x="90488" y="337185"/>
                </a:lnTo>
                <a:lnTo>
                  <a:pt x="90488" y="34290"/>
                </a:lnTo>
                <a:lnTo>
                  <a:pt x="0" y="34290"/>
                </a:lnTo>
                <a:lnTo>
                  <a:pt x="0" y="4763"/>
                </a:lnTo>
                <a:cubicBezTo>
                  <a:pt x="68580" y="7620"/>
                  <a:pt x="140017" y="1905"/>
                  <a:pt x="216217" y="0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1"/>
          <p:cNvSpPr/>
          <p:nvPr/>
        </p:nvSpPr>
        <p:spPr>
          <a:xfrm rot="7483339">
            <a:off x="171896" y="4933516"/>
            <a:ext cx="203990" cy="196012"/>
          </a:xfrm>
          <a:custGeom>
            <a:rect b="b" l="l" r="r" t="t"/>
            <a:pathLst>
              <a:path extrusionOk="0" h="195874" w="203847">
                <a:moveTo>
                  <a:pt x="90710" y="195874"/>
                </a:moveTo>
                <a:lnTo>
                  <a:pt x="47847" y="116129"/>
                </a:lnTo>
                <a:lnTo>
                  <a:pt x="69777" y="55323"/>
                </a:lnTo>
                <a:lnTo>
                  <a:pt x="0" y="55323"/>
                </a:lnTo>
                <a:lnTo>
                  <a:pt x="0" y="0"/>
                </a:lnTo>
                <a:lnTo>
                  <a:pt x="170341" y="0"/>
                </a:lnTo>
                <a:lnTo>
                  <a:pt x="203847" y="48325"/>
                </a:lnTo>
                <a:lnTo>
                  <a:pt x="203847" y="55323"/>
                </a:lnTo>
                <a:lnTo>
                  <a:pt x="139055" y="55323"/>
                </a:ln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1"/>
          <p:cNvSpPr/>
          <p:nvPr/>
        </p:nvSpPr>
        <p:spPr>
          <a:xfrm rot="-8513943">
            <a:off x="313308" y="4906085"/>
            <a:ext cx="221989" cy="205248"/>
          </a:xfrm>
          <a:custGeom>
            <a:rect b="b" l="l" r="r" t="t"/>
            <a:pathLst>
              <a:path extrusionOk="0" h="205098" w="221827">
                <a:moveTo>
                  <a:pt x="24153" y="55168"/>
                </a:moveTo>
                <a:lnTo>
                  <a:pt x="0" y="18385"/>
                </a:lnTo>
                <a:lnTo>
                  <a:pt x="23400" y="0"/>
                </a:lnTo>
                <a:lnTo>
                  <a:pt x="23735" y="46640"/>
                </a:lnTo>
                <a:close/>
                <a:moveTo>
                  <a:pt x="221827" y="150928"/>
                </a:moveTo>
                <a:cubicBezTo>
                  <a:pt x="192582" y="176035"/>
                  <a:pt x="158785" y="193002"/>
                  <a:pt x="126574" y="204038"/>
                </a:cubicBezTo>
                <a:lnTo>
                  <a:pt x="122603" y="205098"/>
                </a:lnTo>
                <a:lnTo>
                  <a:pt x="102519" y="174512"/>
                </a:lnTo>
                <a:lnTo>
                  <a:pt x="103192" y="174655"/>
                </a:lnTo>
                <a:cubicBezTo>
                  <a:pt x="120298" y="174103"/>
                  <a:pt x="136851" y="170792"/>
                  <a:pt x="152853" y="165826"/>
                </a:cubicBezTo>
                <a:cubicBezTo>
                  <a:pt x="176028" y="158653"/>
                  <a:pt x="198652" y="149273"/>
                  <a:pt x="220723" y="138237"/>
                </a:cubicBezTo>
                <a:cubicBezTo>
                  <a:pt x="221275" y="140444"/>
                  <a:pt x="221827" y="143203"/>
                  <a:pt x="221827" y="145410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1"/>
          <p:cNvSpPr/>
          <p:nvPr/>
        </p:nvSpPr>
        <p:spPr>
          <a:xfrm rot="8716661">
            <a:off x="406275" y="4600545"/>
            <a:ext cx="113735" cy="117199"/>
          </a:xfrm>
          <a:custGeom>
            <a:rect b="b" l="l" r="r" t="t"/>
            <a:pathLst>
              <a:path extrusionOk="0" h="117117" w="113655">
                <a:moveTo>
                  <a:pt x="13623" y="100559"/>
                </a:moveTo>
                <a:lnTo>
                  <a:pt x="0" y="68296"/>
                </a:lnTo>
                <a:lnTo>
                  <a:pt x="56488" y="0"/>
                </a:lnTo>
                <a:lnTo>
                  <a:pt x="96408" y="16856"/>
                </a:lnTo>
                <a:cubicBezTo>
                  <a:pt x="119404" y="38931"/>
                  <a:pt x="119404" y="76644"/>
                  <a:pt x="96408" y="99640"/>
                </a:cubicBezTo>
                <a:cubicBezTo>
                  <a:pt x="85370" y="110678"/>
                  <a:pt x="70653" y="117116"/>
                  <a:pt x="55015" y="117117"/>
                </a:cubicBezTo>
                <a:cubicBezTo>
                  <a:pt x="39378" y="117117"/>
                  <a:pt x="24661" y="111597"/>
                  <a:pt x="13623" y="100559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1"/>
          <p:cNvSpPr/>
          <p:nvPr/>
        </p:nvSpPr>
        <p:spPr>
          <a:xfrm rot="8713740">
            <a:off x="171620" y="4634415"/>
            <a:ext cx="54615" cy="54615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1"/>
          <p:cNvSpPr/>
          <p:nvPr/>
        </p:nvSpPr>
        <p:spPr>
          <a:xfrm rot="8714346">
            <a:off x="349135" y="4475223"/>
            <a:ext cx="110260" cy="11026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1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1"/>
          <p:cNvSpPr/>
          <p:nvPr/>
        </p:nvSpPr>
        <p:spPr>
          <a:xfrm>
            <a:off x="1675026" y="884098"/>
            <a:ext cx="360000" cy="4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1"/>
          <p:cNvSpPr txBox="1"/>
          <p:nvPr>
            <p:ph idx="1" type="body"/>
          </p:nvPr>
        </p:nvSpPr>
        <p:spPr>
          <a:xfrm>
            <a:off x="1197959" y="1375576"/>
            <a:ext cx="7316400" cy="3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1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1"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1"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1"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1"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1" sz="1000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 1 - Foncé">
  <p:cSld name="Couverture 1 - Foncé">
    <p:bg>
      <p:bgPr>
        <a:solidFill>
          <a:schemeClr val="dk1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04432" y="2054979"/>
            <a:ext cx="3470194" cy="1035588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2"/>
          <p:cNvSpPr/>
          <p:nvPr/>
        </p:nvSpPr>
        <p:spPr>
          <a:xfrm>
            <a:off x="0" y="0"/>
            <a:ext cx="2476252" cy="5143500"/>
          </a:xfrm>
          <a:custGeom>
            <a:rect b="b" l="l" r="r" t="t"/>
            <a:pathLst>
              <a:path extrusionOk="0" h="5143500" w="2476252">
                <a:moveTo>
                  <a:pt x="0" y="0"/>
                </a:moveTo>
                <a:lnTo>
                  <a:pt x="2038350" y="0"/>
                </a:lnTo>
                <a:lnTo>
                  <a:pt x="2476252" y="0"/>
                </a:lnTo>
                <a:lnTo>
                  <a:pt x="203835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3A1B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2"/>
          <p:cNvSpPr/>
          <p:nvPr/>
        </p:nvSpPr>
        <p:spPr>
          <a:xfrm flipH="1">
            <a:off x="2029641" y="2387470"/>
            <a:ext cx="614164" cy="2756031"/>
          </a:xfrm>
          <a:custGeom>
            <a:rect b="b" l="l" r="r" t="t"/>
            <a:pathLst>
              <a:path extrusionOk="0" h="2756031" w="614164">
                <a:moveTo>
                  <a:pt x="379524" y="0"/>
                </a:moveTo>
                <a:lnTo>
                  <a:pt x="0" y="2756031"/>
                </a:lnTo>
                <a:lnTo>
                  <a:pt x="614164" y="2756031"/>
                </a:lnTo>
                <a:close/>
              </a:path>
            </a:pathLst>
          </a:custGeom>
          <a:solidFill>
            <a:srgbClr val="009F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2" name="Google Shape;312;p32"/>
          <p:cNvGrpSpPr/>
          <p:nvPr/>
        </p:nvGrpSpPr>
        <p:grpSpPr>
          <a:xfrm>
            <a:off x="-242525" y="-113052"/>
            <a:ext cx="2830982" cy="5454831"/>
            <a:chOff x="-242525" y="-113052"/>
            <a:chExt cx="2830982" cy="5454831"/>
          </a:xfrm>
        </p:grpSpPr>
        <p:sp>
          <p:nvSpPr>
            <p:cNvPr id="313" name="Google Shape;313;p32"/>
            <p:cNvSpPr/>
            <p:nvPr/>
          </p:nvSpPr>
          <p:spPr>
            <a:xfrm rot="8716038">
              <a:off x="1460361" y="3480101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32"/>
            <p:cNvSpPr/>
            <p:nvPr/>
          </p:nvSpPr>
          <p:spPr>
            <a:xfrm rot="8716038">
              <a:off x="1595675" y="3524365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32"/>
            <p:cNvSpPr/>
            <p:nvPr/>
          </p:nvSpPr>
          <p:spPr>
            <a:xfrm rot="8716038">
              <a:off x="1527784" y="3393760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32"/>
            <p:cNvSpPr/>
            <p:nvPr/>
          </p:nvSpPr>
          <p:spPr>
            <a:xfrm rot="8716038">
              <a:off x="1290481" y="361409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32"/>
            <p:cNvSpPr/>
            <p:nvPr/>
          </p:nvSpPr>
          <p:spPr>
            <a:xfrm rot="8718291">
              <a:off x="1102085" y="3298452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32"/>
            <p:cNvSpPr/>
            <p:nvPr/>
          </p:nvSpPr>
          <p:spPr>
            <a:xfrm rot="8714800">
              <a:off x="1083589" y="3088629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32"/>
            <p:cNvSpPr/>
            <p:nvPr/>
          </p:nvSpPr>
          <p:spPr>
            <a:xfrm rot="8716038">
              <a:off x="1426972" y="3676097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32"/>
            <p:cNvSpPr/>
            <p:nvPr/>
          </p:nvSpPr>
          <p:spPr>
            <a:xfrm rot="8716038">
              <a:off x="1897925" y="3101485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32"/>
            <p:cNvSpPr/>
            <p:nvPr/>
          </p:nvSpPr>
          <p:spPr>
            <a:xfrm rot="8716661">
              <a:off x="2028363" y="3176447"/>
              <a:ext cx="305302" cy="336859"/>
            </a:xfrm>
            <a:custGeom>
              <a:rect b="b" l="l" r="r" t="t"/>
              <a:pathLst>
                <a:path extrusionOk="0" h="336622" w="305088">
                  <a:moveTo>
                    <a:pt x="211294" y="107197"/>
                  </a:moveTo>
                  <a:lnTo>
                    <a:pt x="211294" y="82369"/>
                  </a:lnTo>
                  <a:lnTo>
                    <a:pt x="211017" y="81498"/>
                  </a:lnTo>
                  <a:lnTo>
                    <a:pt x="278425" y="0"/>
                  </a:lnTo>
                  <a:lnTo>
                    <a:pt x="297297" y="35535"/>
                  </a:lnTo>
                  <a:cubicBezTo>
                    <a:pt x="302416" y="52195"/>
                    <a:pt x="305088" y="71334"/>
                    <a:pt x="305088" y="92713"/>
                  </a:cubicBezTo>
                  <a:lnTo>
                    <a:pt x="305088" y="101679"/>
                  </a:lnTo>
                  <a:close/>
                  <a:moveTo>
                    <a:pt x="0" y="336622"/>
                  </a:moveTo>
                  <a:lnTo>
                    <a:pt x="79568" y="240423"/>
                  </a:lnTo>
                  <a:lnTo>
                    <a:pt x="79568" y="282372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32"/>
            <p:cNvSpPr/>
            <p:nvPr/>
          </p:nvSpPr>
          <p:spPr>
            <a:xfrm rot="8716038">
              <a:off x="1728045" y="323547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32"/>
            <p:cNvSpPr/>
            <p:nvPr/>
          </p:nvSpPr>
          <p:spPr>
            <a:xfrm rot="8718291">
              <a:off x="1539650" y="2919836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32"/>
            <p:cNvSpPr/>
            <p:nvPr/>
          </p:nvSpPr>
          <p:spPr>
            <a:xfrm rot="8716038">
              <a:off x="1864537" y="3297482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32"/>
            <p:cNvSpPr/>
            <p:nvPr/>
          </p:nvSpPr>
          <p:spPr>
            <a:xfrm rot="8711490">
              <a:off x="1499088" y="3071146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32"/>
            <p:cNvSpPr/>
            <p:nvPr/>
          </p:nvSpPr>
          <p:spPr>
            <a:xfrm rot="7483339">
              <a:off x="2004807" y="3639749"/>
              <a:ext cx="222045" cy="221821"/>
            </a:xfrm>
            <a:custGeom>
              <a:rect b="b" l="l" r="r" t="t"/>
              <a:pathLst>
                <a:path extrusionOk="0" h="221665" w="221889">
                  <a:moveTo>
                    <a:pt x="206330" y="8936"/>
                  </a:moveTo>
                  <a:lnTo>
                    <a:pt x="221889" y="0"/>
                  </a:lnTo>
                  <a:lnTo>
                    <a:pt x="221889" y="8936"/>
                  </a:lnTo>
                  <a:close/>
                  <a:moveTo>
                    <a:pt x="50650" y="221665"/>
                  </a:moveTo>
                  <a:lnTo>
                    <a:pt x="0" y="127433"/>
                  </a:lnTo>
                  <a:lnTo>
                    <a:pt x="103511" y="67986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32"/>
            <p:cNvSpPr/>
            <p:nvPr/>
          </p:nvSpPr>
          <p:spPr>
            <a:xfrm rot="8716038">
              <a:off x="2016319" y="313525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32"/>
            <p:cNvSpPr/>
            <p:nvPr/>
          </p:nvSpPr>
          <p:spPr>
            <a:xfrm rot="8716661">
              <a:off x="1796662" y="4478742"/>
              <a:ext cx="215327" cy="351976"/>
            </a:xfrm>
            <a:custGeom>
              <a:rect b="b" l="l" r="r" t="t"/>
              <a:pathLst>
                <a:path extrusionOk="0" h="351729" w="215176">
                  <a:moveTo>
                    <a:pt x="122761" y="351729"/>
                  </a:move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5"/>
                    <a:pt x="91726" y="75863"/>
                  </a:cubicBezTo>
                  <a:lnTo>
                    <a:pt x="0" y="75863"/>
                  </a:lnTo>
                  <a:lnTo>
                    <a:pt x="0" y="31564"/>
                  </a:lnTo>
                  <a:lnTo>
                    <a:pt x="26107" y="0"/>
                  </a:lnTo>
                  <a:lnTo>
                    <a:pt x="128968" y="0"/>
                  </a:lnTo>
                  <a:cubicBezTo>
                    <a:pt x="184831" y="0"/>
                    <a:pt x="215176" y="24139"/>
                    <a:pt x="215176" y="75863"/>
                  </a:cubicBezTo>
                  <a:lnTo>
                    <a:pt x="215176" y="31517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32"/>
            <p:cNvSpPr/>
            <p:nvPr/>
          </p:nvSpPr>
          <p:spPr>
            <a:xfrm rot="8716661">
              <a:off x="1938542" y="4601933"/>
              <a:ext cx="253518" cy="284925"/>
            </a:xfrm>
            <a:custGeom>
              <a:rect b="b" l="l" r="r" t="t"/>
              <a:pathLst>
                <a:path extrusionOk="0" h="284725" w="253340">
                  <a:moveTo>
                    <a:pt x="160632" y="90518"/>
                  </a:moveTo>
                  <a:lnTo>
                    <a:pt x="235501" y="0"/>
                  </a:lnTo>
                  <a:lnTo>
                    <a:pt x="245549" y="18921"/>
                  </a:lnTo>
                  <a:cubicBezTo>
                    <a:pt x="250668" y="35581"/>
                    <a:pt x="253340" y="54719"/>
                    <a:pt x="253340" y="76098"/>
                  </a:cubicBezTo>
                  <a:lnTo>
                    <a:pt x="253340" y="85064"/>
                  </a:lnTo>
                  <a:close/>
                  <a:moveTo>
                    <a:pt x="0" y="284725"/>
                  </a:moveTo>
                  <a:lnTo>
                    <a:pt x="27820" y="251090"/>
                  </a:lnTo>
                  <a:lnTo>
                    <a:pt x="27820" y="26575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32"/>
            <p:cNvSpPr/>
            <p:nvPr/>
          </p:nvSpPr>
          <p:spPr>
            <a:xfrm rot="8716038">
              <a:off x="1865557" y="4392243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32"/>
            <p:cNvSpPr/>
            <p:nvPr/>
          </p:nvSpPr>
          <p:spPr>
            <a:xfrm rot="8716038">
              <a:off x="1628254" y="4612575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32"/>
            <p:cNvSpPr/>
            <p:nvPr/>
          </p:nvSpPr>
          <p:spPr>
            <a:xfrm rot="8718291">
              <a:off x="1439858" y="4296935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32"/>
            <p:cNvSpPr/>
            <p:nvPr/>
          </p:nvSpPr>
          <p:spPr>
            <a:xfrm rot="8714800">
              <a:off x="1421362" y="4087112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32"/>
            <p:cNvSpPr/>
            <p:nvPr/>
          </p:nvSpPr>
          <p:spPr>
            <a:xfrm rot="8716038">
              <a:off x="1764745" y="4674580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32"/>
            <p:cNvSpPr/>
            <p:nvPr/>
          </p:nvSpPr>
          <p:spPr>
            <a:xfrm rot="8716661">
              <a:off x="2058047" y="4234176"/>
              <a:ext cx="77356" cy="80540"/>
            </a:xfrm>
            <a:custGeom>
              <a:rect b="b" l="l" r="r" t="t"/>
              <a:pathLst>
                <a:path extrusionOk="0" h="80483" w="77302">
                  <a:moveTo>
                    <a:pt x="2300" y="68069"/>
                  </a:moveTo>
                  <a:lnTo>
                    <a:pt x="0" y="62622"/>
                  </a:lnTo>
                  <a:lnTo>
                    <a:pt x="51796" y="0"/>
                  </a:lnTo>
                  <a:lnTo>
                    <a:pt x="64371" y="5309"/>
                  </a:lnTo>
                  <a:cubicBezTo>
                    <a:pt x="81612" y="21861"/>
                    <a:pt x="81613" y="50138"/>
                    <a:pt x="64371" y="67380"/>
                  </a:cubicBezTo>
                  <a:cubicBezTo>
                    <a:pt x="56095" y="75656"/>
                    <a:pt x="45060" y="80483"/>
                    <a:pt x="33335" y="80483"/>
                  </a:cubicBezTo>
                  <a:cubicBezTo>
                    <a:pt x="21611" y="80483"/>
                    <a:pt x="10576" y="76345"/>
                    <a:pt x="2300" y="68069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32"/>
            <p:cNvSpPr/>
            <p:nvPr/>
          </p:nvSpPr>
          <p:spPr>
            <a:xfrm rot="8716661">
              <a:off x="1876029" y="3937972"/>
              <a:ext cx="237975" cy="296671"/>
            </a:xfrm>
            <a:custGeom>
              <a:rect b="b" l="l" r="r" t="t"/>
              <a:pathLst>
                <a:path extrusionOk="0" h="296463" w="237808">
                  <a:moveTo>
                    <a:pt x="66569" y="296463"/>
                  </a:moveTo>
                  <a:lnTo>
                    <a:pt x="1694" y="175766"/>
                  </a:lnTo>
                  <a:lnTo>
                    <a:pt x="34886" y="83734"/>
                  </a:lnTo>
                  <a:lnTo>
                    <a:pt x="0" y="83734"/>
                  </a:lnTo>
                  <a:lnTo>
                    <a:pt x="69258" y="0"/>
                  </a:lnTo>
                  <a:lnTo>
                    <a:pt x="237808" y="0"/>
                  </a:lnTo>
                  <a:lnTo>
                    <a:pt x="237808" y="83734"/>
                  </a:lnTo>
                  <a:lnTo>
                    <a:pt x="139741" y="8373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32"/>
            <p:cNvSpPr/>
            <p:nvPr/>
          </p:nvSpPr>
          <p:spPr>
            <a:xfrm rot="8711490">
              <a:off x="1836861" y="4069629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32"/>
            <p:cNvSpPr/>
            <p:nvPr/>
          </p:nvSpPr>
          <p:spPr>
            <a:xfrm rot="8716661">
              <a:off x="1827663" y="5057204"/>
              <a:ext cx="219564" cy="140950"/>
            </a:xfrm>
            <a:custGeom>
              <a:rect b="b" l="l" r="r" t="t"/>
              <a:pathLst>
                <a:path extrusionOk="0" h="140851" w="219410">
                  <a:moveTo>
                    <a:pt x="27373" y="96063"/>
                  </a:moveTo>
                  <a:cubicBezTo>
                    <a:pt x="16020" y="85043"/>
                    <a:pt x="7797" y="71018"/>
                    <a:pt x="1953" y="53941"/>
                  </a:cubicBezTo>
                  <a:lnTo>
                    <a:pt x="0" y="43352"/>
                  </a:lnTo>
                  <a:lnTo>
                    <a:pt x="35858" y="0"/>
                  </a:lnTo>
                  <a:lnTo>
                    <a:pt x="219410" y="127232"/>
                  </a:lnTo>
                  <a:lnTo>
                    <a:pt x="200448" y="132296"/>
                  </a:lnTo>
                  <a:cubicBezTo>
                    <a:pt x="176976" y="136859"/>
                    <a:pt x="155381" y="139475"/>
                    <a:pt x="136904" y="140588"/>
                  </a:cubicBezTo>
                  <a:cubicBezTo>
                    <a:pt x="95942" y="143260"/>
                    <a:pt x="55870" y="125450"/>
                    <a:pt x="27373" y="9606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32"/>
            <p:cNvSpPr/>
            <p:nvPr/>
          </p:nvSpPr>
          <p:spPr>
            <a:xfrm rot="8716038">
              <a:off x="1125084" y="2479688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32"/>
            <p:cNvSpPr/>
            <p:nvPr/>
          </p:nvSpPr>
          <p:spPr>
            <a:xfrm rot="8716038">
              <a:off x="1260398" y="2523952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32"/>
            <p:cNvSpPr/>
            <p:nvPr/>
          </p:nvSpPr>
          <p:spPr>
            <a:xfrm rot="8716038">
              <a:off x="1192507" y="2393347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32"/>
            <p:cNvSpPr/>
            <p:nvPr/>
          </p:nvSpPr>
          <p:spPr>
            <a:xfrm rot="8716038">
              <a:off x="955204" y="261367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32"/>
            <p:cNvSpPr/>
            <p:nvPr/>
          </p:nvSpPr>
          <p:spPr>
            <a:xfrm rot="8718291">
              <a:off x="766807" y="2298039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32"/>
            <p:cNvSpPr/>
            <p:nvPr/>
          </p:nvSpPr>
          <p:spPr>
            <a:xfrm rot="8714800">
              <a:off x="748312" y="2088216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32"/>
            <p:cNvSpPr/>
            <p:nvPr/>
          </p:nvSpPr>
          <p:spPr>
            <a:xfrm rot="8716038">
              <a:off x="1091695" y="2675684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32"/>
            <p:cNvSpPr/>
            <p:nvPr/>
          </p:nvSpPr>
          <p:spPr>
            <a:xfrm rot="8716038">
              <a:off x="1562647" y="2101072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32"/>
            <p:cNvSpPr/>
            <p:nvPr/>
          </p:nvSpPr>
          <p:spPr>
            <a:xfrm rot="8716038">
              <a:off x="1697962" y="2145336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32"/>
            <p:cNvSpPr/>
            <p:nvPr/>
          </p:nvSpPr>
          <p:spPr>
            <a:xfrm rot="8716038">
              <a:off x="1392767" y="2235063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32"/>
            <p:cNvSpPr/>
            <p:nvPr/>
          </p:nvSpPr>
          <p:spPr>
            <a:xfrm rot="8718291">
              <a:off x="1204373" y="1919423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32"/>
            <p:cNvSpPr/>
            <p:nvPr/>
          </p:nvSpPr>
          <p:spPr>
            <a:xfrm rot="8716038">
              <a:off x="1529260" y="2297069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32"/>
            <p:cNvSpPr/>
            <p:nvPr/>
          </p:nvSpPr>
          <p:spPr>
            <a:xfrm rot="8711490">
              <a:off x="1163811" y="2070733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32"/>
            <p:cNvSpPr/>
            <p:nvPr/>
          </p:nvSpPr>
          <p:spPr>
            <a:xfrm rot="7490631">
              <a:off x="1687981" y="2586262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32"/>
            <p:cNvSpPr/>
            <p:nvPr/>
          </p:nvSpPr>
          <p:spPr>
            <a:xfrm rot="-8513943">
              <a:off x="1844552" y="2530827"/>
              <a:ext cx="412870" cy="497288"/>
            </a:xfrm>
            <a:custGeom>
              <a:rect b="b" l="l" r="r" t="t"/>
              <a:pathLst>
                <a:path extrusionOk="0" h="496925" w="412568">
                  <a:moveTo>
                    <a:pt x="412568" y="390854"/>
                  </a:moveTo>
                  <a:cubicBezTo>
                    <a:pt x="346173" y="447854"/>
                    <a:pt x="264275" y="477136"/>
                    <a:pt x="198232" y="489977"/>
                  </a:cubicBezTo>
                  <a:lnTo>
                    <a:pt x="144991" y="496925"/>
                  </a:lnTo>
                  <a:lnTo>
                    <a:pt x="0" y="276116"/>
                  </a:lnTo>
                  <a:lnTo>
                    <a:pt x="0" y="57626"/>
                  </a:lnTo>
                  <a:lnTo>
                    <a:pt x="111075" y="0"/>
                  </a:lnTo>
                  <a:lnTo>
                    <a:pt x="112747" y="233009"/>
                  </a:lnTo>
                  <a:cubicBezTo>
                    <a:pt x="110241" y="279778"/>
                    <a:pt x="117757" y="327382"/>
                    <a:pt x="132789" y="371646"/>
                  </a:cubicBezTo>
                  <a:cubicBezTo>
                    <a:pt x="146153" y="408393"/>
                    <a:pt x="180394" y="426766"/>
                    <a:pt x="233008" y="426766"/>
                  </a:cubicBezTo>
                  <a:cubicBezTo>
                    <a:pt x="258899" y="425930"/>
                    <a:pt x="283953" y="420919"/>
                    <a:pt x="308173" y="413403"/>
                  </a:cubicBezTo>
                  <a:cubicBezTo>
                    <a:pt x="343249" y="402546"/>
                    <a:pt x="377491" y="388349"/>
                    <a:pt x="410897" y="371646"/>
                  </a:cubicBezTo>
                  <a:cubicBezTo>
                    <a:pt x="411732" y="374986"/>
                    <a:pt x="412568" y="379161"/>
                    <a:pt x="412568" y="382502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32"/>
            <p:cNvSpPr/>
            <p:nvPr/>
          </p:nvSpPr>
          <p:spPr>
            <a:xfrm rot="8716661">
              <a:off x="2146885" y="2331940"/>
              <a:ext cx="207814" cy="193022"/>
            </a:xfrm>
            <a:custGeom>
              <a:rect b="b" l="l" r="r" t="t"/>
              <a:pathLst>
                <a:path extrusionOk="0" h="192886" w="207668">
                  <a:moveTo>
                    <a:pt x="0" y="192886"/>
                  </a:moveTo>
                  <a:lnTo>
                    <a:pt x="159539" y="0"/>
                  </a:lnTo>
                  <a:lnTo>
                    <a:pt x="181588" y="5201"/>
                  </a:lnTo>
                  <a:cubicBezTo>
                    <a:pt x="201262" y="16029"/>
                    <a:pt x="207668" y="40127"/>
                    <a:pt x="207668" y="59649"/>
                  </a:cubicBezTo>
                  <a:cubicBezTo>
                    <a:pt x="205228" y="88119"/>
                    <a:pt x="186518" y="111708"/>
                    <a:pt x="160490" y="123096"/>
                  </a:cubicBezTo>
                  <a:lnTo>
                    <a:pt x="161303" y="123096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32"/>
            <p:cNvSpPr/>
            <p:nvPr/>
          </p:nvSpPr>
          <p:spPr>
            <a:xfrm rot="8718291">
              <a:off x="2049084" y="2088960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32"/>
            <p:cNvSpPr/>
            <p:nvPr/>
          </p:nvSpPr>
          <p:spPr>
            <a:xfrm rot="8716038">
              <a:off x="1681041" y="2134843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32"/>
            <p:cNvSpPr/>
            <p:nvPr/>
          </p:nvSpPr>
          <p:spPr>
            <a:xfrm rot="8718291">
              <a:off x="1949502" y="1893681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32"/>
            <p:cNvSpPr/>
            <p:nvPr/>
          </p:nvSpPr>
          <p:spPr>
            <a:xfrm rot="8716038">
              <a:off x="787311" y="1481205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32"/>
            <p:cNvSpPr/>
            <p:nvPr/>
          </p:nvSpPr>
          <p:spPr>
            <a:xfrm rot="8716038">
              <a:off x="922625" y="1525469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32"/>
            <p:cNvSpPr/>
            <p:nvPr/>
          </p:nvSpPr>
          <p:spPr>
            <a:xfrm rot="8716038">
              <a:off x="854734" y="1394864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32"/>
            <p:cNvSpPr/>
            <p:nvPr/>
          </p:nvSpPr>
          <p:spPr>
            <a:xfrm rot="8716038">
              <a:off x="617431" y="161519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32"/>
            <p:cNvSpPr/>
            <p:nvPr/>
          </p:nvSpPr>
          <p:spPr>
            <a:xfrm rot="8718291">
              <a:off x="429034" y="1299556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32"/>
            <p:cNvSpPr/>
            <p:nvPr/>
          </p:nvSpPr>
          <p:spPr>
            <a:xfrm rot="8714800">
              <a:off x="410539" y="1089733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32"/>
            <p:cNvSpPr/>
            <p:nvPr/>
          </p:nvSpPr>
          <p:spPr>
            <a:xfrm rot="8716038">
              <a:off x="753922" y="1677201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32"/>
            <p:cNvSpPr/>
            <p:nvPr/>
          </p:nvSpPr>
          <p:spPr>
            <a:xfrm rot="8716038">
              <a:off x="1224875" y="1102589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32"/>
            <p:cNvSpPr/>
            <p:nvPr/>
          </p:nvSpPr>
          <p:spPr>
            <a:xfrm rot="8716038">
              <a:off x="1360189" y="1146853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32"/>
            <p:cNvSpPr/>
            <p:nvPr/>
          </p:nvSpPr>
          <p:spPr>
            <a:xfrm rot="8716038">
              <a:off x="1054994" y="123658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32"/>
            <p:cNvSpPr/>
            <p:nvPr/>
          </p:nvSpPr>
          <p:spPr>
            <a:xfrm rot="8718291">
              <a:off x="866600" y="920940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32"/>
            <p:cNvSpPr/>
            <p:nvPr/>
          </p:nvSpPr>
          <p:spPr>
            <a:xfrm rot="8716038">
              <a:off x="1191487" y="1298586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32"/>
            <p:cNvSpPr/>
            <p:nvPr/>
          </p:nvSpPr>
          <p:spPr>
            <a:xfrm rot="8711490">
              <a:off x="826038" y="1072250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32"/>
            <p:cNvSpPr/>
            <p:nvPr/>
          </p:nvSpPr>
          <p:spPr>
            <a:xfrm rot="7490631">
              <a:off x="1350208" y="1587779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32"/>
            <p:cNvSpPr/>
            <p:nvPr/>
          </p:nvSpPr>
          <p:spPr>
            <a:xfrm rot="-8509467">
              <a:off x="1508824" y="1536921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32"/>
            <p:cNvSpPr/>
            <p:nvPr/>
          </p:nvSpPr>
          <p:spPr>
            <a:xfrm rot="8714477">
              <a:off x="1789351" y="1247348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32"/>
            <p:cNvSpPr/>
            <p:nvPr/>
          </p:nvSpPr>
          <p:spPr>
            <a:xfrm rot="8718291">
              <a:off x="1711311" y="1090477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32"/>
            <p:cNvSpPr/>
            <p:nvPr/>
          </p:nvSpPr>
          <p:spPr>
            <a:xfrm rot="8716038">
              <a:off x="1343269" y="113636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32"/>
            <p:cNvSpPr/>
            <p:nvPr/>
          </p:nvSpPr>
          <p:spPr>
            <a:xfrm rot="8718291">
              <a:off x="1611729" y="895198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32"/>
            <p:cNvSpPr/>
            <p:nvPr/>
          </p:nvSpPr>
          <p:spPr>
            <a:xfrm rot="8716038">
              <a:off x="455937" y="479152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32"/>
            <p:cNvSpPr/>
            <p:nvPr/>
          </p:nvSpPr>
          <p:spPr>
            <a:xfrm rot="8716038">
              <a:off x="591252" y="523416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32"/>
            <p:cNvSpPr/>
            <p:nvPr/>
          </p:nvSpPr>
          <p:spPr>
            <a:xfrm rot="8716038">
              <a:off x="523360" y="392810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32"/>
            <p:cNvSpPr/>
            <p:nvPr/>
          </p:nvSpPr>
          <p:spPr>
            <a:xfrm rot="8716038">
              <a:off x="286057" y="613143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32"/>
            <p:cNvSpPr/>
            <p:nvPr/>
          </p:nvSpPr>
          <p:spPr>
            <a:xfrm rot="8718291">
              <a:off x="97661" y="297502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32"/>
            <p:cNvSpPr/>
            <p:nvPr/>
          </p:nvSpPr>
          <p:spPr>
            <a:xfrm rot="8714800">
              <a:off x="79165" y="87680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32"/>
            <p:cNvSpPr/>
            <p:nvPr/>
          </p:nvSpPr>
          <p:spPr>
            <a:xfrm rot="8716038">
              <a:off x="422548" y="675147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32"/>
            <p:cNvSpPr/>
            <p:nvPr/>
          </p:nvSpPr>
          <p:spPr>
            <a:xfrm rot="8716038">
              <a:off x="893501" y="100536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32"/>
            <p:cNvSpPr/>
            <p:nvPr/>
          </p:nvSpPr>
          <p:spPr>
            <a:xfrm rot="8716038">
              <a:off x="1028816" y="144800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32"/>
            <p:cNvSpPr/>
            <p:nvPr/>
          </p:nvSpPr>
          <p:spPr>
            <a:xfrm rot="8716038">
              <a:off x="723621" y="234527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32"/>
            <p:cNvSpPr/>
            <p:nvPr/>
          </p:nvSpPr>
          <p:spPr>
            <a:xfrm rot="8717214">
              <a:off x="547569" y="-17420"/>
              <a:ext cx="308741" cy="226186"/>
            </a:xfrm>
            <a:custGeom>
              <a:rect b="b" l="l" r="r" t="t"/>
              <a:pathLst>
                <a:path extrusionOk="0" h="149340" w="203847">
                  <a:moveTo>
                    <a:pt x="106716" y="149340"/>
                  </a:moveTo>
                  <a:lnTo>
                    <a:pt x="50038" y="110053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32"/>
            <p:cNvSpPr/>
            <p:nvPr/>
          </p:nvSpPr>
          <p:spPr>
            <a:xfrm rot="8716038">
              <a:off x="860113" y="296532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32"/>
            <p:cNvSpPr/>
            <p:nvPr/>
          </p:nvSpPr>
          <p:spPr>
            <a:xfrm rot="8711490">
              <a:off x="494665" y="70196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32"/>
            <p:cNvSpPr/>
            <p:nvPr/>
          </p:nvSpPr>
          <p:spPr>
            <a:xfrm rot="7490631">
              <a:off x="1018835" y="585726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32"/>
            <p:cNvSpPr/>
            <p:nvPr/>
          </p:nvSpPr>
          <p:spPr>
            <a:xfrm rot="-8509467">
              <a:off x="1177450" y="534867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32"/>
            <p:cNvSpPr/>
            <p:nvPr/>
          </p:nvSpPr>
          <p:spPr>
            <a:xfrm rot="8714477">
              <a:off x="1457977" y="245295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32"/>
            <p:cNvSpPr/>
            <p:nvPr/>
          </p:nvSpPr>
          <p:spPr>
            <a:xfrm rot="8718291">
              <a:off x="1379937" y="88423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32"/>
            <p:cNvSpPr/>
            <p:nvPr/>
          </p:nvSpPr>
          <p:spPr>
            <a:xfrm rot="8716038">
              <a:off x="1011895" y="13430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32"/>
            <p:cNvSpPr/>
            <p:nvPr/>
          </p:nvSpPr>
          <p:spPr>
            <a:xfrm rot="8717214">
              <a:off x="1291550" y="-36512"/>
              <a:ext cx="134288" cy="107020"/>
            </a:xfrm>
            <a:custGeom>
              <a:rect b="b" l="l" r="r" t="t"/>
              <a:pathLst>
                <a:path extrusionOk="0" h="70660" w="88664">
                  <a:moveTo>
                    <a:pt x="83649" y="70660"/>
                  </a:moveTo>
                  <a:lnTo>
                    <a:pt x="0" y="12677"/>
                  </a:lnTo>
                  <a:lnTo>
                    <a:pt x="30024" y="0"/>
                  </a:lnTo>
                  <a:cubicBezTo>
                    <a:pt x="45662" y="0"/>
                    <a:pt x="60379" y="6439"/>
                    <a:pt x="71417" y="17477"/>
                  </a:cubicBezTo>
                  <a:cubicBezTo>
                    <a:pt x="82915" y="28515"/>
                    <a:pt x="88664" y="43462"/>
                    <a:pt x="88664" y="5852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32"/>
            <p:cNvSpPr/>
            <p:nvPr/>
          </p:nvSpPr>
          <p:spPr>
            <a:xfrm rot="-8510566">
              <a:off x="990171" y="-39734"/>
              <a:ext cx="111265" cy="115583"/>
            </a:xfrm>
            <a:custGeom>
              <a:rect b="b" l="l" r="r" t="t"/>
              <a:pathLst>
                <a:path extrusionOk="0" h="76374" w="73521">
                  <a:moveTo>
                    <a:pt x="73521" y="18609"/>
                  </a:moveTo>
                  <a:lnTo>
                    <a:pt x="0" y="76374"/>
                  </a:lnTo>
                  <a:lnTo>
                    <a:pt x="0" y="38074"/>
                  </a:lnTo>
                  <a:lnTo>
                    <a:pt x="73388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32"/>
            <p:cNvSpPr/>
            <p:nvPr/>
          </p:nvSpPr>
          <p:spPr>
            <a:xfrm rot="8716038">
              <a:off x="121305" y="4141382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32"/>
            <p:cNvSpPr/>
            <p:nvPr/>
          </p:nvSpPr>
          <p:spPr>
            <a:xfrm rot="8716038">
              <a:off x="256619" y="4185646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32"/>
            <p:cNvSpPr/>
            <p:nvPr/>
          </p:nvSpPr>
          <p:spPr>
            <a:xfrm rot="8716038">
              <a:off x="188728" y="4055040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32"/>
            <p:cNvSpPr/>
            <p:nvPr/>
          </p:nvSpPr>
          <p:spPr>
            <a:xfrm rot="8716661">
              <a:off x="-22458" y="4277974"/>
              <a:ext cx="57453" cy="71977"/>
            </a:xfrm>
            <a:custGeom>
              <a:rect b="b" l="l" r="r" t="t"/>
              <a:pathLst>
                <a:path extrusionOk="0" h="71926" w="57413">
                  <a:moveTo>
                    <a:pt x="11441" y="71926"/>
                  </a:moveTo>
                  <a:lnTo>
                    <a:pt x="0" y="44829"/>
                  </a:lnTo>
                  <a:lnTo>
                    <a:pt x="0" y="44139"/>
                  </a:lnTo>
                  <a:cubicBezTo>
                    <a:pt x="0" y="32415"/>
                    <a:pt x="4828" y="21380"/>
                    <a:pt x="13104" y="13104"/>
                  </a:cubicBezTo>
                  <a:cubicBezTo>
                    <a:pt x="21380" y="4828"/>
                    <a:pt x="32415" y="0"/>
                    <a:pt x="44139" y="0"/>
                  </a:cubicBezTo>
                  <a:lnTo>
                    <a:pt x="57413" y="5605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32"/>
            <p:cNvSpPr/>
            <p:nvPr/>
          </p:nvSpPr>
          <p:spPr>
            <a:xfrm rot="8716661">
              <a:off x="-37081" y="4107215"/>
              <a:ext cx="147376" cy="83793"/>
            </a:xfrm>
            <a:custGeom>
              <a:rect b="b" l="l" r="r" t="t"/>
              <a:pathLst>
                <a:path extrusionOk="0" h="83734" w="147272">
                  <a:moveTo>
                    <a:pt x="0" y="83734"/>
                  </a:moveTo>
                  <a:lnTo>
                    <a:pt x="0" y="0"/>
                  </a:lnTo>
                  <a:lnTo>
                    <a:pt x="147272" y="0"/>
                  </a:lnTo>
                  <a:lnTo>
                    <a:pt x="89230" y="8373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32"/>
            <p:cNvSpPr/>
            <p:nvPr/>
          </p:nvSpPr>
          <p:spPr>
            <a:xfrm rot="8716661">
              <a:off x="43220" y="3712236"/>
              <a:ext cx="125625" cy="469092"/>
            </a:xfrm>
            <a:custGeom>
              <a:rect b="b" l="l" r="r" t="t"/>
              <a:pathLst>
                <a:path extrusionOk="0" h="468763" w="125537">
                  <a:moveTo>
                    <a:pt x="29455" y="468763"/>
                  </a:moveTo>
                  <a:lnTo>
                    <a:pt x="7792" y="425988"/>
                  </a:lnTo>
                  <a:cubicBezTo>
                    <a:pt x="2003" y="400498"/>
                    <a:pt x="0" y="369553"/>
                    <a:pt x="0" y="333043"/>
                  </a:cubicBezTo>
                  <a:lnTo>
                    <a:pt x="0" y="61444"/>
                  </a:lnTo>
                  <a:lnTo>
                    <a:pt x="118434" y="0"/>
                  </a:lnTo>
                  <a:lnTo>
                    <a:pt x="120216" y="248447"/>
                  </a:lnTo>
                  <a:cubicBezTo>
                    <a:pt x="118880" y="273381"/>
                    <a:pt x="120216" y="298537"/>
                    <a:pt x="123889" y="323359"/>
                  </a:cubicBezTo>
                  <a:lnTo>
                    <a:pt x="125537" y="33015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32"/>
            <p:cNvSpPr/>
            <p:nvPr/>
          </p:nvSpPr>
          <p:spPr>
            <a:xfrm rot="8716038">
              <a:off x="87916" y="4337378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32"/>
            <p:cNvSpPr/>
            <p:nvPr/>
          </p:nvSpPr>
          <p:spPr>
            <a:xfrm rot="8716038">
              <a:off x="558868" y="3762766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32"/>
            <p:cNvSpPr/>
            <p:nvPr/>
          </p:nvSpPr>
          <p:spPr>
            <a:xfrm rot="8716038">
              <a:off x="694183" y="3807030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32"/>
            <p:cNvSpPr/>
            <p:nvPr/>
          </p:nvSpPr>
          <p:spPr>
            <a:xfrm rot="8716038">
              <a:off x="388988" y="3896757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32"/>
            <p:cNvSpPr/>
            <p:nvPr/>
          </p:nvSpPr>
          <p:spPr>
            <a:xfrm rot="8718291">
              <a:off x="200594" y="3581116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32"/>
            <p:cNvSpPr/>
            <p:nvPr/>
          </p:nvSpPr>
          <p:spPr>
            <a:xfrm rot="8716038">
              <a:off x="525481" y="3958763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32"/>
            <p:cNvSpPr/>
            <p:nvPr/>
          </p:nvSpPr>
          <p:spPr>
            <a:xfrm rot="8711490">
              <a:off x="160032" y="3732427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32"/>
            <p:cNvSpPr/>
            <p:nvPr/>
          </p:nvSpPr>
          <p:spPr>
            <a:xfrm rot="7490631">
              <a:off x="684202" y="4247956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32"/>
            <p:cNvSpPr/>
            <p:nvPr/>
          </p:nvSpPr>
          <p:spPr>
            <a:xfrm rot="-8509467">
              <a:off x="842818" y="4197098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32"/>
            <p:cNvSpPr/>
            <p:nvPr/>
          </p:nvSpPr>
          <p:spPr>
            <a:xfrm rot="8714477">
              <a:off x="1123345" y="3907525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32"/>
            <p:cNvSpPr/>
            <p:nvPr/>
          </p:nvSpPr>
          <p:spPr>
            <a:xfrm rot="8718291">
              <a:off x="1045305" y="3750654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32"/>
            <p:cNvSpPr/>
            <p:nvPr/>
          </p:nvSpPr>
          <p:spPr>
            <a:xfrm rot="8716038">
              <a:off x="677262" y="379653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32"/>
            <p:cNvSpPr/>
            <p:nvPr/>
          </p:nvSpPr>
          <p:spPr>
            <a:xfrm rot="8718291">
              <a:off x="945723" y="3555375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32"/>
            <p:cNvSpPr/>
            <p:nvPr/>
          </p:nvSpPr>
          <p:spPr>
            <a:xfrm rot="8716661">
              <a:off x="601439" y="5027902"/>
              <a:ext cx="169799" cy="113109"/>
            </a:xfrm>
            <a:custGeom>
              <a:rect b="b" l="l" r="r" t="t"/>
              <a:pathLst>
                <a:path extrusionOk="0" h="113030" w="169680">
                  <a:moveTo>
                    <a:pt x="8965" y="113030"/>
                  </a:moveTo>
                  <a:lnTo>
                    <a:pt x="0" y="100616"/>
                  </a:lnTo>
                  <a:lnTo>
                    <a:pt x="106933" y="0"/>
                  </a:lnTo>
                  <a:lnTo>
                    <a:pt x="169680" y="4349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32"/>
            <p:cNvSpPr/>
            <p:nvPr/>
          </p:nvSpPr>
          <p:spPr>
            <a:xfrm rot="8716661">
              <a:off x="197134" y="4925197"/>
              <a:ext cx="194503" cy="296671"/>
            </a:xfrm>
            <a:custGeom>
              <a:rect b="b" l="l" r="r" t="t"/>
              <a:pathLst>
                <a:path extrusionOk="0" h="296463" w="194366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6043" y="0"/>
                  </a:lnTo>
                  <a:lnTo>
                    <a:pt x="194366" y="13053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32"/>
            <p:cNvSpPr/>
            <p:nvPr/>
          </p:nvSpPr>
          <p:spPr>
            <a:xfrm rot="8716661">
              <a:off x="72792" y="4744809"/>
              <a:ext cx="440210" cy="517693"/>
            </a:xfrm>
            <a:custGeom>
              <a:rect b="b" l="l" r="r" t="t"/>
              <a:pathLst>
                <a:path extrusionOk="0" h="517329" w="439901">
                  <a:moveTo>
                    <a:pt x="38290" y="472541"/>
                  </a:moveTo>
                  <a:cubicBezTo>
                    <a:pt x="8014" y="443156"/>
                    <a:pt x="0" y="392397"/>
                    <a:pt x="0" y="319377"/>
                  </a:cubicBezTo>
                  <a:lnTo>
                    <a:pt x="0" y="47778"/>
                  </a:lnTo>
                  <a:lnTo>
                    <a:pt x="92094" y="0"/>
                  </a:lnTo>
                  <a:lnTo>
                    <a:pt x="118664" y="18418"/>
                  </a:lnTo>
                  <a:lnTo>
                    <a:pt x="120216" y="234781"/>
                  </a:lnTo>
                  <a:cubicBezTo>
                    <a:pt x="117544" y="284648"/>
                    <a:pt x="125558" y="335406"/>
                    <a:pt x="141587" y="382603"/>
                  </a:cubicBezTo>
                  <a:cubicBezTo>
                    <a:pt x="155836" y="421784"/>
                    <a:pt x="192345" y="441375"/>
                    <a:pt x="248446" y="441375"/>
                  </a:cubicBezTo>
                  <a:cubicBezTo>
                    <a:pt x="276051" y="440484"/>
                    <a:pt x="302766" y="435141"/>
                    <a:pt x="328589" y="427127"/>
                  </a:cubicBezTo>
                  <a:cubicBezTo>
                    <a:pt x="365990" y="415550"/>
                    <a:pt x="402500" y="400412"/>
                    <a:pt x="438120" y="382603"/>
                  </a:cubicBezTo>
                  <a:cubicBezTo>
                    <a:pt x="439010" y="386164"/>
                    <a:pt x="439901" y="390616"/>
                    <a:pt x="439901" y="394178"/>
                  </a:cubicBezTo>
                  <a:lnTo>
                    <a:pt x="439901" y="403083"/>
                  </a:lnTo>
                  <a:cubicBezTo>
                    <a:pt x="345509" y="484118"/>
                    <a:pt x="221731" y="512614"/>
                    <a:pt x="147821" y="517066"/>
                  </a:cubicBezTo>
                  <a:cubicBezTo>
                    <a:pt x="106859" y="519738"/>
                    <a:pt x="66787" y="501928"/>
                    <a:pt x="38290" y="472541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32"/>
            <p:cNvSpPr/>
            <p:nvPr/>
          </p:nvSpPr>
          <p:spPr>
            <a:xfrm rot="8716038">
              <a:off x="896641" y="4761249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32"/>
            <p:cNvSpPr/>
            <p:nvPr/>
          </p:nvSpPr>
          <p:spPr>
            <a:xfrm rot="8716661">
              <a:off x="1032162" y="4798810"/>
              <a:ext cx="390127" cy="383725"/>
            </a:xfrm>
            <a:custGeom>
              <a:rect b="b" l="l" r="r" t="t"/>
              <a:pathLst>
                <a:path extrusionOk="0" h="383455" w="389853">
                  <a:moveTo>
                    <a:pt x="77932" y="383455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111726"/>
                  </a:lnTo>
                  <a:lnTo>
                    <a:pt x="160692" y="111726"/>
                  </a:lnTo>
                  <a:cubicBezTo>
                    <a:pt x="171727" y="78967"/>
                    <a:pt x="181555" y="56208"/>
                    <a:pt x="192762" y="39914"/>
                  </a:cubicBezTo>
                  <a:lnTo>
                    <a:pt x="216292" y="20658"/>
                  </a:lnTo>
                  <a:lnTo>
                    <a:pt x="389853" y="140965"/>
                  </a:lnTo>
                  <a:lnTo>
                    <a:pt x="300695" y="146210"/>
                  </a:lnTo>
                  <a:lnTo>
                    <a:pt x="300694" y="121382"/>
                  </a:lnTo>
                  <a:cubicBezTo>
                    <a:pt x="300695" y="84140"/>
                    <a:pt x="279315" y="58621"/>
                    <a:pt x="249659" y="58622"/>
                  </a:cubicBezTo>
                  <a:cubicBezTo>
                    <a:pt x="205521" y="58621"/>
                    <a:pt x="168969" y="117244"/>
                    <a:pt x="168969" y="191038"/>
                  </a:cubicBezTo>
                  <a:lnTo>
                    <a:pt x="168969" y="321385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32"/>
            <p:cNvSpPr/>
            <p:nvPr/>
          </p:nvSpPr>
          <p:spPr>
            <a:xfrm rot="8716038">
              <a:off x="726761" y="489524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32"/>
            <p:cNvSpPr/>
            <p:nvPr/>
          </p:nvSpPr>
          <p:spPr>
            <a:xfrm rot="8718291">
              <a:off x="538367" y="4579600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32"/>
            <p:cNvSpPr/>
            <p:nvPr/>
          </p:nvSpPr>
          <p:spPr>
            <a:xfrm rot="8716661">
              <a:off x="826484" y="4988357"/>
              <a:ext cx="91099" cy="198788"/>
            </a:xfrm>
            <a:custGeom>
              <a:rect b="b" l="l" r="r" t="t"/>
              <a:pathLst>
                <a:path extrusionOk="0" h="198648" w="91035">
                  <a:moveTo>
                    <a:pt x="91035" y="198648"/>
                  </a:moveTo>
                  <a:lnTo>
                    <a:pt x="0" y="111060"/>
                  </a:lnTo>
                  <a:lnTo>
                    <a:pt x="0" y="0"/>
                  </a:lnTo>
                  <a:lnTo>
                    <a:pt x="91035" y="6310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32"/>
            <p:cNvSpPr/>
            <p:nvPr/>
          </p:nvSpPr>
          <p:spPr>
            <a:xfrm rot="8711490">
              <a:off x="497805" y="4730910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32"/>
            <p:cNvSpPr/>
            <p:nvPr/>
          </p:nvSpPr>
          <p:spPr>
            <a:xfrm rot="8716661">
              <a:off x="1458993" y="4904259"/>
              <a:ext cx="328235" cy="223226"/>
            </a:xfrm>
            <a:custGeom>
              <a:rect b="b" l="l" r="r" t="t"/>
              <a:pathLst>
                <a:path extrusionOk="0" h="223069" w="328004">
                  <a:moveTo>
                    <a:pt x="10574" y="223069"/>
                  </a:moveTo>
                  <a:lnTo>
                    <a:pt x="0" y="208428"/>
                  </a:lnTo>
                  <a:lnTo>
                    <a:pt x="192781" y="27035"/>
                  </a:lnTo>
                  <a:lnTo>
                    <a:pt x="227094" y="0"/>
                  </a:lnTo>
                  <a:lnTo>
                    <a:pt x="328004" y="69948"/>
                  </a:lnTo>
                  <a:lnTo>
                    <a:pt x="326080" y="74925"/>
                  </a:lnTo>
                  <a:cubicBezTo>
                    <a:pt x="317843" y="85805"/>
                    <a:pt x="306659" y="94549"/>
                    <a:pt x="293645" y="100243"/>
                  </a:cubicBezTo>
                  <a:lnTo>
                    <a:pt x="294458" y="10024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32"/>
            <p:cNvSpPr/>
            <p:nvPr/>
          </p:nvSpPr>
          <p:spPr>
            <a:xfrm rot="8718291">
              <a:off x="1383078" y="4749137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32"/>
            <p:cNvSpPr/>
            <p:nvPr/>
          </p:nvSpPr>
          <p:spPr>
            <a:xfrm rot="8716038">
              <a:off x="1015035" y="479501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32"/>
            <p:cNvSpPr/>
            <p:nvPr/>
          </p:nvSpPr>
          <p:spPr>
            <a:xfrm rot="8718291">
              <a:off x="1283496" y="4553858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32"/>
            <p:cNvSpPr/>
            <p:nvPr/>
          </p:nvSpPr>
          <p:spPr>
            <a:xfrm rot="8716661">
              <a:off x="-30459" y="3359353"/>
              <a:ext cx="98566" cy="75916"/>
            </a:xfrm>
            <a:custGeom>
              <a:rect b="b" l="l" r="r" t="t"/>
              <a:pathLst>
                <a:path extrusionOk="0" h="75863" w="98497">
                  <a:moveTo>
                    <a:pt x="0" y="75863"/>
                  </a:moveTo>
                  <a:lnTo>
                    <a:pt x="0" y="0"/>
                  </a:lnTo>
                  <a:lnTo>
                    <a:pt x="98497" y="0"/>
                  </a:lnTo>
                  <a:lnTo>
                    <a:pt x="45911" y="7586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32"/>
            <p:cNvSpPr/>
            <p:nvPr/>
          </p:nvSpPr>
          <p:spPr>
            <a:xfrm rot="8716661">
              <a:off x="-77656" y="3178279"/>
              <a:ext cx="389926" cy="385882"/>
            </a:xfrm>
            <a:custGeom>
              <a:rect b="b" l="l" r="r" t="t"/>
              <a:pathLst>
                <a:path extrusionOk="0" h="385611" w="389652">
                  <a:moveTo>
                    <a:pt x="77932" y="385611"/>
                  </a:moveTo>
                  <a:lnTo>
                    <a:pt x="77932" y="69054"/>
                  </a:lnTo>
                  <a:lnTo>
                    <a:pt x="0" y="69054"/>
                  </a:lnTo>
                  <a:lnTo>
                    <a:pt x="0" y="2156"/>
                  </a:lnTo>
                  <a:lnTo>
                    <a:pt x="158623" y="2156"/>
                  </a:lnTo>
                  <a:lnTo>
                    <a:pt x="158623" y="113882"/>
                  </a:lnTo>
                  <a:lnTo>
                    <a:pt x="160692" y="113882"/>
                  </a:lnTo>
                  <a:cubicBezTo>
                    <a:pt x="182762" y="48364"/>
                    <a:pt x="200003" y="22846"/>
                    <a:pt x="233107" y="9053"/>
                  </a:cubicBezTo>
                  <a:cubicBezTo>
                    <a:pt x="248280" y="2846"/>
                    <a:pt x="264142" y="-602"/>
                    <a:pt x="280694" y="87"/>
                  </a:cubicBezTo>
                  <a:cubicBezTo>
                    <a:pt x="316212" y="-603"/>
                    <a:pt x="344661" y="11466"/>
                    <a:pt x="364230" y="34398"/>
                  </a:cubicBezTo>
                  <a:lnTo>
                    <a:pt x="389652" y="117977"/>
                  </a:lnTo>
                  <a:lnTo>
                    <a:pt x="371473" y="144202"/>
                  </a:lnTo>
                  <a:lnTo>
                    <a:pt x="300695" y="148366"/>
                  </a:lnTo>
                  <a:lnTo>
                    <a:pt x="300695" y="123538"/>
                  </a:lnTo>
                  <a:cubicBezTo>
                    <a:pt x="300695" y="86296"/>
                    <a:pt x="279315" y="60778"/>
                    <a:pt x="249659" y="60778"/>
                  </a:cubicBezTo>
                  <a:cubicBezTo>
                    <a:pt x="205521" y="60778"/>
                    <a:pt x="168969" y="119400"/>
                    <a:pt x="168969" y="193194"/>
                  </a:cubicBezTo>
                  <a:lnTo>
                    <a:pt x="168969" y="323541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32"/>
            <p:cNvSpPr/>
            <p:nvPr/>
          </p:nvSpPr>
          <p:spPr>
            <a:xfrm rot="8716661">
              <a:off x="-71512" y="3028918"/>
              <a:ext cx="193730" cy="190093"/>
            </a:xfrm>
            <a:custGeom>
              <a:rect b="b" l="l" r="r" t="t"/>
              <a:pathLst>
                <a:path extrusionOk="0" h="189959" w="193594">
                  <a:moveTo>
                    <a:pt x="8965" y="189959"/>
                  </a:moveTo>
                  <a:lnTo>
                    <a:pt x="0" y="177545"/>
                  </a:lnTo>
                  <a:lnTo>
                    <a:pt x="163451" y="23749"/>
                  </a:lnTo>
                  <a:lnTo>
                    <a:pt x="193594" y="0"/>
                  </a:lnTo>
                  <a:lnTo>
                    <a:pt x="84606" y="157232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32"/>
            <p:cNvSpPr/>
            <p:nvPr/>
          </p:nvSpPr>
          <p:spPr>
            <a:xfrm rot="8716038">
              <a:off x="223591" y="2762353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32"/>
            <p:cNvSpPr/>
            <p:nvPr/>
          </p:nvSpPr>
          <p:spPr>
            <a:xfrm rot="8716038">
              <a:off x="358906" y="2806617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32"/>
            <p:cNvSpPr/>
            <p:nvPr/>
          </p:nvSpPr>
          <p:spPr>
            <a:xfrm rot="8716038">
              <a:off x="53711" y="2896344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32"/>
            <p:cNvSpPr/>
            <p:nvPr/>
          </p:nvSpPr>
          <p:spPr>
            <a:xfrm rot="8716661">
              <a:off x="-92421" y="2622370"/>
              <a:ext cx="271923" cy="238890"/>
            </a:xfrm>
            <a:custGeom>
              <a:rect b="b" l="l" r="r" t="t"/>
              <a:pathLst>
                <a:path extrusionOk="0" h="238722" w="271732">
                  <a:moveTo>
                    <a:pt x="106257" y="238722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271732" y="0"/>
                  </a:lnTo>
                  <a:lnTo>
                    <a:pt x="213690" y="83734"/>
                  </a:lnTo>
                  <a:lnTo>
                    <a:pt x="210465" y="83734"/>
                  </a:lnTo>
                  <a:lnTo>
                    <a:pt x="207289" y="9296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32"/>
            <p:cNvSpPr/>
            <p:nvPr/>
          </p:nvSpPr>
          <p:spPr>
            <a:xfrm rot="8716038">
              <a:off x="190204" y="2958350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32"/>
            <p:cNvSpPr/>
            <p:nvPr/>
          </p:nvSpPr>
          <p:spPr>
            <a:xfrm rot="7490631">
              <a:off x="348925" y="3247543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32"/>
            <p:cNvSpPr/>
            <p:nvPr/>
          </p:nvSpPr>
          <p:spPr>
            <a:xfrm rot="-8509467">
              <a:off x="507541" y="3196685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32"/>
            <p:cNvSpPr/>
            <p:nvPr/>
          </p:nvSpPr>
          <p:spPr>
            <a:xfrm rot="8714477">
              <a:off x="788068" y="2907112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32"/>
            <p:cNvSpPr/>
            <p:nvPr/>
          </p:nvSpPr>
          <p:spPr>
            <a:xfrm rot="8718291">
              <a:off x="710028" y="2750241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32"/>
            <p:cNvSpPr/>
            <p:nvPr/>
          </p:nvSpPr>
          <p:spPr>
            <a:xfrm rot="8716038">
              <a:off x="341985" y="2796123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32"/>
            <p:cNvSpPr/>
            <p:nvPr/>
          </p:nvSpPr>
          <p:spPr>
            <a:xfrm rot="8718291">
              <a:off x="610446" y="2554962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32"/>
            <p:cNvSpPr/>
            <p:nvPr/>
          </p:nvSpPr>
          <p:spPr>
            <a:xfrm rot="8716661">
              <a:off x="-24355" y="2374312"/>
              <a:ext cx="58991" cy="66945"/>
            </a:xfrm>
            <a:custGeom>
              <a:rect b="b" l="l" r="r" t="t"/>
              <a:pathLst>
                <a:path extrusionOk="0" h="66898" w="58950">
                  <a:moveTo>
                    <a:pt x="0" y="66898"/>
                  </a:moveTo>
                  <a:lnTo>
                    <a:pt x="0" y="0"/>
                  </a:lnTo>
                  <a:lnTo>
                    <a:pt x="58950" y="0"/>
                  </a:lnTo>
                  <a:lnTo>
                    <a:pt x="12579" y="6689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32"/>
            <p:cNvSpPr/>
            <p:nvPr/>
          </p:nvSpPr>
          <p:spPr>
            <a:xfrm rot="8716661">
              <a:off x="-39748" y="1952009"/>
              <a:ext cx="198189" cy="140263"/>
            </a:xfrm>
            <a:custGeom>
              <a:rect b="b" l="l" r="r" t="t"/>
              <a:pathLst>
                <a:path extrusionOk="0" h="140164" w="198050">
                  <a:moveTo>
                    <a:pt x="0" y="75863"/>
                  </a:moveTo>
                  <a:lnTo>
                    <a:pt x="0" y="0"/>
                  </a:lnTo>
                  <a:lnTo>
                    <a:pt x="128968" y="0"/>
                  </a:lnTo>
                  <a:cubicBezTo>
                    <a:pt x="156900" y="0"/>
                    <a:pt x="178452" y="6034"/>
                    <a:pt x="193021" y="18535"/>
                  </a:cubicBezTo>
                  <a:lnTo>
                    <a:pt x="198050" y="31548"/>
                  </a:lnTo>
                  <a:lnTo>
                    <a:pt x="122761" y="140164"/>
                  </a:ln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4"/>
                    <a:pt x="91726" y="7586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32"/>
            <p:cNvSpPr/>
            <p:nvPr/>
          </p:nvSpPr>
          <p:spPr>
            <a:xfrm rot="8716038">
              <a:off x="21133" y="1808134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32"/>
            <p:cNvSpPr/>
            <p:nvPr/>
          </p:nvSpPr>
          <p:spPr>
            <a:xfrm rot="8716661">
              <a:off x="-24407" y="2197762"/>
              <a:ext cx="102580" cy="53400"/>
            </a:xfrm>
            <a:custGeom>
              <a:rect b="b" l="l" r="r" t="t"/>
              <a:pathLst>
                <a:path extrusionOk="0" h="53362" w="102508">
                  <a:moveTo>
                    <a:pt x="0" y="23637"/>
                  </a:moveTo>
                  <a:lnTo>
                    <a:pt x="0" y="2258"/>
                  </a:lnTo>
                  <a:lnTo>
                    <a:pt x="102508" y="0"/>
                  </a:lnTo>
                  <a:lnTo>
                    <a:pt x="65519" y="53362"/>
                  </a:lnTo>
                  <a:lnTo>
                    <a:pt x="65519" y="2363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32"/>
            <p:cNvSpPr/>
            <p:nvPr/>
          </p:nvSpPr>
          <p:spPr>
            <a:xfrm rot="7490631">
              <a:off x="11152" y="2249060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32"/>
            <p:cNvSpPr/>
            <p:nvPr/>
          </p:nvSpPr>
          <p:spPr>
            <a:xfrm rot="-8509467">
              <a:off x="169768" y="2198202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32"/>
            <p:cNvSpPr/>
            <p:nvPr/>
          </p:nvSpPr>
          <p:spPr>
            <a:xfrm rot="8714477">
              <a:off x="450295" y="1908629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32"/>
            <p:cNvSpPr/>
            <p:nvPr/>
          </p:nvSpPr>
          <p:spPr>
            <a:xfrm rot="8718291">
              <a:off x="372255" y="1751758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32"/>
            <p:cNvSpPr/>
            <p:nvPr/>
          </p:nvSpPr>
          <p:spPr>
            <a:xfrm rot="8716038">
              <a:off x="4212" y="179764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32"/>
            <p:cNvSpPr/>
            <p:nvPr/>
          </p:nvSpPr>
          <p:spPr>
            <a:xfrm rot="8718291">
              <a:off x="272673" y="1556479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32"/>
            <p:cNvSpPr/>
            <p:nvPr/>
          </p:nvSpPr>
          <p:spPr>
            <a:xfrm rot="8716661">
              <a:off x="-35280" y="938074"/>
              <a:ext cx="158734" cy="159128"/>
            </a:xfrm>
            <a:custGeom>
              <a:rect b="b" l="l" r="r" t="t"/>
              <a:pathLst>
                <a:path extrusionOk="0" h="159016" w="158623">
                  <a:moveTo>
                    <a:pt x="77932" y="159016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42606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32"/>
            <p:cNvSpPr/>
            <p:nvPr/>
          </p:nvSpPr>
          <p:spPr>
            <a:xfrm rot="7483339">
              <a:off x="-33025" y="1345539"/>
              <a:ext cx="66007" cy="45766"/>
            </a:xfrm>
            <a:custGeom>
              <a:rect b="b" l="l" r="r" t="t"/>
              <a:pathLst>
                <a:path extrusionOk="0" h="45734" w="65961">
                  <a:moveTo>
                    <a:pt x="0" y="45734"/>
                  </a:moveTo>
                  <a:lnTo>
                    <a:pt x="0" y="0"/>
                  </a:lnTo>
                  <a:lnTo>
                    <a:pt x="65961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32"/>
            <p:cNvSpPr/>
            <p:nvPr/>
          </p:nvSpPr>
          <p:spPr>
            <a:xfrm rot="-8513943">
              <a:off x="-135151" y="1200354"/>
              <a:ext cx="387103" cy="481697"/>
            </a:xfrm>
            <a:custGeom>
              <a:rect b="b" l="l" r="r" t="t"/>
              <a:pathLst>
                <a:path extrusionOk="0" h="481345" w="386820">
                  <a:moveTo>
                    <a:pt x="386820" y="391818"/>
                  </a:moveTo>
                  <a:lnTo>
                    <a:pt x="342166" y="422376"/>
                  </a:lnTo>
                  <a:cubicBezTo>
                    <a:pt x="268920" y="462151"/>
                    <a:pt x="190624" y="477966"/>
                    <a:pt x="138636" y="481098"/>
                  </a:cubicBezTo>
                  <a:cubicBezTo>
                    <a:pt x="100219" y="483604"/>
                    <a:pt x="62637" y="466901"/>
                    <a:pt x="35911" y="439340"/>
                  </a:cubicBezTo>
                  <a:cubicBezTo>
                    <a:pt x="7516" y="411780"/>
                    <a:pt x="0" y="364176"/>
                    <a:pt x="0" y="295693"/>
                  </a:cubicBezTo>
                  <a:lnTo>
                    <a:pt x="0" y="40970"/>
                  </a:lnTo>
                  <a:lnTo>
                    <a:pt x="78970" y="0"/>
                  </a:lnTo>
                  <a:lnTo>
                    <a:pt x="111492" y="41392"/>
                  </a:lnTo>
                  <a:lnTo>
                    <a:pt x="112747" y="216353"/>
                  </a:lnTo>
                  <a:cubicBezTo>
                    <a:pt x="110241" y="263122"/>
                    <a:pt x="117757" y="310726"/>
                    <a:pt x="132789" y="354990"/>
                  </a:cubicBezTo>
                  <a:cubicBezTo>
                    <a:pt x="146153" y="391736"/>
                    <a:pt x="180394" y="410110"/>
                    <a:pt x="233008" y="410110"/>
                  </a:cubicBezTo>
                  <a:cubicBezTo>
                    <a:pt x="258899" y="409274"/>
                    <a:pt x="283953" y="404263"/>
                    <a:pt x="308173" y="396747"/>
                  </a:cubicBezTo>
                  <a:lnTo>
                    <a:pt x="370717" y="371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32"/>
            <p:cNvSpPr/>
            <p:nvPr/>
          </p:nvSpPr>
          <p:spPr>
            <a:xfrm rot="8714477">
              <a:off x="118921" y="906575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32"/>
            <p:cNvSpPr/>
            <p:nvPr/>
          </p:nvSpPr>
          <p:spPr>
            <a:xfrm rot="8718291">
              <a:off x="40881" y="749704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32"/>
            <p:cNvSpPr/>
            <p:nvPr/>
          </p:nvSpPr>
          <p:spPr>
            <a:xfrm rot="8716661">
              <a:off x="-45062" y="551854"/>
              <a:ext cx="152699" cy="165528"/>
            </a:xfrm>
            <a:custGeom>
              <a:rect b="b" l="l" r="r" t="t"/>
              <a:pathLst>
                <a:path extrusionOk="0" h="165412" w="152592">
                  <a:moveTo>
                    <a:pt x="26453" y="153143"/>
                  </a:moveTo>
                  <a:cubicBezTo>
                    <a:pt x="9746" y="136436"/>
                    <a:pt x="0" y="114161"/>
                    <a:pt x="0" y="90494"/>
                  </a:cubicBezTo>
                  <a:lnTo>
                    <a:pt x="0" y="89101"/>
                  </a:lnTo>
                  <a:cubicBezTo>
                    <a:pt x="0" y="65434"/>
                    <a:pt x="9746" y="43159"/>
                    <a:pt x="26453" y="26453"/>
                  </a:cubicBezTo>
                  <a:cubicBezTo>
                    <a:pt x="43159" y="9746"/>
                    <a:pt x="65435" y="0"/>
                    <a:pt x="89101" y="0"/>
                  </a:cubicBezTo>
                  <a:cubicBezTo>
                    <a:pt x="112770" y="0"/>
                    <a:pt x="135045" y="9746"/>
                    <a:pt x="151752" y="26453"/>
                  </a:cubicBezTo>
                  <a:lnTo>
                    <a:pt x="152592" y="27688"/>
                  </a:lnTo>
                  <a:lnTo>
                    <a:pt x="57126" y="165412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32"/>
            <p:cNvSpPr/>
            <p:nvPr/>
          </p:nvSpPr>
          <p:spPr>
            <a:xfrm rot="8716661">
              <a:off x="-69959" y="4586930"/>
              <a:ext cx="183939" cy="187726"/>
            </a:xfrm>
            <a:custGeom>
              <a:rect b="b" l="l" r="r" t="t"/>
              <a:pathLst>
                <a:path extrusionOk="0" h="187594" w="183810">
                  <a:moveTo>
                    <a:pt x="10574" y="187594"/>
                  </a:moveTo>
                  <a:lnTo>
                    <a:pt x="0" y="172952"/>
                  </a:lnTo>
                  <a:lnTo>
                    <a:pt x="183810" y="0"/>
                  </a:lnTo>
                  <a:lnTo>
                    <a:pt x="72284" y="16089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32"/>
            <p:cNvSpPr/>
            <p:nvPr/>
          </p:nvSpPr>
          <p:spPr>
            <a:xfrm rot="8716661">
              <a:off x="2260752" y="1871847"/>
              <a:ext cx="76617" cy="79856"/>
            </a:xfrm>
            <a:custGeom>
              <a:rect b="b" l="l" r="r" t="t"/>
              <a:pathLst>
                <a:path extrusionOk="0" h="79800" w="76563">
                  <a:moveTo>
                    <a:pt x="1561" y="67386"/>
                  </a:moveTo>
                  <a:lnTo>
                    <a:pt x="0" y="63688"/>
                  </a:lnTo>
                  <a:lnTo>
                    <a:pt x="52676" y="0"/>
                  </a:lnTo>
                  <a:lnTo>
                    <a:pt x="63632" y="4626"/>
                  </a:lnTo>
                  <a:cubicBezTo>
                    <a:pt x="80874" y="21178"/>
                    <a:pt x="80873" y="49455"/>
                    <a:pt x="63632" y="66697"/>
                  </a:cubicBezTo>
                  <a:cubicBezTo>
                    <a:pt x="55356" y="74973"/>
                    <a:pt x="44321" y="79800"/>
                    <a:pt x="32596" y="79800"/>
                  </a:cubicBezTo>
                  <a:cubicBezTo>
                    <a:pt x="20872" y="79800"/>
                    <a:pt x="9837" y="75662"/>
                    <a:pt x="1561" y="67386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32"/>
            <p:cNvSpPr/>
            <p:nvPr/>
          </p:nvSpPr>
          <p:spPr>
            <a:xfrm rot="8716661">
              <a:off x="2079013" y="1575854"/>
              <a:ext cx="236280" cy="296671"/>
            </a:xfrm>
            <a:custGeom>
              <a:rect b="b" l="l" r="r" t="t"/>
              <a:pathLst>
                <a:path extrusionOk="0" h="296463" w="236114">
                  <a:moveTo>
                    <a:pt x="64875" y="296463"/>
                  </a:moveTo>
                  <a:lnTo>
                    <a:pt x="0" y="175766"/>
                  </a:lnTo>
                  <a:lnTo>
                    <a:pt x="33192" y="83734"/>
                  </a:lnTo>
                  <a:lnTo>
                    <a:pt x="489" y="83734"/>
                  </a:lnTo>
                  <a:lnTo>
                    <a:pt x="69747" y="0"/>
                  </a:lnTo>
                  <a:lnTo>
                    <a:pt x="236114" y="0"/>
                  </a:lnTo>
                  <a:lnTo>
                    <a:pt x="236114" y="83734"/>
                  </a:lnTo>
                  <a:lnTo>
                    <a:pt x="138047" y="8373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32"/>
            <p:cNvSpPr/>
            <p:nvPr/>
          </p:nvSpPr>
          <p:spPr>
            <a:xfrm rot="8716661">
              <a:off x="1975562" y="1368864"/>
              <a:ext cx="432600" cy="245744"/>
            </a:xfrm>
            <a:custGeom>
              <a:rect b="b" l="l" r="r" t="t"/>
              <a:pathLst>
                <a:path extrusionOk="0" h="245571" w="432296">
                  <a:moveTo>
                    <a:pt x="30685" y="200783"/>
                  </a:moveTo>
                  <a:cubicBezTo>
                    <a:pt x="15547" y="186091"/>
                    <a:pt x="5975" y="166054"/>
                    <a:pt x="187" y="140564"/>
                  </a:cubicBezTo>
                  <a:lnTo>
                    <a:pt x="0" y="138341"/>
                  </a:lnTo>
                  <a:lnTo>
                    <a:pt x="114424" y="0"/>
                  </a:lnTo>
                  <a:lnTo>
                    <a:pt x="116284" y="37935"/>
                  </a:lnTo>
                  <a:cubicBezTo>
                    <a:pt x="119957" y="62758"/>
                    <a:pt x="125968" y="87246"/>
                    <a:pt x="133982" y="110844"/>
                  </a:cubicBezTo>
                  <a:cubicBezTo>
                    <a:pt x="148231" y="150026"/>
                    <a:pt x="184740" y="169617"/>
                    <a:pt x="240841" y="169617"/>
                  </a:cubicBezTo>
                  <a:cubicBezTo>
                    <a:pt x="268446" y="168726"/>
                    <a:pt x="295161" y="163383"/>
                    <a:pt x="320985" y="155369"/>
                  </a:cubicBezTo>
                  <a:cubicBezTo>
                    <a:pt x="358385" y="143792"/>
                    <a:pt x="394895" y="128654"/>
                    <a:pt x="430515" y="110844"/>
                  </a:cubicBezTo>
                  <a:cubicBezTo>
                    <a:pt x="431405" y="114406"/>
                    <a:pt x="432296" y="118858"/>
                    <a:pt x="432296" y="122420"/>
                  </a:cubicBezTo>
                  <a:lnTo>
                    <a:pt x="432296" y="131325"/>
                  </a:lnTo>
                  <a:cubicBezTo>
                    <a:pt x="337904" y="212360"/>
                    <a:pt x="214126" y="240856"/>
                    <a:pt x="140216" y="245308"/>
                  </a:cubicBezTo>
                  <a:cubicBezTo>
                    <a:pt x="99254" y="247980"/>
                    <a:pt x="59182" y="230170"/>
                    <a:pt x="30685" y="20078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32"/>
            <p:cNvSpPr/>
            <p:nvPr/>
          </p:nvSpPr>
          <p:spPr>
            <a:xfrm rot="8716038">
              <a:off x="2107158" y="735314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32"/>
            <p:cNvSpPr/>
            <p:nvPr/>
          </p:nvSpPr>
          <p:spPr>
            <a:xfrm rot="8716661">
              <a:off x="2242044" y="831863"/>
              <a:ext cx="282201" cy="313690"/>
            </a:xfrm>
            <a:custGeom>
              <a:rect b="b" l="l" r="r" t="t"/>
              <a:pathLst>
                <a:path extrusionOk="0" h="313470" w="282003">
                  <a:moveTo>
                    <a:pt x="188208" y="99785"/>
                  </a:moveTo>
                  <a:lnTo>
                    <a:pt x="188208" y="85923"/>
                  </a:lnTo>
                  <a:lnTo>
                    <a:pt x="259276" y="0"/>
                  </a:lnTo>
                  <a:lnTo>
                    <a:pt x="274211" y="28123"/>
                  </a:lnTo>
                  <a:cubicBezTo>
                    <a:pt x="279330" y="44783"/>
                    <a:pt x="282002" y="63922"/>
                    <a:pt x="282003" y="85301"/>
                  </a:cubicBezTo>
                  <a:lnTo>
                    <a:pt x="282002" y="94267"/>
                  </a:lnTo>
                  <a:close/>
                  <a:moveTo>
                    <a:pt x="0" y="313470"/>
                  </a:moveTo>
                  <a:lnTo>
                    <a:pt x="56482" y="245183"/>
                  </a:lnTo>
                  <a:lnTo>
                    <a:pt x="56482" y="27496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32"/>
            <p:cNvSpPr/>
            <p:nvPr/>
          </p:nvSpPr>
          <p:spPr>
            <a:xfrm rot="8716038">
              <a:off x="2174582" y="648973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32"/>
            <p:cNvSpPr/>
            <p:nvPr/>
          </p:nvSpPr>
          <p:spPr>
            <a:xfrm rot="8716038">
              <a:off x="1937278" y="869305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32"/>
            <p:cNvSpPr/>
            <p:nvPr/>
          </p:nvSpPr>
          <p:spPr>
            <a:xfrm rot="8718291">
              <a:off x="1748882" y="553665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32"/>
            <p:cNvSpPr/>
            <p:nvPr/>
          </p:nvSpPr>
          <p:spPr>
            <a:xfrm rot="8714800">
              <a:off x="1730387" y="343842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32"/>
            <p:cNvSpPr/>
            <p:nvPr/>
          </p:nvSpPr>
          <p:spPr>
            <a:xfrm rot="8716038">
              <a:off x="2073770" y="931310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32"/>
            <p:cNvSpPr/>
            <p:nvPr/>
          </p:nvSpPr>
          <p:spPr>
            <a:xfrm rot="8716661">
              <a:off x="2367805" y="489354"/>
              <a:ext cx="81583" cy="84454"/>
            </a:xfrm>
            <a:custGeom>
              <a:rect b="b" l="l" r="r" t="t"/>
              <a:pathLst>
                <a:path extrusionOk="0" h="84395" w="81526">
                  <a:moveTo>
                    <a:pt x="6524" y="71981"/>
                  </a:moveTo>
                  <a:lnTo>
                    <a:pt x="0" y="56529"/>
                  </a:lnTo>
                  <a:lnTo>
                    <a:pt x="46756" y="0"/>
                  </a:lnTo>
                  <a:lnTo>
                    <a:pt x="68595" y="9221"/>
                  </a:lnTo>
                  <a:cubicBezTo>
                    <a:pt x="85837" y="25773"/>
                    <a:pt x="85836" y="54050"/>
                    <a:pt x="68595" y="71292"/>
                  </a:cubicBezTo>
                  <a:cubicBezTo>
                    <a:pt x="60319" y="79568"/>
                    <a:pt x="49284" y="84395"/>
                    <a:pt x="37559" y="84395"/>
                  </a:cubicBezTo>
                  <a:cubicBezTo>
                    <a:pt x="25835" y="84395"/>
                    <a:pt x="14800" y="80257"/>
                    <a:pt x="6524" y="71981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32"/>
            <p:cNvSpPr/>
            <p:nvPr/>
          </p:nvSpPr>
          <p:spPr>
            <a:xfrm rot="8716661">
              <a:off x="2183932" y="191144"/>
              <a:ext cx="250482" cy="296671"/>
            </a:xfrm>
            <a:custGeom>
              <a:rect b="b" l="l" r="r" t="t"/>
              <a:pathLst>
                <a:path extrusionOk="0" h="296463" w="250306">
                  <a:moveTo>
                    <a:pt x="79067" y="296463"/>
                  </a:moveTo>
                  <a:lnTo>
                    <a:pt x="14192" y="175766"/>
                  </a:lnTo>
                  <a:lnTo>
                    <a:pt x="47384" y="83734"/>
                  </a:lnTo>
                  <a:lnTo>
                    <a:pt x="0" y="83734"/>
                  </a:lnTo>
                  <a:lnTo>
                    <a:pt x="69257" y="0"/>
                  </a:lnTo>
                  <a:lnTo>
                    <a:pt x="250306" y="0"/>
                  </a:lnTo>
                  <a:lnTo>
                    <a:pt x="250306" y="83734"/>
                  </a:lnTo>
                  <a:lnTo>
                    <a:pt x="152239" y="8373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32"/>
            <p:cNvSpPr/>
            <p:nvPr/>
          </p:nvSpPr>
          <p:spPr>
            <a:xfrm rot="8711490">
              <a:off x="2145886" y="326359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32"/>
            <p:cNvSpPr/>
            <p:nvPr/>
          </p:nvSpPr>
          <p:spPr>
            <a:xfrm rot="8717214">
              <a:off x="1834625" y="-57759"/>
              <a:ext cx="186691" cy="129408"/>
            </a:xfrm>
            <a:custGeom>
              <a:rect b="b" l="l" r="r" t="t"/>
              <a:pathLst>
                <a:path extrusionOk="0" h="85442" w="123263">
                  <a:moveTo>
                    <a:pt x="123263" y="85442"/>
                  </a:moveTo>
                  <a:lnTo>
                    <a:pt x="0" y="0"/>
                  </a:lnTo>
                  <a:lnTo>
                    <a:pt x="66305" y="0"/>
                  </a:lnTo>
                  <a:cubicBezTo>
                    <a:pt x="103214" y="0"/>
                    <a:pt x="123263" y="15948"/>
                    <a:pt x="123263" y="501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32"/>
            <p:cNvSpPr/>
            <p:nvPr/>
          </p:nvSpPr>
          <p:spPr>
            <a:xfrm rot="8717214">
              <a:off x="1969662" y="-13864"/>
              <a:ext cx="394757" cy="148466"/>
            </a:xfrm>
            <a:custGeom>
              <a:rect b="b" l="l" r="r" t="t"/>
              <a:pathLst>
                <a:path extrusionOk="0" h="98025" w="260639">
                  <a:moveTo>
                    <a:pt x="104802" y="74264"/>
                  </a:moveTo>
                  <a:lnTo>
                    <a:pt x="0" y="1618"/>
                  </a:lnTo>
                  <a:lnTo>
                    <a:pt x="0" y="1425"/>
                  </a:lnTo>
                  <a:lnTo>
                    <a:pt x="104803" y="1425"/>
                  </a:lnTo>
                  <a:close/>
                  <a:moveTo>
                    <a:pt x="122123" y="86270"/>
                  </a:moveTo>
                  <a:lnTo>
                    <a:pt x="106178" y="75218"/>
                  </a:lnTo>
                  <a:lnTo>
                    <a:pt x="116721" y="47439"/>
                  </a:lnTo>
                  <a:cubicBezTo>
                    <a:pt x="127102" y="24008"/>
                    <a:pt x="137610" y="12816"/>
                    <a:pt x="154014" y="5981"/>
                  </a:cubicBezTo>
                  <a:cubicBezTo>
                    <a:pt x="164038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50369" y="40156"/>
                    <a:pt x="137041" y="49839"/>
                    <a:pt x="127358" y="65616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32"/>
            <p:cNvSpPr/>
            <p:nvPr/>
          </p:nvSpPr>
          <p:spPr>
            <a:xfrm rot="8716038">
              <a:off x="1736749" y="-72797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32"/>
            <p:cNvSpPr/>
            <p:nvPr/>
          </p:nvSpPr>
          <p:spPr>
            <a:xfrm rot="7483339">
              <a:off x="2394638" y="32846"/>
              <a:ext cx="135172" cy="94140"/>
            </a:xfrm>
            <a:custGeom>
              <a:rect b="b" l="l" r="r" t="t"/>
              <a:pathLst>
                <a:path extrusionOk="0" h="94074" w="135077">
                  <a:moveTo>
                    <a:pt x="100725" y="19729"/>
                  </a:moveTo>
                  <a:lnTo>
                    <a:pt x="135077" y="0"/>
                  </a:lnTo>
                  <a:lnTo>
                    <a:pt x="135077" y="19729"/>
                  </a:lnTo>
                  <a:close/>
                  <a:moveTo>
                    <a:pt x="0" y="77576"/>
                  </a:moveTo>
                  <a:lnTo>
                    <a:pt x="21327" y="65328"/>
                  </a:lnTo>
                  <a:lnTo>
                    <a:pt x="11439" y="9407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 2 - Foncé">
  <p:cSld name="Couverture 2 - Foncé">
    <p:bg>
      <p:bgPr>
        <a:solidFill>
          <a:schemeClr val="dk1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36903" y="2053956"/>
            <a:ext cx="3470194" cy="1035588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33"/>
          <p:cNvSpPr/>
          <p:nvPr/>
        </p:nvSpPr>
        <p:spPr>
          <a:xfrm rot="-5400000">
            <a:off x="6276217" y="2274933"/>
            <a:ext cx="1037443" cy="4698124"/>
          </a:xfrm>
          <a:custGeom>
            <a:rect b="b" l="l" r="r" t="t"/>
            <a:pathLst>
              <a:path extrusionOk="0" h="4698124" w="1037443">
                <a:moveTo>
                  <a:pt x="1037443" y="4698124"/>
                </a:moveTo>
                <a:lnTo>
                  <a:pt x="0" y="4698124"/>
                </a:lnTo>
                <a:lnTo>
                  <a:pt x="38621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0" name="Google Shape;480;p33"/>
          <p:cNvGrpSpPr/>
          <p:nvPr/>
        </p:nvGrpSpPr>
        <p:grpSpPr>
          <a:xfrm>
            <a:off x="4706235" y="4050937"/>
            <a:ext cx="4538794" cy="1229973"/>
            <a:chOff x="4706235" y="4050937"/>
            <a:chExt cx="4538794" cy="1229973"/>
          </a:xfrm>
        </p:grpSpPr>
        <p:sp>
          <p:nvSpPr>
            <p:cNvPr id="481" name="Google Shape;481;p33"/>
            <p:cNvSpPr/>
            <p:nvPr/>
          </p:nvSpPr>
          <p:spPr>
            <a:xfrm rot="8714800">
              <a:off x="8491172" y="4678505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33"/>
            <p:cNvSpPr/>
            <p:nvPr/>
          </p:nvSpPr>
          <p:spPr>
            <a:xfrm rot="8716661">
              <a:off x="5559068" y="4523020"/>
              <a:ext cx="215328" cy="303369"/>
            </a:xfrm>
            <a:custGeom>
              <a:rect b="b" l="l" r="r" t="t"/>
              <a:pathLst>
                <a:path extrusionOk="0" h="303156" w="215177">
                  <a:moveTo>
                    <a:pt x="122761" y="256399"/>
                  </a:move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5"/>
                    <a:pt x="91726" y="75863"/>
                  </a:cubicBezTo>
                  <a:lnTo>
                    <a:pt x="0" y="75863"/>
                  </a:lnTo>
                  <a:lnTo>
                    <a:pt x="0" y="0"/>
                  </a:lnTo>
                  <a:lnTo>
                    <a:pt x="128968" y="0"/>
                  </a:lnTo>
                  <a:cubicBezTo>
                    <a:pt x="184831" y="0"/>
                    <a:pt x="215176" y="24139"/>
                    <a:pt x="215177" y="75863"/>
                  </a:cubicBezTo>
                  <a:lnTo>
                    <a:pt x="215176" y="303156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33"/>
            <p:cNvSpPr/>
            <p:nvPr/>
          </p:nvSpPr>
          <p:spPr>
            <a:xfrm rot="8716661">
              <a:off x="5692609" y="4561379"/>
              <a:ext cx="393880" cy="335241"/>
            </a:xfrm>
            <a:custGeom>
              <a:rect b="b" l="l" r="r" t="t"/>
              <a:pathLst>
                <a:path extrusionOk="0" h="335006" w="393603">
                  <a:moveTo>
                    <a:pt x="77932" y="299055"/>
                  </a:moveTo>
                  <a:lnTo>
                    <a:pt x="77932" y="66897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1"/>
                  </a:lnTo>
                  <a:lnTo>
                    <a:pt x="158623" y="111726"/>
                  </a:lnTo>
                  <a:lnTo>
                    <a:pt x="160692" y="111726"/>
                  </a:lnTo>
                  <a:cubicBezTo>
                    <a:pt x="171727" y="78967"/>
                    <a:pt x="181555" y="56208"/>
                    <a:pt x="192762" y="39915"/>
                  </a:cubicBezTo>
                  <a:lnTo>
                    <a:pt x="231959" y="7837"/>
                  </a:lnTo>
                  <a:lnTo>
                    <a:pt x="393603" y="140745"/>
                  </a:lnTo>
                  <a:lnTo>
                    <a:pt x="300695" y="146210"/>
                  </a:lnTo>
                  <a:lnTo>
                    <a:pt x="300694" y="121382"/>
                  </a:lnTo>
                  <a:cubicBezTo>
                    <a:pt x="300695" y="84140"/>
                    <a:pt x="279316" y="58622"/>
                    <a:pt x="249659" y="58622"/>
                  </a:cubicBezTo>
                  <a:cubicBezTo>
                    <a:pt x="205521" y="58621"/>
                    <a:pt x="168969" y="117244"/>
                    <a:pt x="168969" y="191038"/>
                  </a:cubicBezTo>
                  <a:lnTo>
                    <a:pt x="168969" y="321385"/>
                  </a:lnTo>
                  <a:lnTo>
                    <a:pt x="148991" y="335006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33"/>
            <p:cNvSpPr/>
            <p:nvPr/>
          </p:nvSpPr>
          <p:spPr>
            <a:xfrm rot="8716661">
              <a:off x="5659145" y="4556382"/>
              <a:ext cx="113097" cy="83667"/>
            </a:xfrm>
            <a:custGeom>
              <a:rect b="b" l="l" r="r" t="t"/>
              <a:pathLst>
                <a:path extrusionOk="0" h="83608" w="113018">
                  <a:moveTo>
                    <a:pt x="0" y="32910"/>
                  </a:moveTo>
                  <a:lnTo>
                    <a:pt x="24482" y="13621"/>
                  </a:lnTo>
                  <a:cubicBezTo>
                    <a:pt x="38534" y="6380"/>
                    <a:pt x="54052" y="1725"/>
                    <a:pt x="70259" y="0"/>
                  </a:cubicBezTo>
                  <a:cubicBezTo>
                    <a:pt x="103363" y="0"/>
                    <a:pt x="113018" y="28966"/>
                    <a:pt x="113018" y="51035"/>
                  </a:cubicBezTo>
                  <a:cubicBezTo>
                    <a:pt x="111984" y="63105"/>
                    <a:pt x="107501" y="74139"/>
                    <a:pt x="100518" y="83363"/>
                  </a:cubicBezTo>
                  <a:lnTo>
                    <a:pt x="100204" y="8360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33"/>
            <p:cNvSpPr/>
            <p:nvPr/>
          </p:nvSpPr>
          <p:spPr>
            <a:xfrm rot="8716661">
              <a:off x="5371561" y="4613053"/>
              <a:ext cx="88167" cy="83910"/>
            </a:xfrm>
            <a:custGeom>
              <a:rect b="b" l="l" r="r" t="t"/>
              <a:pathLst>
                <a:path extrusionOk="0" h="83851" w="88105">
                  <a:moveTo>
                    <a:pt x="6112" y="59305"/>
                  </a:moveTo>
                  <a:lnTo>
                    <a:pt x="0" y="44829"/>
                  </a:lnTo>
                  <a:lnTo>
                    <a:pt x="0" y="44139"/>
                  </a:lnTo>
                  <a:cubicBezTo>
                    <a:pt x="0" y="32415"/>
                    <a:pt x="4828" y="21380"/>
                    <a:pt x="13104" y="13104"/>
                  </a:cubicBezTo>
                  <a:cubicBezTo>
                    <a:pt x="21380" y="4828"/>
                    <a:pt x="32415" y="0"/>
                    <a:pt x="44139" y="0"/>
                  </a:cubicBezTo>
                  <a:cubicBezTo>
                    <a:pt x="55864" y="0"/>
                    <a:pt x="66899" y="4828"/>
                    <a:pt x="75175" y="13104"/>
                  </a:cubicBezTo>
                  <a:cubicBezTo>
                    <a:pt x="92416" y="29657"/>
                    <a:pt x="92416" y="57933"/>
                    <a:pt x="75175" y="75175"/>
                  </a:cubicBezTo>
                  <a:lnTo>
                    <a:pt x="54626" y="83851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33"/>
            <p:cNvSpPr/>
            <p:nvPr/>
          </p:nvSpPr>
          <p:spPr>
            <a:xfrm rot="8716661">
              <a:off x="5473556" y="4706634"/>
              <a:ext cx="91099" cy="188291"/>
            </a:xfrm>
            <a:custGeom>
              <a:rect b="b" l="l" r="r" t="t"/>
              <a:pathLst>
                <a:path extrusionOk="0" h="188159" w="91035">
                  <a:moveTo>
                    <a:pt x="91035" y="188159"/>
                  </a:moveTo>
                  <a:lnTo>
                    <a:pt x="0" y="100571"/>
                  </a:lnTo>
                  <a:lnTo>
                    <a:pt x="0" y="0"/>
                  </a:lnTo>
                  <a:lnTo>
                    <a:pt x="91035" y="74852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33"/>
            <p:cNvSpPr/>
            <p:nvPr/>
          </p:nvSpPr>
          <p:spPr>
            <a:xfrm rot="8716661">
              <a:off x="6218831" y="4454575"/>
              <a:ext cx="171138" cy="106590"/>
            </a:xfrm>
            <a:custGeom>
              <a:rect b="b" l="l" r="r" t="t"/>
              <a:pathLst>
                <a:path extrusionOk="0" h="106515" w="171018">
                  <a:moveTo>
                    <a:pt x="0" y="19991"/>
                  </a:moveTo>
                  <a:lnTo>
                    <a:pt x="13365" y="9053"/>
                  </a:lnTo>
                  <a:cubicBezTo>
                    <a:pt x="28538" y="2846"/>
                    <a:pt x="44400" y="-602"/>
                    <a:pt x="60952" y="87"/>
                  </a:cubicBezTo>
                  <a:cubicBezTo>
                    <a:pt x="114229" y="-948"/>
                    <a:pt x="151600" y="26725"/>
                    <a:pt x="166956" y="76705"/>
                  </a:cubicBezTo>
                  <a:lnTo>
                    <a:pt x="171018" y="106515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33"/>
            <p:cNvSpPr/>
            <p:nvPr/>
          </p:nvSpPr>
          <p:spPr>
            <a:xfrm rot="8716661">
              <a:off x="6005866" y="4487612"/>
              <a:ext cx="156665" cy="122153"/>
            </a:xfrm>
            <a:custGeom>
              <a:rect b="b" l="l" r="r" t="t"/>
              <a:pathLst>
                <a:path extrusionOk="0" h="122067" w="156555">
                  <a:moveTo>
                    <a:pt x="65519" y="76009"/>
                  </a:moveTo>
                  <a:lnTo>
                    <a:pt x="65519" y="24828"/>
                  </a:lnTo>
                  <a:lnTo>
                    <a:pt x="0" y="24828"/>
                  </a:lnTo>
                  <a:lnTo>
                    <a:pt x="0" y="3449"/>
                  </a:lnTo>
                  <a:cubicBezTo>
                    <a:pt x="49656" y="5517"/>
                    <a:pt x="101381" y="1379"/>
                    <a:pt x="156555" y="0"/>
                  </a:cubicBezTo>
                  <a:lnTo>
                    <a:pt x="156554" y="12206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33"/>
            <p:cNvSpPr/>
            <p:nvPr/>
          </p:nvSpPr>
          <p:spPr>
            <a:xfrm rot="7483339">
              <a:off x="6103176" y="4586537"/>
              <a:ext cx="308749" cy="296672"/>
            </a:xfrm>
            <a:custGeom>
              <a:rect b="b" l="l" r="r" t="t"/>
              <a:pathLst>
                <a:path extrusionOk="0" h="296464" w="308532">
                  <a:moveTo>
                    <a:pt x="137293" y="296464"/>
                  </a:moveTo>
                  <a:lnTo>
                    <a:pt x="72419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265017" y="0"/>
                  </a:lnTo>
                  <a:lnTo>
                    <a:pt x="308532" y="75260"/>
                  </a:lnTo>
                  <a:lnTo>
                    <a:pt x="308532" y="83734"/>
                  </a:lnTo>
                  <a:lnTo>
                    <a:pt x="210466" y="8373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33"/>
            <p:cNvSpPr/>
            <p:nvPr/>
          </p:nvSpPr>
          <p:spPr>
            <a:xfrm rot="-8513943">
              <a:off x="6309167" y="4543641"/>
              <a:ext cx="412870" cy="360211"/>
            </a:xfrm>
            <a:custGeom>
              <a:rect b="b" l="l" r="r" t="t"/>
              <a:pathLst>
                <a:path extrusionOk="0" h="359948" w="412568">
                  <a:moveTo>
                    <a:pt x="412568" y="252801"/>
                  </a:moveTo>
                  <a:cubicBezTo>
                    <a:pt x="324041" y="328800"/>
                    <a:pt x="207954" y="355526"/>
                    <a:pt x="138636" y="359701"/>
                  </a:cubicBezTo>
                  <a:cubicBezTo>
                    <a:pt x="100219" y="362207"/>
                    <a:pt x="62637" y="345504"/>
                    <a:pt x="35911" y="317943"/>
                  </a:cubicBezTo>
                  <a:cubicBezTo>
                    <a:pt x="7516" y="290383"/>
                    <a:pt x="0" y="242779"/>
                    <a:pt x="0" y="174296"/>
                  </a:cubicBezTo>
                  <a:lnTo>
                    <a:pt x="0" y="74054"/>
                  </a:lnTo>
                  <a:lnTo>
                    <a:pt x="112066" y="0"/>
                  </a:lnTo>
                  <a:lnTo>
                    <a:pt x="112747" y="94956"/>
                  </a:lnTo>
                  <a:cubicBezTo>
                    <a:pt x="110241" y="141725"/>
                    <a:pt x="117756" y="189329"/>
                    <a:pt x="132789" y="233593"/>
                  </a:cubicBezTo>
                  <a:cubicBezTo>
                    <a:pt x="146153" y="270339"/>
                    <a:pt x="180394" y="288713"/>
                    <a:pt x="233008" y="288713"/>
                  </a:cubicBezTo>
                  <a:cubicBezTo>
                    <a:pt x="258899" y="287878"/>
                    <a:pt x="283953" y="282866"/>
                    <a:pt x="308172" y="275351"/>
                  </a:cubicBezTo>
                  <a:cubicBezTo>
                    <a:pt x="343249" y="264493"/>
                    <a:pt x="377491" y="250296"/>
                    <a:pt x="410898" y="233593"/>
                  </a:cubicBezTo>
                  <a:cubicBezTo>
                    <a:pt x="411732" y="236933"/>
                    <a:pt x="412568" y="241109"/>
                    <a:pt x="412568" y="244449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33"/>
            <p:cNvSpPr/>
            <p:nvPr/>
          </p:nvSpPr>
          <p:spPr>
            <a:xfrm rot="8716661">
              <a:off x="6597390" y="4422561"/>
              <a:ext cx="149149" cy="111142"/>
            </a:xfrm>
            <a:custGeom>
              <a:rect b="b" l="l" r="r" t="t"/>
              <a:pathLst>
                <a:path extrusionOk="0" h="111064" w="149044">
                  <a:moveTo>
                    <a:pt x="0" y="51375"/>
                  </a:moveTo>
                  <a:lnTo>
                    <a:pt x="1002" y="50432"/>
                  </a:lnTo>
                  <a:cubicBezTo>
                    <a:pt x="25404" y="21963"/>
                    <a:pt x="60381" y="4067"/>
                    <a:pt x="98612" y="0"/>
                  </a:cubicBezTo>
                  <a:cubicBezTo>
                    <a:pt x="137657" y="0"/>
                    <a:pt x="149044" y="34164"/>
                    <a:pt x="149044" y="60193"/>
                  </a:cubicBezTo>
                  <a:cubicBezTo>
                    <a:pt x="147824" y="74428"/>
                    <a:pt x="142536" y="87443"/>
                    <a:pt x="134300" y="98322"/>
                  </a:cubicBezTo>
                  <a:lnTo>
                    <a:pt x="117977" y="11106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33"/>
            <p:cNvSpPr/>
            <p:nvPr/>
          </p:nvSpPr>
          <p:spPr>
            <a:xfrm rot="8716661">
              <a:off x="6708014" y="4876169"/>
              <a:ext cx="139384" cy="121412"/>
            </a:xfrm>
            <a:custGeom>
              <a:rect b="b" l="l" r="r" t="t"/>
              <a:pathLst>
                <a:path extrusionOk="0" h="121327" w="139286">
                  <a:moveTo>
                    <a:pt x="26453" y="96267"/>
                  </a:moveTo>
                  <a:cubicBezTo>
                    <a:pt x="9746" y="79561"/>
                    <a:pt x="0" y="57285"/>
                    <a:pt x="0" y="33618"/>
                  </a:cubicBezTo>
                  <a:lnTo>
                    <a:pt x="0" y="32225"/>
                  </a:lnTo>
                  <a:lnTo>
                    <a:pt x="13607" y="0"/>
                  </a:lnTo>
                  <a:lnTo>
                    <a:pt x="139286" y="103337"/>
                  </a:lnTo>
                  <a:lnTo>
                    <a:pt x="123037" y="114366"/>
                  </a:lnTo>
                  <a:cubicBezTo>
                    <a:pt x="112421" y="118890"/>
                    <a:pt x="100935" y="121327"/>
                    <a:pt x="89101" y="121327"/>
                  </a:cubicBezTo>
                  <a:cubicBezTo>
                    <a:pt x="65435" y="121327"/>
                    <a:pt x="43159" y="112973"/>
                    <a:pt x="26453" y="96267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33"/>
            <p:cNvSpPr/>
            <p:nvPr/>
          </p:nvSpPr>
          <p:spPr>
            <a:xfrm rot="8716661">
              <a:off x="4781839" y="4822850"/>
              <a:ext cx="312140" cy="363052"/>
            </a:xfrm>
            <a:custGeom>
              <a:rect b="b" l="l" r="r" t="t"/>
              <a:pathLst>
                <a:path extrusionOk="0" h="362797" w="311921">
                  <a:moveTo>
                    <a:pt x="311920" y="120307"/>
                  </a:moveTo>
                  <a:lnTo>
                    <a:pt x="138360" y="1"/>
                  </a:lnTo>
                  <a:lnTo>
                    <a:pt x="138360" y="0"/>
                  </a:lnTo>
                  <a:lnTo>
                    <a:pt x="311921" y="120307"/>
                  </a:lnTo>
                  <a:close/>
                  <a:moveTo>
                    <a:pt x="0" y="362797"/>
                  </a:moveTo>
                  <a:lnTo>
                    <a:pt x="0" y="320869"/>
                  </a:lnTo>
                  <a:lnTo>
                    <a:pt x="27877" y="34379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33"/>
            <p:cNvSpPr/>
            <p:nvPr/>
          </p:nvSpPr>
          <p:spPr>
            <a:xfrm rot="8716661">
              <a:off x="5132029" y="4737943"/>
              <a:ext cx="148718" cy="131813"/>
            </a:xfrm>
            <a:custGeom>
              <a:rect b="b" l="l" r="r" t="t"/>
              <a:pathLst>
                <a:path extrusionOk="0" h="131720" w="148614">
                  <a:moveTo>
                    <a:pt x="26453" y="106660"/>
                  </a:moveTo>
                  <a:cubicBezTo>
                    <a:pt x="9746" y="89954"/>
                    <a:pt x="0" y="67678"/>
                    <a:pt x="0" y="44011"/>
                  </a:cubicBezTo>
                  <a:lnTo>
                    <a:pt x="0" y="42618"/>
                  </a:lnTo>
                  <a:lnTo>
                    <a:pt x="17995" y="0"/>
                  </a:lnTo>
                  <a:lnTo>
                    <a:pt x="148614" y="107398"/>
                  </a:lnTo>
                  <a:lnTo>
                    <a:pt x="123037" y="124759"/>
                  </a:lnTo>
                  <a:cubicBezTo>
                    <a:pt x="112421" y="129283"/>
                    <a:pt x="100935" y="131720"/>
                    <a:pt x="89101" y="131720"/>
                  </a:cubicBezTo>
                  <a:cubicBezTo>
                    <a:pt x="65435" y="131720"/>
                    <a:pt x="43159" y="123366"/>
                    <a:pt x="26453" y="10666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33"/>
            <p:cNvSpPr/>
            <p:nvPr/>
          </p:nvSpPr>
          <p:spPr>
            <a:xfrm rot="8716661">
              <a:off x="5043455" y="4624907"/>
              <a:ext cx="150828" cy="101095"/>
            </a:xfrm>
            <a:custGeom>
              <a:rect b="b" l="l" r="r" t="t"/>
              <a:pathLst>
                <a:path extrusionOk="0" h="101024" w="150722">
                  <a:moveTo>
                    <a:pt x="0" y="25991"/>
                  </a:moveTo>
                  <a:lnTo>
                    <a:pt x="28034" y="6961"/>
                  </a:lnTo>
                  <a:cubicBezTo>
                    <a:pt x="38649" y="2437"/>
                    <a:pt x="50135" y="0"/>
                    <a:pt x="61968" y="0"/>
                  </a:cubicBezTo>
                  <a:cubicBezTo>
                    <a:pt x="85637" y="0"/>
                    <a:pt x="107912" y="9746"/>
                    <a:pt x="124618" y="26453"/>
                  </a:cubicBezTo>
                  <a:cubicBezTo>
                    <a:pt x="142021" y="43159"/>
                    <a:pt x="150722" y="65782"/>
                    <a:pt x="150722" y="88580"/>
                  </a:cubicBezTo>
                  <a:lnTo>
                    <a:pt x="148306" y="10102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33"/>
            <p:cNvSpPr/>
            <p:nvPr/>
          </p:nvSpPr>
          <p:spPr>
            <a:xfrm rot="8716661">
              <a:off x="8546380" y="4108411"/>
              <a:ext cx="215327" cy="313787"/>
            </a:xfrm>
            <a:custGeom>
              <a:rect b="b" l="l" r="r" t="t"/>
              <a:pathLst>
                <a:path extrusionOk="0" h="313567" w="215176">
                  <a:moveTo>
                    <a:pt x="122760" y="266809"/>
                  </a:move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5"/>
                    <a:pt x="91726" y="75863"/>
                  </a:cubicBezTo>
                  <a:lnTo>
                    <a:pt x="0" y="75863"/>
                  </a:lnTo>
                  <a:lnTo>
                    <a:pt x="0" y="0"/>
                  </a:lnTo>
                  <a:lnTo>
                    <a:pt x="128968" y="0"/>
                  </a:lnTo>
                  <a:cubicBezTo>
                    <a:pt x="184831" y="0"/>
                    <a:pt x="215177" y="24139"/>
                    <a:pt x="215176" y="75863"/>
                  </a:cubicBezTo>
                  <a:lnTo>
                    <a:pt x="215176" y="31356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33"/>
            <p:cNvSpPr/>
            <p:nvPr/>
          </p:nvSpPr>
          <p:spPr>
            <a:xfrm rot="8716661">
              <a:off x="8680988" y="4150873"/>
              <a:ext cx="394767" cy="343379"/>
            </a:xfrm>
            <a:custGeom>
              <a:rect b="b" l="l" r="r" t="t"/>
              <a:pathLst>
                <a:path extrusionOk="0" h="343138" w="394490">
                  <a:moveTo>
                    <a:pt x="77932" y="311621"/>
                  </a:moveTo>
                  <a:lnTo>
                    <a:pt x="77932" y="69053"/>
                  </a:lnTo>
                  <a:lnTo>
                    <a:pt x="0" y="69054"/>
                  </a:lnTo>
                  <a:lnTo>
                    <a:pt x="0" y="2156"/>
                  </a:lnTo>
                  <a:lnTo>
                    <a:pt x="158623" y="2157"/>
                  </a:lnTo>
                  <a:lnTo>
                    <a:pt x="158624" y="113882"/>
                  </a:lnTo>
                  <a:lnTo>
                    <a:pt x="160692" y="113882"/>
                  </a:lnTo>
                  <a:cubicBezTo>
                    <a:pt x="182762" y="48364"/>
                    <a:pt x="200003" y="22846"/>
                    <a:pt x="233107" y="9053"/>
                  </a:cubicBezTo>
                  <a:cubicBezTo>
                    <a:pt x="248280" y="2846"/>
                    <a:pt x="264142" y="-602"/>
                    <a:pt x="280694" y="87"/>
                  </a:cubicBezTo>
                  <a:cubicBezTo>
                    <a:pt x="351730" y="-1293"/>
                    <a:pt x="394490" y="48364"/>
                    <a:pt x="394490" y="133882"/>
                  </a:cubicBezTo>
                  <a:lnTo>
                    <a:pt x="394490" y="142849"/>
                  </a:lnTo>
                  <a:lnTo>
                    <a:pt x="300694" y="148365"/>
                  </a:lnTo>
                  <a:lnTo>
                    <a:pt x="300694" y="123538"/>
                  </a:lnTo>
                  <a:cubicBezTo>
                    <a:pt x="300695" y="86296"/>
                    <a:pt x="279316" y="60778"/>
                    <a:pt x="249660" y="60778"/>
                  </a:cubicBezTo>
                  <a:cubicBezTo>
                    <a:pt x="205521" y="60778"/>
                    <a:pt x="168968" y="119399"/>
                    <a:pt x="168969" y="193194"/>
                  </a:cubicBezTo>
                  <a:lnTo>
                    <a:pt x="168969" y="323541"/>
                  </a:lnTo>
                  <a:lnTo>
                    <a:pt x="140226" y="34313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33"/>
            <p:cNvSpPr/>
            <p:nvPr/>
          </p:nvSpPr>
          <p:spPr>
            <a:xfrm rot="8716661">
              <a:off x="8646902" y="4143215"/>
              <a:ext cx="121149" cy="89987"/>
            </a:xfrm>
            <a:custGeom>
              <a:rect b="b" l="l" r="r" t="t"/>
              <a:pathLst>
                <a:path extrusionOk="0" h="89924" w="121064">
                  <a:moveTo>
                    <a:pt x="0" y="39250"/>
                  </a:moveTo>
                  <a:lnTo>
                    <a:pt x="32528" y="13621"/>
                  </a:lnTo>
                  <a:cubicBezTo>
                    <a:pt x="46580" y="6380"/>
                    <a:pt x="62098" y="1724"/>
                    <a:pt x="78305" y="0"/>
                  </a:cubicBezTo>
                  <a:cubicBezTo>
                    <a:pt x="111409" y="0"/>
                    <a:pt x="121065" y="28966"/>
                    <a:pt x="121064" y="51035"/>
                  </a:cubicBezTo>
                  <a:cubicBezTo>
                    <a:pt x="120030" y="63105"/>
                    <a:pt x="115546" y="74139"/>
                    <a:pt x="108563" y="83363"/>
                  </a:cubicBezTo>
                  <a:lnTo>
                    <a:pt x="100159" y="8992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33"/>
            <p:cNvSpPr/>
            <p:nvPr/>
          </p:nvSpPr>
          <p:spPr>
            <a:xfrm rot="8716661">
              <a:off x="8360576" y="4203900"/>
              <a:ext cx="88167" cy="88340"/>
            </a:xfrm>
            <a:custGeom>
              <a:rect b="b" l="l" r="r" t="t"/>
              <a:pathLst>
                <a:path extrusionOk="0" h="88278" w="88105">
                  <a:moveTo>
                    <a:pt x="11702" y="72544"/>
                  </a:moveTo>
                  <a:lnTo>
                    <a:pt x="0" y="44829"/>
                  </a:lnTo>
                  <a:lnTo>
                    <a:pt x="0" y="44139"/>
                  </a:lnTo>
                  <a:cubicBezTo>
                    <a:pt x="0" y="32415"/>
                    <a:pt x="4828" y="21380"/>
                    <a:pt x="13104" y="13104"/>
                  </a:cubicBezTo>
                  <a:cubicBezTo>
                    <a:pt x="21380" y="4828"/>
                    <a:pt x="32415" y="0"/>
                    <a:pt x="44139" y="0"/>
                  </a:cubicBezTo>
                  <a:cubicBezTo>
                    <a:pt x="55864" y="0"/>
                    <a:pt x="66899" y="4828"/>
                    <a:pt x="75175" y="13104"/>
                  </a:cubicBezTo>
                  <a:cubicBezTo>
                    <a:pt x="92416" y="29657"/>
                    <a:pt x="92416" y="57933"/>
                    <a:pt x="75175" y="75175"/>
                  </a:cubicBezTo>
                  <a:cubicBezTo>
                    <a:pt x="66899" y="83451"/>
                    <a:pt x="55864" y="88278"/>
                    <a:pt x="44139" y="88278"/>
                  </a:cubicBezTo>
                  <a:lnTo>
                    <a:pt x="37752" y="8572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33"/>
            <p:cNvSpPr/>
            <p:nvPr/>
          </p:nvSpPr>
          <p:spPr>
            <a:xfrm rot="8716661">
              <a:off x="8270398" y="4208799"/>
              <a:ext cx="54505" cy="27576"/>
            </a:xfrm>
            <a:custGeom>
              <a:rect b="b" l="l" r="r" t="t"/>
              <a:pathLst>
                <a:path extrusionOk="0" h="27557" w="54467">
                  <a:moveTo>
                    <a:pt x="0" y="0"/>
                  </a:moveTo>
                  <a:lnTo>
                    <a:pt x="54467" y="0"/>
                  </a:lnTo>
                  <a:lnTo>
                    <a:pt x="54467" y="2755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33"/>
            <p:cNvSpPr/>
            <p:nvPr/>
          </p:nvSpPr>
          <p:spPr>
            <a:xfrm rot="8716038">
              <a:off x="8503588" y="4269462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33"/>
            <p:cNvSpPr/>
            <p:nvPr/>
          </p:nvSpPr>
          <p:spPr>
            <a:xfrm rot="8716661">
              <a:off x="8994870" y="4078374"/>
              <a:ext cx="137785" cy="132571"/>
            </a:xfrm>
            <a:custGeom>
              <a:rect b="b" l="l" r="r" t="t"/>
              <a:pathLst>
                <a:path extrusionOk="0" h="132478" w="137688">
                  <a:moveTo>
                    <a:pt x="46653" y="86420"/>
                  </a:moveTo>
                  <a:lnTo>
                    <a:pt x="46653" y="24828"/>
                  </a:lnTo>
                  <a:lnTo>
                    <a:pt x="0" y="24828"/>
                  </a:lnTo>
                  <a:lnTo>
                    <a:pt x="15342" y="2695"/>
                  </a:lnTo>
                  <a:lnTo>
                    <a:pt x="137688" y="0"/>
                  </a:lnTo>
                  <a:lnTo>
                    <a:pt x="137688" y="13247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33"/>
            <p:cNvSpPr/>
            <p:nvPr/>
          </p:nvSpPr>
          <p:spPr>
            <a:xfrm rot="7483339">
              <a:off x="9136816" y="4228701"/>
              <a:ext cx="8398" cy="13077"/>
            </a:xfrm>
            <a:custGeom>
              <a:rect b="b" l="l" r="r" t="t"/>
              <a:pathLst>
                <a:path extrusionOk="0" h="13068" w="8392">
                  <a:moveTo>
                    <a:pt x="3897" y="13068"/>
                  </a:moveTo>
                  <a:lnTo>
                    <a:pt x="0" y="5818"/>
                  </a:lnTo>
                  <a:lnTo>
                    <a:pt x="8392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33"/>
            <p:cNvSpPr/>
            <p:nvPr/>
          </p:nvSpPr>
          <p:spPr>
            <a:xfrm rot="8716661">
              <a:off x="8839280" y="5117258"/>
              <a:ext cx="37122" cy="40413"/>
            </a:xfrm>
            <a:custGeom>
              <a:rect b="b" l="l" r="r" t="t"/>
              <a:pathLst>
                <a:path extrusionOk="0" h="40385" w="37096">
                  <a:moveTo>
                    <a:pt x="37095" y="25713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37096" y="25713"/>
                  </a:lnTo>
                  <a:close/>
                  <a:moveTo>
                    <a:pt x="0" y="40385"/>
                  </a:moveTo>
                  <a:lnTo>
                    <a:pt x="0" y="28525"/>
                  </a:lnTo>
                  <a:lnTo>
                    <a:pt x="9740" y="3653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33"/>
            <p:cNvSpPr/>
            <p:nvPr/>
          </p:nvSpPr>
          <p:spPr>
            <a:xfrm rot="8716661">
              <a:off x="8967075" y="4971497"/>
              <a:ext cx="231510" cy="158761"/>
            </a:xfrm>
            <a:custGeom>
              <a:rect b="b" l="l" r="r" t="t"/>
              <a:pathLst>
                <a:path extrusionOk="0" h="158649" w="231347">
                  <a:moveTo>
                    <a:pt x="8965" y="158649"/>
                  </a:moveTo>
                  <a:lnTo>
                    <a:pt x="0" y="146235"/>
                  </a:lnTo>
                  <a:lnTo>
                    <a:pt x="155416" y="0"/>
                  </a:lnTo>
                  <a:lnTo>
                    <a:pt x="231347" y="6243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33"/>
            <p:cNvSpPr/>
            <p:nvPr/>
          </p:nvSpPr>
          <p:spPr>
            <a:xfrm rot="8716661">
              <a:off x="8555723" y="4871028"/>
              <a:ext cx="249694" cy="296671"/>
            </a:xfrm>
            <a:custGeom>
              <a:rect b="b" l="l" r="r" t="t"/>
              <a:pathLst>
                <a:path extrusionOk="0" h="296463" w="249519">
                  <a:moveTo>
                    <a:pt x="249516" y="83734"/>
                  </a:moveTo>
                  <a:lnTo>
                    <a:pt x="128718" y="0"/>
                  </a:lnTo>
                  <a:lnTo>
                    <a:pt x="128719" y="0"/>
                  </a:lnTo>
                  <a:lnTo>
                    <a:pt x="249519" y="83734"/>
                  </a:lnTo>
                  <a:close/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78196" y="0"/>
                  </a:lnTo>
                  <a:lnTo>
                    <a:pt x="203756" y="10323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33"/>
            <p:cNvSpPr/>
            <p:nvPr/>
          </p:nvSpPr>
          <p:spPr>
            <a:xfrm rot="8716661">
              <a:off x="9124149" y="4842254"/>
              <a:ext cx="37085" cy="48975"/>
            </a:xfrm>
            <a:custGeom>
              <a:rect b="b" l="l" r="r" t="t"/>
              <a:pathLst>
                <a:path extrusionOk="0" h="48941" w="37059">
                  <a:moveTo>
                    <a:pt x="0" y="48941"/>
                  </a:moveTo>
                  <a:lnTo>
                    <a:pt x="33925" y="0"/>
                  </a:lnTo>
                  <a:lnTo>
                    <a:pt x="37059" y="7460"/>
                  </a:lnTo>
                  <a:cubicBezTo>
                    <a:pt x="37059" y="18753"/>
                    <a:pt x="32749" y="30133"/>
                    <a:pt x="24128" y="38754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33"/>
            <p:cNvSpPr/>
            <p:nvPr/>
          </p:nvSpPr>
          <p:spPr>
            <a:xfrm rot="8716661">
              <a:off x="8946067" y="4530088"/>
              <a:ext cx="235432" cy="296671"/>
            </a:xfrm>
            <a:custGeom>
              <a:rect b="b" l="l" r="r" t="t"/>
              <a:pathLst>
                <a:path extrusionOk="0" h="296463" w="235267">
                  <a:moveTo>
                    <a:pt x="64028" y="296463"/>
                  </a:moveTo>
                  <a:lnTo>
                    <a:pt x="0" y="177341"/>
                  </a:lnTo>
                  <a:lnTo>
                    <a:pt x="122928" y="0"/>
                  </a:lnTo>
                  <a:lnTo>
                    <a:pt x="235266" y="0"/>
                  </a:lnTo>
                  <a:lnTo>
                    <a:pt x="235267" y="83734"/>
                  </a:lnTo>
                  <a:lnTo>
                    <a:pt x="137200" y="83735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33"/>
            <p:cNvSpPr/>
            <p:nvPr/>
          </p:nvSpPr>
          <p:spPr>
            <a:xfrm rot="8711490">
              <a:off x="8906671" y="4661022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33"/>
            <p:cNvSpPr/>
            <p:nvPr/>
          </p:nvSpPr>
          <p:spPr>
            <a:xfrm rot="-8513943">
              <a:off x="7765539" y="4253457"/>
              <a:ext cx="72881" cy="75598"/>
            </a:xfrm>
            <a:custGeom>
              <a:rect b="b" l="l" r="r" t="t"/>
              <a:pathLst>
                <a:path extrusionOk="0" h="75543" w="72828">
                  <a:moveTo>
                    <a:pt x="0" y="75543"/>
                  </a:moveTo>
                  <a:lnTo>
                    <a:pt x="0" y="37783"/>
                  </a:lnTo>
                  <a:lnTo>
                    <a:pt x="72828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33"/>
            <p:cNvSpPr/>
            <p:nvPr/>
          </p:nvSpPr>
          <p:spPr>
            <a:xfrm rot="8716661">
              <a:off x="7196447" y="4734905"/>
              <a:ext cx="215328" cy="351976"/>
            </a:xfrm>
            <a:custGeom>
              <a:rect b="b" l="l" r="r" t="t"/>
              <a:pathLst>
                <a:path extrusionOk="0" h="351729" w="215177">
                  <a:moveTo>
                    <a:pt x="122761" y="351729"/>
                  </a:move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5"/>
                    <a:pt x="91726" y="75863"/>
                  </a:cubicBezTo>
                  <a:lnTo>
                    <a:pt x="0" y="75863"/>
                  </a:lnTo>
                  <a:lnTo>
                    <a:pt x="0" y="0"/>
                  </a:lnTo>
                  <a:lnTo>
                    <a:pt x="20033" y="0"/>
                  </a:lnTo>
                  <a:lnTo>
                    <a:pt x="215177" y="160452"/>
                  </a:lnTo>
                  <a:lnTo>
                    <a:pt x="215176" y="31517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33"/>
            <p:cNvSpPr/>
            <p:nvPr/>
          </p:nvSpPr>
          <p:spPr>
            <a:xfrm rot="8716661">
              <a:off x="7519578" y="4714114"/>
              <a:ext cx="185798" cy="383725"/>
            </a:xfrm>
            <a:custGeom>
              <a:rect b="b" l="l" r="r" t="t"/>
              <a:pathLst>
                <a:path extrusionOk="0" h="383455" w="185667">
                  <a:moveTo>
                    <a:pt x="77932" y="383455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33456" y="0"/>
                  </a:lnTo>
                  <a:lnTo>
                    <a:pt x="158623" y="102916"/>
                  </a:lnTo>
                  <a:lnTo>
                    <a:pt x="158623" y="111726"/>
                  </a:lnTo>
                  <a:lnTo>
                    <a:pt x="160692" y="111726"/>
                  </a:lnTo>
                  <a:lnTo>
                    <a:pt x="162749" y="106308"/>
                  </a:lnTo>
                  <a:lnTo>
                    <a:pt x="185667" y="125152"/>
                  </a:lnTo>
                  <a:lnTo>
                    <a:pt x="168969" y="191038"/>
                  </a:lnTo>
                  <a:lnTo>
                    <a:pt x="168969" y="321385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33"/>
            <p:cNvSpPr/>
            <p:nvPr/>
          </p:nvSpPr>
          <p:spPr>
            <a:xfrm rot="8716038">
              <a:off x="7265343" y="4648405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33"/>
            <p:cNvSpPr/>
            <p:nvPr/>
          </p:nvSpPr>
          <p:spPr>
            <a:xfrm rot="8716038">
              <a:off x="7028040" y="4868738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33"/>
            <p:cNvSpPr/>
            <p:nvPr/>
          </p:nvSpPr>
          <p:spPr>
            <a:xfrm rot="8718291">
              <a:off x="6839644" y="4553097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33"/>
            <p:cNvSpPr/>
            <p:nvPr/>
          </p:nvSpPr>
          <p:spPr>
            <a:xfrm rot="8716661">
              <a:off x="6821091" y="4356268"/>
              <a:ext cx="440210" cy="511823"/>
            </a:xfrm>
            <a:custGeom>
              <a:rect b="b" l="l" r="r" t="t"/>
              <a:pathLst>
                <a:path extrusionOk="0" h="511464" w="439901">
                  <a:moveTo>
                    <a:pt x="1873" y="384681"/>
                  </a:moveTo>
                  <a:lnTo>
                    <a:pt x="1725" y="383648"/>
                  </a:lnTo>
                  <a:cubicBezTo>
                    <a:pt x="501" y="368162"/>
                    <a:pt x="0" y="351298"/>
                    <a:pt x="0" y="333043"/>
                  </a:cubicBezTo>
                  <a:lnTo>
                    <a:pt x="0" y="61444"/>
                  </a:lnTo>
                  <a:lnTo>
                    <a:pt x="118434" y="0"/>
                  </a:lnTo>
                  <a:lnTo>
                    <a:pt x="120216" y="248447"/>
                  </a:lnTo>
                  <a:cubicBezTo>
                    <a:pt x="117545" y="298315"/>
                    <a:pt x="125558" y="349072"/>
                    <a:pt x="141587" y="396268"/>
                  </a:cubicBezTo>
                  <a:cubicBezTo>
                    <a:pt x="155836" y="435450"/>
                    <a:pt x="192346" y="455041"/>
                    <a:pt x="248446" y="455041"/>
                  </a:cubicBezTo>
                  <a:cubicBezTo>
                    <a:pt x="276051" y="454150"/>
                    <a:pt x="302766" y="448807"/>
                    <a:pt x="328590" y="440793"/>
                  </a:cubicBezTo>
                  <a:cubicBezTo>
                    <a:pt x="365990" y="429216"/>
                    <a:pt x="402501" y="414078"/>
                    <a:pt x="438120" y="396268"/>
                  </a:cubicBezTo>
                  <a:cubicBezTo>
                    <a:pt x="439010" y="399830"/>
                    <a:pt x="439901" y="404282"/>
                    <a:pt x="439901" y="407844"/>
                  </a:cubicBezTo>
                  <a:lnTo>
                    <a:pt x="439901" y="416749"/>
                  </a:lnTo>
                  <a:cubicBezTo>
                    <a:pt x="392705" y="457267"/>
                    <a:pt x="338163" y="484649"/>
                    <a:pt x="286180" y="502459"/>
                  </a:cubicBezTo>
                  <a:lnTo>
                    <a:pt x="252462" y="51146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33"/>
            <p:cNvSpPr/>
            <p:nvPr/>
          </p:nvSpPr>
          <p:spPr>
            <a:xfrm rot="8716038">
              <a:off x="7635484" y="4356131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33"/>
            <p:cNvSpPr/>
            <p:nvPr/>
          </p:nvSpPr>
          <p:spPr>
            <a:xfrm rot="8716038">
              <a:off x="7770799" y="4400395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33"/>
            <p:cNvSpPr/>
            <p:nvPr/>
          </p:nvSpPr>
          <p:spPr>
            <a:xfrm rot="8716038">
              <a:off x="7465604" y="449012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33"/>
            <p:cNvSpPr/>
            <p:nvPr/>
          </p:nvSpPr>
          <p:spPr>
            <a:xfrm rot="8716661">
              <a:off x="7313280" y="4314134"/>
              <a:ext cx="308749" cy="142840"/>
            </a:xfrm>
            <a:custGeom>
              <a:rect b="b" l="l" r="r" t="t"/>
              <a:pathLst>
                <a:path extrusionOk="0" h="142740" w="308532">
                  <a:moveTo>
                    <a:pt x="0" y="46525"/>
                  </a:moveTo>
                  <a:lnTo>
                    <a:pt x="0" y="0"/>
                  </a:lnTo>
                  <a:lnTo>
                    <a:pt x="308532" y="0"/>
                  </a:lnTo>
                  <a:lnTo>
                    <a:pt x="308532" y="83734"/>
                  </a:lnTo>
                  <a:lnTo>
                    <a:pt x="210465" y="83734"/>
                  </a:lnTo>
                  <a:lnTo>
                    <a:pt x="190169" y="142740"/>
                  </a:lnTo>
                  <a:lnTo>
                    <a:pt x="100662" y="97454"/>
                  </a:lnTo>
                  <a:lnTo>
                    <a:pt x="105610" y="83734"/>
                  </a:lnTo>
                  <a:lnTo>
                    <a:pt x="73544" y="8373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33"/>
            <p:cNvSpPr/>
            <p:nvPr/>
          </p:nvSpPr>
          <p:spPr>
            <a:xfrm rot="8716038">
              <a:off x="7602096" y="4552128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33"/>
            <p:cNvSpPr/>
            <p:nvPr/>
          </p:nvSpPr>
          <p:spPr>
            <a:xfrm rot="8716661">
              <a:off x="7233688" y="4339128"/>
              <a:ext cx="113010" cy="98298"/>
            </a:xfrm>
            <a:custGeom>
              <a:rect b="b" l="l" r="r" t="t"/>
              <a:pathLst>
                <a:path extrusionOk="0" h="98229" w="112931">
                  <a:moveTo>
                    <a:pt x="0" y="49475"/>
                  </a:moveTo>
                  <a:lnTo>
                    <a:pt x="13559" y="17362"/>
                  </a:lnTo>
                  <a:cubicBezTo>
                    <a:pt x="24524" y="6397"/>
                    <a:pt x="39145" y="0"/>
                    <a:pt x="54678" y="0"/>
                  </a:cubicBezTo>
                  <a:cubicBezTo>
                    <a:pt x="70213" y="0"/>
                    <a:pt x="84833" y="6397"/>
                    <a:pt x="95798" y="17362"/>
                  </a:cubicBezTo>
                  <a:cubicBezTo>
                    <a:pt x="107220" y="28327"/>
                    <a:pt x="112931" y="43176"/>
                    <a:pt x="112931" y="58139"/>
                  </a:cubicBezTo>
                  <a:lnTo>
                    <a:pt x="96365" y="9822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33"/>
            <p:cNvSpPr/>
            <p:nvPr/>
          </p:nvSpPr>
          <p:spPr>
            <a:xfrm rot="7483339">
              <a:off x="7764894" y="4837206"/>
              <a:ext cx="295374" cy="296671"/>
            </a:xfrm>
            <a:custGeom>
              <a:rect b="b" l="l" r="r" t="t"/>
              <a:pathLst>
                <a:path extrusionOk="0" h="296463" w="295167">
                  <a:moveTo>
                    <a:pt x="295165" y="83734"/>
                  </a:moveTo>
                  <a:lnTo>
                    <a:pt x="237109" y="0"/>
                  </a:lnTo>
                  <a:lnTo>
                    <a:pt x="237110" y="0"/>
                  </a:lnTo>
                  <a:lnTo>
                    <a:pt x="295167" y="83734"/>
                  </a:lnTo>
                  <a:close/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126381" y="0"/>
                  </a:lnTo>
                  <a:lnTo>
                    <a:pt x="197160" y="122416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33"/>
            <p:cNvSpPr/>
            <p:nvPr/>
          </p:nvSpPr>
          <p:spPr>
            <a:xfrm rot="-8513943">
              <a:off x="8004614" y="4814027"/>
              <a:ext cx="409403" cy="218222"/>
            </a:xfrm>
            <a:custGeom>
              <a:rect b="b" l="l" r="r" t="t"/>
              <a:pathLst>
                <a:path extrusionOk="0" h="218063" w="409104">
                  <a:moveTo>
                    <a:pt x="409104" y="110916"/>
                  </a:moveTo>
                  <a:cubicBezTo>
                    <a:pt x="320577" y="186915"/>
                    <a:pt x="204490" y="213641"/>
                    <a:pt x="135172" y="217816"/>
                  </a:cubicBezTo>
                  <a:cubicBezTo>
                    <a:pt x="96755" y="220322"/>
                    <a:pt x="59173" y="203619"/>
                    <a:pt x="32447" y="176058"/>
                  </a:cubicBezTo>
                  <a:cubicBezTo>
                    <a:pt x="18249" y="162278"/>
                    <a:pt x="9272" y="143487"/>
                    <a:pt x="3843" y="119581"/>
                  </a:cubicBezTo>
                  <a:lnTo>
                    <a:pt x="0" y="73735"/>
                  </a:lnTo>
                  <a:lnTo>
                    <a:pt x="111583" y="0"/>
                  </a:lnTo>
                  <a:lnTo>
                    <a:pt x="112727" y="23329"/>
                  </a:lnTo>
                  <a:cubicBezTo>
                    <a:pt x="116171" y="46609"/>
                    <a:pt x="121808" y="69576"/>
                    <a:pt x="129325" y="91708"/>
                  </a:cubicBezTo>
                  <a:cubicBezTo>
                    <a:pt x="142689" y="128454"/>
                    <a:pt x="176930" y="146828"/>
                    <a:pt x="229544" y="146828"/>
                  </a:cubicBezTo>
                  <a:cubicBezTo>
                    <a:pt x="255435" y="145993"/>
                    <a:pt x="280489" y="140981"/>
                    <a:pt x="304708" y="133466"/>
                  </a:cubicBezTo>
                  <a:cubicBezTo>
                    <a:pt x="339785" y="122608"/>
                    <a:pt x="374027" y="108411"/>
                    <a:pt x="407434" y="91708"/>
                  </a:cubicBezTo>
                  <a:cubicBezTo>
                    <a:pt x="408268" y="95048"/>
                    <a:pt x="409104" y="99224"/>
                    <a:pt x="409104" y="102564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33"/>
            <p:cNvSpPr/>
            <p:nvPr/>
          </p:nvSpPr>
          <p:spPr>
            <a:xfrm rot="8714477">
              <a:off x="8199961" y="4500890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33"/>
            <p:cNvSpPr/>
            <p:nvPr/>
          </p:nvSpPr>
          <p:spPr>
            <a:xfrm rot="8718291">
              <a:off x="8121921" y="4344019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33"/>
            <p:cNvSpPr/>
            <p:nvPr/>
          </p:nvSpPr>
          <p:spPr>
            <a:xfrm rot="8716038">
              <a:off x="7753878" y="4389901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33"/>
            <p:cNvSpPr/>
            <p:nvPr/>
          </p:nvSpPr>
          <p:spPr>
            <a:xfrm rot="8716661">
              <a:off x="8030670" y="4210004"/>
              <a:ext cx="154853" cy="110581"/>
            </a:xfrm>
            <a:custGeom>
              <a:rect b="b" l="l" r="r" t="t"/>
              <a:pathLst>
                <a:path extrusionOk="0" h="110503" w="154744">
                  <a:moveTo>
                    <a:pt x="0" y="34366"/>
                  </a:moveTo>
                  <a:lnTo>
                    <a:pt x="3342" y="26453"/>
                  </a:lnTo>
                  <a:cubicBezTo>
                    <a:pt x="20048" y="9746"/>
                    <a:pt x="42323" y="0"/>
                    <a:pt x="65990" y="0"/>
                  </a:cubicBezTo>
                  <a:cubicBezTo>
                    <a:pt x="89659" y="0"/>
                    <a:pt x="111934" y="9746"/>
                    <a:pt x="128640" y="26453"/>
                  </a:cubicBezTo>
                  <a:cubicBezTo>
                    <a:pt x="146043" y="43159"/>
                    <a:pt x="154744" y="65782"/>
                    <a:pt x="154744" y="88580"/>
                  </a:cubicBezTo>
                  <a:lnTo>
                    <a:pt x="150487" y="11050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9" name="Google Shape;529;p33"/>
          <p:cNvSpPr/>
          <p:nvPr/>
        </p:nvSpPr>
        <p:spPr>
          <a:xfrm>
            <a:off x="0" y="4391025"/>
            <a:ext cx="9153528" cy="752475"/>
          </a:xfrm>
          <a:custGeom>
            <a:rect b="b" l="l" r="r" t="t"/>
            <a:pathLst>
              <a:path extrusionOk="0" h="752475" w="9153528">
                <a:moveTo>
                  <a:pt x="0" y="0"/>
                </a:moveTo>
                <a:lnTo>
                  <a:pt x="9153528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 2 avec image - Foncé ">
  <p:cSld name="Couverture 2 avec image - Foncé ">
    <p:bg>
      <p:bgPr>
        <a:solidFill>
          <a:schemeClr val="dk1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4"/>
          <p:cNvSpPr/>
          <p:nvPr/>
        </p:nvSpPr>
        <p:spPr>
          <a:xfrm>
            <a:off x="0" y="3708637"/>
            <a:ext cx="9153528" cy="1434863"/>
          </a:xfrm>
          <a:custGeom>
            <a:rect b="b" l="l" r="r" t="t"/>
            <a:pathLst>
              <a:path extrusionOk="0" h="1434863" w="9153528">
                <a:moveTo>
                  <a:pt x="0" y="0"/>
                </a:moveTo>
                <a:lnTo>
                  <a:pt x="9097717" y="747887"/>
                </a:lnTo>
                <a:lnTo>
                  <a:pt x="9153528" y="752475"/>
                </a:lnTo>
                <a:lnTo>
                  <a:pt x="9153528" y="1434863"/>
                </a:lnTo>
                <a:lnTo>
                  <a:pt x="0" y="1434863"/>
                </a:lnTo>
                <a:lnTo>
                  <a:pt x="0" y="752475"/>
                </a:lnTo>
                <a:lnTo>
                  <a:pt x="0" y="747887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2" name="Google Shape;532;p34"/>
          <p:cNvGrpSpPr/>
          <p:nvPr/>
        </p:nvGrpSpPr>
        <p:grpSpPr>
          <a:xfrm>
            <a:off x="4706235" y="3368549"/>
            <a:ext cx="4538794" cy="1229973"/>
            <a:chOff x="4706235" y="4050937"/>
            <a:chExt cx="4538794" cy="1229973"/>
          </a:xfrm>
        </p:grpSpPr>
        <p:sp>
          <p:nvSpPr>
            <p:cNvPr id="533" name="Google Shape;533;p34"/>
            <p:cNvSpPr/>
            <p:nvPr/>
          </p:nvSpPr>
          <p:spPr>
            <a:xfrm rot="8714800">
              <a:off x="8491172" y="4678505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34"/>
            <p:cNvSpPr/>
            <p:nvPr/>
          </p:nvSpPr>
          <p:spPr>
            <a:xfrm rot="8716661">
              <a:off x="5559068" y="4523020"/>
              <a:ext cx="215328" cy="303369"/>
            </a:xfrm>
            <a:custGeom>
              <a:rect b="b" l="l" r="r" t="t"/>
              <a:pathLst>
                <a:path extrusionOk="0" h="303156" w="215177">
                  <a:moveTo>
                    <a:pt x="122761" y="256399"/>
                  </a:move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5"/>
                    <a:pt x="91726" y="75863"/>
                  </a:cubicBezTo>
                  <a:lnTo>
                    <a:pt x="0" y="75863"/>
                  </a:lnTo>
                  <a:lnTo>
                    <a:pt x="0" y="0"/>
                  </a:lnTo>
                  <a:lnTo>
                    <a:pt x="128968" y="0"/>
                  </a:lnTo>
                  <a:cubicBezTo>
                    <a:pt x="184831" y="0"/>
                    <a:pt x="215176" y="24139"/>
                    <a:pt x="215177" y="75863"/>
                  </a:cubicBezTo>
                  <a:lnTo>
                    <a:pt x="215176" y="303156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34"/>
            <p:cNvSpPr/>
            <p:nvPr/>
          </p:nvSpPr>
          <p:spPr>
            <a:xfrm rot="8716661">
              <a:off x="5692609" y="4561379"/>
              <a:ext cx="393880" cy="335241"/>
            </a:xfrm>
            <a:custGeom>
              <a:rect b="b" l="l" r="r" t="t"/>
              <a:pathLst>
                <a:path extrusionOk="0" h="335006" w="393603">
                  <a:moveTo>
                    <a:pt x="77932" y="299055"/>
                  </a:moveTo>
                  <a:lnTo>
                    <a:pt x="77932" y="66897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1"/>
                  </a:lnTo>
                  <a:lnTo>
                    <a:pt x="158623" y="111726"/>
                  </a:lnTo>
                  <a:lnTo>
                    <a:pt x="160692" y="111726"/>
                  </a:lnTo>
                  <a:cubicBezTo>
                    <a:pt x="171727" y="78967"/>
                    <a:pt x="181555" y="56208"/>
                    <a:pt x="192762" y="39915"/>
                  </a:cubicBezTo>
                  <a:lnTo>
                    <a:pt x="231959" y="7837"/>
                  </a:lnTo>
                  <a:lnTo>
                    <a:pt x="393603" y="140745"/>
                  </a:lnTo>
                  <a:lnTo>
                    <a:pt x="300695" y="146210"/>
                  </a:lnTo>
                  <a:lnTo>
                    <a:pt x="300694" y="121382"/>
                  </a:lnTo>
                  <a:cubicBezTo>
                    <a:pt x="300695" y="84140"/>
                    <a:pt x="279316" y="58622"/>
                    <a:pt x="249659" y="58622"/>
                  </a:cubicBezTo>
                  <a:cubicBezTo>
                    <a:pt x="205521" y="58621"/>
                    <a:pt x="168969" y="117244"/>
                    <a:pt x="168969" y="191038"/>
                  </a:cubicBezTo>
                  <a:lnTo>
                    <a:pt x="168969" y="321385"/>
                  </a:lnTo>
                  <a:lnTo>
                    <a:pt x="148991" y="335006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34"/>
            <p:cNvSpPr/>
            <p:nvPr/>
          </p:nvSpPr>
          <p:spPr>
            <a:xfrm rot="8716661">
              <a:off x="5659145" y="4556382"/>
              <a:ext cx="113097" cy="83667"/>
            </a:xfrm>
            <a:custGeom>
              <a:rect b="b" l="l" r="r" t="t"/>
              <a:pathLst>
                <a:path extrusionOk="0" h="83608" w="113018">
                  <a:moveTo>
                    <a:pt x="0" y="32910"/>
                  </a:moveTo>
                  <a:lnTo>
                    <a:pt x="24482" y="13621"/>
                  </a:lnTo>
                  <a:cubicBezTo>
                    <a:pt x="38534" y="6380"/>
                    <a:pt x="54052" y="1725"/>
                    <a:pt x="70259" y="0"/>
                  </a:cubicBezTo>
                  <a:cubicBezTo>
                    <a:pt x="103363" y="0"/>
                    <a:pt x="113018" y="28966"/>
                    <a:pt x="113018" y="51035"/>
                  </a:cubicBezTo>
                  <a:cubicBezTo>
                    <a:pt x="111984" y="63105"/>
                    <a:pt x="107501" y="74139"/>
                    <a:pt x="100518" y="83363"/>
                  </a:cubicBezTo>
                  <a:lnTo>
                    <a:pt x="100204" y="8360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34"/>
            <p:cNvSpPr/>
            <p:nvPr/>
          </p:nvSpPr>
          <p:spPr>
            <a:xfrm rot="8716661">
              <a:off x="5371561" y="4613053"/>
              <a:ext cx="88167" cy="83910"/>
            </a:xfrm>
            <a:custGeom>
              <a:rect b="b" l="l" r="r" t="t"/>
              <a:pathLst>
                <a:path extrusionOk="0" h="83851" w="88105">
                  <a:moveTo>
                    <a:pt x="6112" y="59305"/>
                  </a:moveTo>
                  <a:lnTo>
                    <a:pt x="0" y="44829"/>
                  </a:lnTo>
                  <a:lnTo>
                    <a:pt x="0" y="44139"/>
                  </a:lnTo>
                  <a:cubicBezTo>
                    <a:pt x="0" y="32415"/>
                    <a:pt x="4828" y="21380"/>
                    <a:pt x="13104" y="13104"/>
                  </a:cubicBezTo>
                  <a:cubicBezTo>
                    <a:pt x="21380" y="4828"/>
                    <a:pt x="32415" y="0"/>
                    <a:pt x="44139" y="0"/>
                  </a:cubicBezTo>
                  <a:cubicBezTo>
                    <a:pt x="55864" y="0"/>
                    <a:pt x="66899" y="4828"/>
                    <a:pt x="75175" y="13104"/>
                  </a:cubicBezTo>
                  <a:cubicBezTo>
                    <a:pt x="92416" y="29657"/>
                    <a:pt x="92416" y="57933"/>
                    <a:pt x="75175" y="75175"/>
                  </a:cubicBezTo>
                  <a:lnTo>
                    <a:pt x="54626" y="83851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34"/>
            <p:cNvSpPr/>
            <p:nvPr/>
          </p:nvSpPr>
          <p:spPr>
            <a:xfrm rot="8716661">
              <a:off x="5473556" y="4706634"/>
              <a:ext cx="91099" cy="188291"/>
            </a:xfrm>
            <a:custGeom>
              <a:rect b="b" l="l" r="r" t="t"/>
              <a:pathLst>
                <a:path extrusionOk="0" h="188159" w="91035">
                  <a:moveTo>
                    <a:pt x="91035" y="188159"/>
                  </a:moveTo>
                  <a:lnTo>
                    <a:pt x="0" y="100571"/>
                  </a:lnTo>
                  <a:lnTo>
                    <a:pt x="0" y="0"/>
                  </a:lnTo>
                  <a:lnTo>
                    <a:pt x="91035" y="74852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34"/>
            <p:cNvSpPr/>
            <p:nvPr/>
          </p:nvSpPr>
          <p:spPr>
            <a:xfrm rot="8716661">
              <a:off x="6218831" y="4454575"/>
              <a:ext cx="171138" cy="106590"/>
            </a:xfrm>
            <a:custGeom>
              <a:rect b="b" l="l" r="r" t="t"/>
              <a:pathLst>
                <a:path extrusionOk="0" h="106515" w="171018">
                  <a:moveTo>
                    <a:pt x="0" y="19991"/>
                  </a:moveTo>
                  <a:lnTo>
                    <a:pt x="13365" y="9053"/>
                  </a:lnTo>
                  <a:cubicBezTo>
                    <a:pt x="28538" y="2846"/>
                    <a:pt x="44400" y="-602"/>
                    <a:pt x="60952" y="87"/>
                  </a:cubicBezTo>
                  <a:cubicBezTo>
                    <a:pt x="114229" y="-948"/>
                    <a:pt x="151600" y="26725"/>
                    <a:pt x="166956" y="76705"/>
                  </a:cubicBezTo>
                  <a:lnTo>
                    <a:pt x="171018" y="106515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34"/>
            <p:cNvSpPr/>
            <p:nvPr/>
          </p:nvSpPr>
          <p:spPr>
            <a:xfrm rot="8716661">
              <a:off x="6005866" y="4487612"/>
              <a:ext cx="156665" cy="122153"/>
            </a:xfrm>
            <a:custGeom>
              <a:rect b="b" l="l" r="r" t="t"/>
              <a:pathLst>
                <a:path extrusionOk="0" h="122067" w="156555">
                  <a:moveTo>
                    <a:pt x="65519" y="76009"/>
                  </a:moveTo>
                  <a:lnTo>
                    <a:pt x="65519" y="24828"/>
                  </a:lnTo>
                  <a:lnTo>
                    <a:pt x="0" y="24828"/>
                  </a:lnTo>
                  <a:lnTo>
                    <a:pt x="0" y="3449"/>
                  </a:lnTo>
                  <a:cubicBezTo>
                    <a:pt x="49656" y="5517"/>
                    <a:pt x="101381" y="1379"/>
                    <a:pt x="156555" y="0"/>
                  </a:cubicBezTo>
                  <a:lnTo>
                    <a:pt x="156554" y="12206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34"/>
            <p:cNvSpPr/>
            <p:nvPr/>
          </p:nvSpPr>
          <p:spPr>
            <a:xfrm rot="7483339">
              <a:off x="6103176" y="4586537"/>
              <a:ext cx="308749" cy="296672"/>
            </a:xfrm>
            <a:custGeom>
              <a:rect b="b" l="l" r="r" t="t"/>
              <a:pathLst>
                <a:path extrusionOk="0" h="296464" w="308532">
                  <a:moveTo>
                    <a:pt x="137293" y="296464"/>
                  </a:moveTo>
                  <a:lnTo>
                    <a:pt x="72419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265017" y="0"/>
                  </a:lnTo>
                  <a:lnTo>
                    <a:pt x="308532" y="75260"/>
                  </a:lnTo>
                  <a:lnTo>
                    <a:pt x="308532" y="83734"/>
                  </a:lnTo>
                  <a:lnTo>
                    <a:pt x="210466" y="8373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34"/>
            <p:cNvSpPr/>
            <p:nvPr/>
          </p:nvSpPr>
          <p:spPr>
            <a:xfrm rot="-8513943">
              <a:off x="6309167" y="4543641"/>
              <a:ext cx="412870" cy="360211"/>
            </a:xfrm>
            <a:custGeom>
              <a:rect b="b" l="l" r="r" t="t"/>
              <a:pathLst>
                <a:path extrusionOk="0" h="359948" w="412568">
                  <a:moveTo>
                    <a:pt x="412568" y="252801"/>
                  </a:moveTo>
                  <a:cubicBezTo>
                    <a:pt x="324041" y="328800"/>
                    <a:pt x="207954" y="355526"/>
                    <a:pt x="138636" y="359701"/>
                  </a:cubicBezTo>
                  <a:cubicBezTo>
                    <a:pt x="100219" y="362207"/>
                    <a:pt x="62637" y="345504"/>
                    <a:pt x="35911" y="317943"/>
                  </a:cubicBezTo>
                  <a:cubicBezTo>
                    <a:pt x="7516" y="290383"/>
                    <a:pt x="0" y="242779"/>
                    <a:pt x="0" y="174296"/>
                  </a:cubicBezTo>
                  <a:lnTo>
                    <a:pt x="0" y="74054"/>
                  </a:lnTo>
                  <a:lnTo>
                    <a:pt x="112066" y="0"/>
                  </a:lnTo>
                  <a:lnTo>
                    <a:pt x="112747" y="94956"/>
                  </a:lnTo>
                  <a:cubicBezTo>
                    <a:pt x="110241" y="141725"/>
                    <a:pt x="117756" y="189329"/>
                    <a:pt x="132789" y="233593"/>
                  </a:cubicBezTo>
                  <a:cubicBezTo>
                    <a:pt x="146153" y="270339"/>
                    <a:pt x="180394" y="288713"/>
                    <a:pt x="233008" y="288713"/>
                  </a:cubicBezTo>
                  <a:cubicBezTo>
                    <a:pt x="258899" y="287878"/>
                    <a:pt x="283953" y="282866"/>
                    <a:pt x="308172" y="275351"/>
                  </a:cubicBezTo>
                  <a:cubicBezTo>
                    <a:pt x="343249" y="264493"/>
                    <a:pt x="377491" y="250296"/>
                    <a:pt x="410898" y="233593"/>
                  </a:cubicBezTo>
                  <a:cubicBezTo>
                    <a:pt x="411732" y="236933"/>
                    <a:pt x="412568" y="241109"/>
                    <a:pt x="412568" y="244449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34"/>
            <p:cNvSpPr/>
            <p:nvPr/>
          </p:nvSpPr>
          <p:spPr>
            <a:xfrm rot="8716661">
              <a:off x="6597390" y="4422561"/>
              <a:ext cx="149149" cy="111142"/>
            </a:xfrm>
            <a:custGeom>
              <a:rect b="b" l="l" r="r" t="t"/>
              <a:pathLst>
                <a:path extrusionOk="0" h="111064" w="149044">
                  <a:moveTo>
                    <a:pt x="0" y="51375"/>
                  </a:moveTo>
                  <a:lnTo>
                    <a:pt x="1002" y="50432"/>
                  </a:lnTo>
                  <a:cubicBezTo>
                    <a:pt x="25404" y="21963"/>
                    <a:pt x="60381" y="4067"/>
                    <a:pt x="98612" y="0"/>
                  </a:cubicBezTo>
                  <a:cubicBezTo>
                    <a:pt x="137657" y="0"/>
                    <a:pt x="149044" y="34164"/>
                    <a:pt x="149044" y="60193"/>
                  </a:cubicBezTo>
                  <a:cubicBezTo>
                    <a:pt x="147824" y="74428"/>
                    <a:pt x="142536" y="87443"/>
                    <a:pt x="134300" y="98322"/>
                  </a:cubicBezTo>
                  <a:lnTo>
                    <a:pt x="117977" y="11106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34"/>
            <p:cNvSpPr/>
            <p:nvPr/>
          </p:nvSpPr>
          <p:spPr>
            <a:xfrm rot="8716661">
              <a:off x="6708014" y="4876169"/>
              <a:ext cx="139384" cy="121412"/>
            </a:xfrm>
            <a:custGeom>
              <a:rect b="b" l="l" r="r" t="t"/>
              <a:pathLst>
                <a:path extrusionOk="0" h="121327" w="139286">
                  <a:moveTo>
                    <a:pt x="26453" y="96267"/>
                  </a:moveTo>
                  <a:cubicBezTo>
                    <a:pt x="9746" y="79561"/>
                    <a:pt x="0" y="57285"/>
                    <a:pt x="0" y="33618"/>
                  </a:cubicBezTo>
                  <a:lnTo>
                    <a:pt x="0" y="32225"/>
                  </a:lnTo>
                  <a:lnTo>
                    <a:pt x="13607" y="0"/>
                  </a:lnTo>
                  <a:lnTo>
                    <a:pt x="139286" y="103337"/>
                  </a:lnTo>
                  <a:lnTo>
                    <a:pt x="123037" y="114366"/>
                  </a:lnTo>
                  <a:cubicBezTo>
                    <a:pt x="112421" y="118890"/>
                    <a:pt x="100935" y="121327"/>
                    <a:pt x="89101" y="121327"/>
                  </a:cubicBezTo>
                  <a:cubicBezTo>
                    <a:pt x="65435" y="121327"/>
                    <a:pt x="43159" y="112973"/>
                    <a:pt x="26453" y="96267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34"/>
            <p:cNvSpPr/>
            <p:nvPr/>
          </p:nvSpPr>
          <p:spPr>
            <a:xfrm rot="8716661">
              <a:off x="4781839" y="4822850"/>
              <a:ext cx="312140" cy="363052"/>
            </a:xfrm>
            <a:custGeom>
              <a:rect b="b" l="l" r="r" t="t"/>
              <a:pathLst>
                <a:path extrusionOk="0" h="362797" w="311921">
                  <a:moveTo>
                    <a:pt x="311920" y="120307"/>
                  </a:moveTo>
                  <a:lnTo>
                    <a:pt x="138360" y="1"/>
                  </a:lnTo>
                  <a:lnTo>
                    <a:pt x="138360" y="0"/>
                  </a:lnTo>
                  <a:lnTo>
                    <a:pt x="311921" y="120307"/>
                  </a:lnTo>
                  <a:close/>
                  <a:moveTo>
                    <a:pt x="0" y="362797"/>
                  </a:moveTo>
                  <a:lnTo>
                    <a:pt x="0" y="320869"/>
                  </a:lnTo>
                  <a:lnTo>
                    <a:pt x="27877" y="34379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34"/>
            <p:cNvSpPr/>
            <p:nvPr/>
          </p:nvSpPr>
          <p:spPr>
            <a:xfrm rot="8716661">
              <a:off x="5132029" y="4737943"/>
              <a:ext cx="148718" cy="131813"/>
            </a:xfrm>
            <a:custGeom>
              <a:rect b="b" l="l" r="r" t="t"/>
              <a:pathLst>
                <a:path extrusionOk="0" h="131720" w="148614">
                  <a:moveTo>
                    <a:pt x="26453" y="106660"/>
                  </a:moveTo>
                  <a:cubicBezTo>
                    <a:pt x="9746" y="89954"/>
                    <a:pt x="0" y="67678"/>
                    <a:pt x="0" y="44011"/>
                  </a:cubicBezTo>
                  <a:lnTo>
                    <a:pt x="0" y="42618"/>
                  </a:lnTo>
                  <a:lnTo>
                    <a:pt x="17995" y="0"/>
                  </a:lnTo>
                  <a:lnTo>
                    <a:pt x="148614" y="107398"/>
                  </a:lnTo>
                  <a:lnTo>
                    <a:pt x="123037" y="124759"/>
                  </a:lnTo>
                  <a:cubicBezTo>
                    <a:pt x="112421" y="129283"/>
                    <a:pt x="100935" y="131720"/>
                    <a:pt x="89101" y="131720"/>
                  </a:cubicBezTo>
                  <a:cubicBezTo>
                    <a:pt x="65435" y="131720"/>
                    <a:pt x="43159" y="123366"/>
                    <a:pt x="26453" y="10666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34"/>
            <p:cNvSpPr/>
            <p:nvPr/>
          </p:nvSpPr>
          <p:spPr>
            <a:xfrm rot="8716661">
              <a:off x="5043455" y="4624907"/>
              <a:ext cx="150828" cy="101095"/>
            </a:xfrm>
            <a:custGeom>
              <a:rect b="b" l="l" r="r" t="t"/>
              <a:pathLst>
                <a:path extrusionOk="0" h="101024" w="150722">
                  <a:moveTo>
                    <a:pt x="0" y="25991"/>
                  </a:moveTo>
                  <a:lnTo>
                    <a:pt x="28034" y="6961"/>
                  </a:lnTo>
                  <a:cubicBezTo>
                    <a:pt x="38649" y="2437"/>
                    <a:pt x="50135" y="0"/>
                    <a:pt x="61968" y="0"/>
                  </a:cubicBezTo>
                  <a:cubicBezTo>
                    <a:pt x="85637" y="0"/>
                    <a:pt x="107912" y="9746"/>
                    <a:pt x="124618" y="26453"/>
                  </a:cubicBezTo>
                  <a:cubicBezTo>
                    <a:pt x="142021" y="43159"/>
                    <a:pt x="150722" y="65782"/>
                    <a:pt x="150722" y="88580"/>
                  </a:cubicBezTo>
                  <a:lnTo>
                    <a:pt x="148306" y="10102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34"/>
            <p:cNvSpPr/>
            <p:nvPr/>
          </p:nvSpPr>
          <p:spPr>
            <a:xfrm rot="8716661">
              <a:off x="8546380" y="4108411"/>
              <a:ext cx="215327" cy="313787"/>
            </a:xfrm>
            <a:custGeom>
              <a:rect b="b" l="l" r="r" t="t"/>
              <a:pathLst>
                <a:path extrusionOk="0" h="313567" w="215176">
                  <a:moveTo>
                    <a:pt x="122760" y="266809"/>
                  </a:move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5"/>
                    <a:pt x="91726" y="75863"/>
                  </a:cubicBezTo>
                  <a:lnTo>
                    <a:pt x="0" y="75863"/>
                  </a:lnTo>
                  <a:lnTo>
                    <a:pt x="0" y="0"/>
                  </a:lnTo>
                  <a:lnTo>
                    <a:pt x="128968" y="0"/>
                  </a:lnTo>
                  <a:cubicBezTo>
                    <a:pt x="184831" y="0"/>
                    <a:pt x="215177" y="24139"/>
                    <a:pt x="215176" y="75863"/>
                  </a:cubicBezTo>
                  <a:lnTo>
                    <a:pt x="215176" y="31356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34"/>
            <p:cNvSpPr/>
            <p:nvPr/>
          </p:nvSpPr>
          <p:spPr>
            <a:xfrm rot="8716661">
              <a:off x="8680988" y="4150873"/>
              <a:ext cx="394767" cy="343379"/>
            </a:xfrm>
            <a:custGeom>
              <a:rect b="b" l="l" r="r" t="t"/>
              <a:pathLst>
                <a:path extrusionOk="0" h="343138" w="394490">
                  <a:moveTo>
                    <a:pt x="77932" y="311621"/>
                  </a:moveTo>
                  <a:lnTo>
                    <a:pt x="77932" y="69053"/>
                  </a:lnTo>
                  <a:lnTo>
                    <a:pt x="0" y="69054"/>
                  </a:lnTo>
                  <a:lnTo>
                    <a:pt x="0" y="2156"/>
                  </a:lnTo>
                  <a:lnTo>
                    <a:pt x="158623" y="2157"/>
                  </a:lnTo>
                  <a:lnTo>
                    <a:pt x="158624" y="113882"/>
                  </a:lnTo>
                  <a:lnTo>
                    <a:pt x="160692" y="113882"/>
                  </a:lnTo>
                  <a:cubicBezTo>
                    <a:pt x="182762" y="48364"/>
                    <a:pt x="200003" y="22846"/>
                    <a:pt x="233107" y="9053"/>
                  </a:cubicBezTo>
                  <a:cubicBezTo>
                    <a:pt x="248280" y="2846"/>
                    <a:pt x="264142" y="-602"/>
                    <a:pt x="280694" y="87"/>
                  </a:cubicBezTo>
                  <a:cubicBezTo>
                    <a:pt x="351730" y="-1293"/>
                    <a:pt x="394490" y="48364"/>
                    <a:pt x="394490" y="133882"/>
                  </a:cubicBezTo>
                  <a:lnTo>
                    <a:pt x="394490" y="142849"/>
                  </a:lnTo>
                  <a:lnTo>
                    <a:pt x="300694" y="148365"/>
                  </a:lnTo>
                  <a:lnTo>
                    <a:pt x="300694" y="123538"/>
                  </a:lnTo>
                  <a:cubicBezTo>
                    <a:pt x="300695" y="86296"/>
                    <a:pt x="279316" y="60778"/>
                    <a:pt x="249660" y="60778"/>
                  </a:cubicBezTo>
                  <a:cubicBezTo>
                    <a:pt x="205521" y="60778"/>
                    <a:pt x="168968" y="119399"/>
                    <a:pt x="168969" y="193194"/>
                  </a:cubicBezTo>
                  <a:lnTo>
                    <a:pt x="168969" y="323541"/>
                  </a:lnTo>
                  <a:lnTo>
                    <a:pt x="140226" y="34313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34"/>
            <p:cNvSpPr/>
            <p:nvPr/>
          </p:nvSpPr>
          <p:spPr>
            <a:xfrm rot="8716661">
              <a:off x="8646902" y="4143215"/>
              <a:ext cx="121149" cy="89987"/>
            </a:xfrm>
            <a:custGeom>
              <a:rect b="b" l="l" r="r" t="t"/>
              <a:pathLst>
                <a:path extrusionOk="0" h="89924" w="121064">
                  <a:moveTo>
                    <a:pt x="0" y="39250"/>
                  </a:moveTo>
                  <a:lnTo>
                    <a:pt x="32528" y="13621"/>
                  </a:lnTo>
                  <a:cubicBezTo>
                    <a:pt x="46580" y="6380"/>
                    <a:pt x="62098" y="1724"/>
                    <a:pt x="78305" y="0"/>
                  </a:cubicBezTo>
                  <a:cubicBezTo>
                    <a:pt x="111409" y="0"/>
                    <a:pt x="121065" y="28966"/>
                    <a:pt x="121064" y="51035"/>
                  </a:cubicBezTo>
                  <a:cubicBezTo>
                    <a:pt x="120030" y="63105"/>
                    <a:pt x="115546" y="74139"/>
                    <a:pt x="108563" y="83363"/>
                  </a:cubicBezTo>
                  <a:lnTo>
                    <a:pt x="100159" y="8992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34"/>
            <p:cNvSpPr/>
            <p:nvPr/>
          </p:nvSpPr>
          <p:spPr>
            <a:xfrm rot="8716661">
              <a:off x="8360576" y="4203900"/>
              <a:ext cx="88167" cy="88340"/>
            </a:xfrm>
            <a:custGeom>
              <a:rect b="b" l="l" r="r" t="t"/>
              <a:pathLst>
                <a:path extrusionOk="0" h="88278" w="88105">
                  <a:moveTo>
                    <a:pt x="11702" y="72544"/>
                  </a:moveTo>
                  <a:lnTo>
                    <a:pt x="0" y="44829"/>
                  </a:lnTo>
                  <a:lnTo>
                    <a:pt x="0" y="44139"/>
                  </a:lnTo>
                  <a:cubicBezTo>
                    <a:pt x="0" y="32415"/>
                    <a:pt x="4828" y="21380"/>
                    <a:pt x="13104" y="13104"/>
                  </a:cubicBezTo>
                  <a:cubicBezTo>
                    <a:pt x="21380" y="4828"/>
                    <a:pt x="32415" y="0"/>
                    <a:pt x="44139" y="0"/>
                  </a:cubicBezTo>
                  <a:cubicBezTo>
                    <a:pt x="55864" y="0"/>
                    <a:pt x="66899" y="4828"/>
                    <a:pt x="75175" y="13104"/>
                  </a:cubicBezTo>
                  <a:cubicBezTo>
                    <a:pt x="92416" y="29657"/>
                    <a:pt x="92416" y="57933"/>
                    <a:pt x="75175" y="75175"/>
                  </a:cubicBezTo>
                  <a:cubicBezTo>
                    <a:pt x="66899" y="83451"/>
                    <a:pt x="55864" y="88278"/>
                    <a:pt x="44139" y="88278"/>
                  </a:cubicBezTo>
                  <a:lnTo>
                    <a:pt x="37752" y="8572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34"/>
            <p:cNvSpPr/>
            <p:nvPr/>
          </p:nvSpPr>
          <p:spPr>
            <a:xfrm rot="8716661">
              <a:off x="8270398" y="4208799"/>
              <a:ext cx="54505" cy="27576"/>
            </a:xfrm>
            <a:custGeom>
              <a:rect b="b" l="l" r="r" t="t"/>
              <a:pathLst>
                <a:path extrusionOk="0" h="27557" w="54467">
                  <a:moveTo>
                    <a:pt x="0" y="0"/>
                  </a:moveTo>
                  <a:lnTo>
                    <a:pt x="54467" y="0"/>
                  </a:lnTo>
                  <a:lnTo>
                    <a:pt x="54467" y="2755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34"/>
            <p:cNvSpPr/>
            <p:nvPr/>
          </p:nvSpPr>
          <p:spPr>
            <a:xfrm rot="8716038">
              <a:off x="8503588" y="4269462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34"/>
            <p:cNvSpPr/>
            <p:nvPr/>
          </p:nvSpPr>
          <p:spPr>
            <a:xfrm rot="8716661">
              <a:off x="8994870" y="4078374"/>
              <a:ext cx="137785" cy="132571"/>
            </a:xfrm>
            <a:custGeom>
              <a:rect b="b" l="l" r="r" t="t"/>
              <a:pathLst>
                <a:path extrusionOk="0" h="132478" w="137688">
                  <a:moveTo>
                    <a:pt x="46653" y="86420"/>
                  </a:moveTo>
                  <a:lnTo>
                    <a:pt x="46653" y="24828"/>
                  </a:lnTo>
                  <a:lnTo>
                    <a:pt x="0" y="24828"/>
                  </a:lnTo>
                  <a:lnTo>
                    <a:pt x="15342" y="2695"/>
                  </a:lnTo>
                  <a:lnTo>
                    <a:pt x="137688" y="0"/>
                  </a:lnTo>
                  <a:lnTo>
                    <a:pt x="137688" y="13247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34"/>
            <p:cNvSpPr/>
            <p:nvPr/>
          </p:nvSpPr>
          <p:spPr>
            <a:xfrm rot="7483339">
              <a:off x="9136816" y="4228701"/>
              <a:ext cx="8398" cy="13077"/>
            </a:xfrm>
            <a:custGeom>
              <a:rect b="b" l="l" r="r" t="t"/>
              <a:pathLst>
                <a:path extrusionOk="0" h="13068" w="8392">
                  <a:moveTo>
                    <a:pt x="3897" y="13068"/>
                  </a:moveTo>
                  <a:lnTo>
                    <a:pt x="0" y="5818"/>
                  </a:lnTo>
                  <a:lnTo>
                    <a:pt x="8392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34"/>
            <p:cNvSpPr/>
            <p:nvPr/>
          </p:nvSpPr>
          <p:spPr>
            <a:xfrm rot="8716661">
              <a:off x="8839280" y="5117258"/>
              <a:ext cx="37122" cy="40413"/>
            </a:xfrm>
            <a:custGeom>
              <a:rect b="b" l="l" r="r" t="t"/>
              <a:pathLst>
                <a:path extrusionOk="0" h="40385" w="37096">
                  <a:moveTo>
                    <a:pt x="37095" y="25713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37096" y="25713"/>
                  </a:lnTo>
                  <a:close/>
                  <a:moveTo>
                    <a:pt x="0" y="40385"/>
                  </a:moveTo>
                  <a:lnTo>
                    <a:pt x="0" y="28525"/>
                  </a:lnTo>
                  <a:lnTo>
                    <a:pt x="9740" y="3653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34"/>
            <p:cNvSpPr/>
            <p:nvPr/>
          </p:nvSpPr>
          <p:spPr>
            <a:xfrm rot="8716661">
              <a:off x="8967075" y="4971497"/>
              <a:ext cx="231510" cy="158761"/>
            </a:xfrm>
            <a:custGeom>
              <a:rect b="b" l="l" r="r" t="t"/>
              <a:pathLst>
                <a:path extrusionOk="0" h="158649" w="231347">
                  <a:moveTo>
                    <a:pt x="8965" y="158649"/>
                  </a:moveTo>
                  <a:lnTo>
                    <a:pt x="0" y="146235"/>
                  </a:lnTo>
                  <a:lnTo>
                    <a:pt x="155416" y="0"/>
                  </a:lnTo>
                  <a:lnTo>
                    <a:pt x="231347" y="6243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34"/>
            <p:cNvSpPr/>
            <p:nvPr/>
          </p:nvSpPr>
          <p:spPr>
            <a:xfrm rot="8716661">
              <a:off x="8555723" y="4871028"/>
              <a:ext cx="249694" cy="296671"/>
            </a:xfrm>
            <a:custGeom>
              <a:rect b="b" l="l" r="r" t="t"/>
              <a:pathLst>
                <a:path extrusionOk="0" h="296463" w="249519">
                  <a:moveTo>
                    <a:pt x="249516" y="83734"/>
                  </a:moveTo>
                  <a:lnTo>
                    <a:pt x="128718" y="0"/>
                  </a:lnTo>
                  <a:lnTo>
                    <a:pt x="128719" y="0"/>
                  </a:lnTo>
                  <a:lnTo>
                    <a:pt x="249519" y="83734"/>
                  </a:lnTo>
                  <a:close/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78196" y="0"/>
                  </a:lnTo>
                  <a:lnTo>
                    <a:pt x="203756" y="10323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34"/>
            <p:cNvSpPr/>
            <p:nvPr/>
          </p:nvSpPr>
          <p:spPr>
            <a:xfrm rot="8716661">
              <a:off x="9124149" y="4842254"/>
              <a:ext cx="37085" cy="48975"/>
            </a:xfrm>
            <a:custGeom>
              <a:rect b="b" l="l" r="r" t="t"/>
              <a:pathLst>
                <a:path extrusionOk="0" h="48941" w="37059">
                  <a:moveTo>
                    <a:pt x="0" y="48941"/>
                  </a:moveTo>
                  <a:lnTo>
                    <a:pt x="33925" y="0"/>
                  </a:lnTo>
                  <a:lnTo>
                    <a:pt x="37059" y="7460"/>
                  </a:lnTo>
                  <a:cubicBezTo>
                    <a:pt x="37059" y="18753"/>
                    <a:pt x="32749" y="30133"/>
                    <a:pt x="24128" y="38754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34"/>
            <p:cNvSpPr/>
            <p:nvPr/>
          </p:nvSpPr>
          <p:spPr>
            <a:xfrm rot="8716661">
              <a:off x="8946067" y="4530088"/>
              <a:ext cx="235432" cy="296671"/>
            </a:xfrm>
            <a:custGeom>
              <a:rect b="b" l="l" r="r" t="t"/>
              <a:pathLst>
                <a:path extrusionOk="0" h="296463" w="235267">
                  <a:moveTo>
                    <a:pt x="64028" y="296463"/>
                  </a:moveTo>
                  <a:lnTo>
                    <a:pt x="0" y="177341"/>
                  </a:lnTo>
                  <a:lnTo>
                    <a:pt x="122928" y="0"/>
                  </a:lnTo>
                  <a:lnTo>
                    <a:pt x="235266" y="0"/>
                  </a:lnTo>
                  <a:lnTo>
                    <a:pt x="235267" y="83734"/>
                  </a:lnTo>
                  <a:lnTo>
                    <a:pt x="137200" y="83735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34"/>
            <p:cNvSpPr/>
            <p:nvPr/>
          </p:nvSpPr>
          <p:spPr>
            <a:xfrm rot="8711490">
              <a:off x="8906671" y="4661022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34"/>
            <p:cNvSpPr/>
            <p:nvPr/>
          </p:nvSpPr>
          <p:spPr>
            <a:xfrm rot="-8513943">
              <a:off x="7765539" y="4253457"/>
              <a:ext cx="72881" cy="75598"/>
            </a:xfrm>
            <a:custGeom>
              <a:rect b="b" l="l" r="r" t="t"/>
              <a:pathLst>
                <a:path extrusionOk="0" h="75543" w="72828">
                  <a:moveTo>
                    <a:pt x="0" y="75543"/>
                  </a:moveTo>
                  <a:lnTo>
                    <a:pt x="0" y="37783"/>
                  </a:lnTo>
                  <a:lnTo>
                    <a:pt x="72828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34"/>
            <p:cNvSpPr/>
            <p:nvPr/>
          </p:nvSpPr>
          <p:spPr>
            <a:xfrm rot="8716661">
              <a:off x="7196447" y="4734905"/>
              <a:ext cx="215328" cy="351976"/>
            </a:xfrm>
            <a:custGeom>
              <a:rect b="b" l="l" r="r" t="t"/>
              <a:pathLst>
                <a:path extrusionOk="0" h="351729" w="215177">
                  <a:moveTo>
                    <a:pt x="122761" y="351729"/>
                  </a:move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5"/>
                    <a:pt x="91726" y="75863"/>
                  </a:cubicBezTo>
                  <a:lnTo>
                    <a:pt x="0" y="75863"/>
                  </a:lnTo>
                  <a:lnTo>
                    <a:pt x="0" y="0"/>
                  </a:lnTo>
                  <a:lnTo>
                    <a:pt x="20033" y="0"/>
                  </a:lnTo>
                  <a:lnTo>
                    <a:pt x="215177" y="160452"/>
                  </a:lnTo>
                  <a:lnTo>
                    <a:pt x="215176" y="31517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34"/>
            <p:cNvSpPr/>
            <p:nvPr/>
          </p:nvSpPr>
          <p:spPr>
            <a:xfrm rot="8716661">
              <a:off x="7519578" y="4714114"/>
              <a:ext cx="185798" cy="383725"/>
            </a:xfrm>
            <a:custGeom>
              <a:rect b="b" l="l" r="r" t="t"/>
              <a:pathLst>
                <a:path extrusionOk="0" h="383455" w="185667">
                  <a:moveTo>
                    <a:pt x="77932" y="383455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33456" y="0"/>
                  </a:lnTo>
                  <a:lnTo>
                    <a:pt x="158623" y="102916"/>
                  </a:lnTo>
                  <a:lnTo>
                    <a:pt x="158623" y="111726"/>
                  </a:lnTo>
                  <a:lnTo>
                    <a:pt x="160692" y="111726"/>
                  </a:lnTo>
                  <a:lnTo>
                    <a:pt x="162749" y="106308"/>
                  </a:lnTo>
                  <a:lnTo>
                    <a:pt x="185667" y="125152"/>
                  </a:lnTo>
                  <a:lnTo>
                    <a:pt x="168969" y="191038"/>
                  </a:lnTo>
                  <a:lnTo>
                    <a:pt x="168969" y="321385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34"/>
            <p:cNvSpPr/>
            <p:nvPr/>
          </p:nvSpPr>
          <p:spPr>
            <a:xfrm rot="8716038">
              <a:off x="7265343" y="4648405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34"/>
            <p:cNvSpPr/>
            <p:nvPr/>
          </p:nvSpPr>
          <p:spPr>
            <a:xfrm rot="8716038">
              <a:off x="7028040" y="4868738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34"/>
            <p:cNvSpPr/>
            <p:nvPr/>
          </p:nvSpPr>
          <p:spPr>
            <a:xfrm rot="8718291">
              <a:off x="6839644" y="4553097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34"/>
            <p:cNvSpPr/>
            <p:nvPr/>
          </p:nvSpPr>
          <p:spPr>
            <a:xfrm rot="8716661">
              <a:off x="6821091" y="4356268"/>
              <a:ext cx="440210" cy="511823"/>
            </a:xfrm>
            <a:custGeom>
              <a:rect b="b" l="l" r="r" t="t"/>
              <a:pathLst>
                <a:path extrusionOk="0" h="511464" w="439901">
                  <a:moveTo>
                    <a:pt x="1873" y="384681"/>
                  </a:moveTo>
                  <a:lnTo>
                    <a:pt x="1725" y="383648"/>
                  </a:lnTo>
                  <a:cubicBezTo>
                    <a:pt x="501" y="368162"/>
                    <a:pt x="0" y="351298"/>
                    <a:pt x="0" y="333043"/>
                  </a:cubicBezTo>
                  <a:lnTo>
                    <a:pt x="0" y="61444"/>
                  </a:lnTo>
                  <a:lnTo>
                    <a:pt x="118434" y="0"/>
                  </a:lnTo>
                  <a:lnTo>
                    <a:pt x="120216" y="248447"/>
                  </a:lnTo>
                  <a:cubicBezTo>
                    <a:pt x="117545" y="298315"/>
                    <a:pt x="125558" y="349072"/>
                    <a:pt x="141587" y="396268"/>
                  </a:cubicBezTo>
                  <a:cubicBezTo>
                    <a:pt x="155836" y="435450"/>
                    <a:pt x="192346" y="455041"/>
                    <a:pt x="248446" y="455041"/>
                  </a:cubicBezTo>
                  <a:cubicBezTo>
                    <a:pt x="276051" y="454150"/>
                    <a:pt x="302766" y="448807"/>
                    <a:pt x="328590" y="440793"/>
                  </a:cubicBezTo>
                  <a:cubicBezTo>
                    <a:pt x="365990" y="429216"/>
                    <a:pt x="402501" y="414078"/>
                    <a:pt x="438120" y="396268"/>
                  </a:cubicBezTo>
                  <a:cubicBezTo>
                    <a:pt x="439010" y="399830"/>
                    <a:pt x="439901" y="404282"/>
                    <a:pt x="439901" y="407844"/>
                  </a:cubicBezTo>
                  <a:lnTo>
                    <a:pt x="439901" y="416749"/>
                  </a:lnTo>
                  <a:cubicBezTo>
                    <a:pt x="392705" y="457267"/>
                    <a:pt x="338163" y="484649"/>
                    <a:pt x="286180" y="502459"/>
                  </a:cubicBezTo>
                  <a:lnTo>
                    <a:pt x="252462" y="51146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34"/>
            <p:cNvSpPr/>
            <p:nvPr/>
          </p:nvSpPr>
          <p:spPr>
            <a:xfrm rot="8716038">
              <a:off x="7635484" y="4356131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34"/>
            <p:cNvSpPr/>
            <p:nvPr/>
          </p:nvSpPr>
          <p:spPr>
            <a:xfrm rot="8716038">
              <a:off x="7770799" y="4400395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34"/>
            <p:cNvSpPr/>
            <p:nvPr/>
          </p:nvSpPr>
          <p:spPr>
            <a:xfrm rot="8716038">
              <a:off x="7465604" y="449012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34"/>
            <p:cNvSpPr/>
            <p:nvPr/>
          </p:nvSpPr>
          <p:spPr>
            <a:xfrm rot="8716661">
              <a:off x="7313280" y="4314134"/>
              <a:ext cx="308749" cy="142840"/>
            </a:xfrm>
            <a:custGeom>
              <a:rect b="b" l="l" r="r" t="t"/>
              <a:pathLst>
                <a:path extrusionOk="0" h="142740" w="308532">
                  <a:moveTo>
                    <a:pt x="0" y="46525"/>
                  </a:moveTo>
                  <a:lnTo>
                    <a:pt x="0" y="0"/>
                  </a:lnTo>
                  <a:lnTo>
                    <a:pt x="308532" y="0"/>
                  </a:lnTo>
                  <a:lnTo>
                    <a:pt x="308532" y="83734"/>
                  </a:lnTo>
                  <a:lnTo>
                    <a:pt x="210465" y="83734"/>
                  </a:lnTo>
                  <a:lnTo>
                    <a:pt x="190169" y="142740"/>
                  </a:lnTo>
                  <a:lnTo>
                    <a:pt x="100662" y="97454"/>
                  </a:lnTo>
                  <a:lnTo>
                    <a:pt x="105610" y="83734"/>
                  </a:lnTo>
                  <a:lnTo>
                    <a:pt x="73544" y="8373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34"/>
            <p:cNvSpPr/>
            <p:nvPr/>
          </p:nvSpPr>
          <p:spPr>
            <a:xfrm rot="8716038">
              <a:off x="7602096" y="4552128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34"/>
            <p:cNvSpPr/>
            <p:nvPr/>
          </p:nvSpPr>
          <p:spPr>
            <a:xfrm rot="8716661">
              <a:off x="7233688" y="4339128"/>
              <a:ext cx="113010" cy="98298"/>
            </a:xfrm>
            <a:custGeom>
              <a:rect b="b" l="l" r="r" t="t"/>
              <a:pathLst>
                <a:path extrusionOk="0" h="98229" w="112931">
                  <a:moveTo>
                    <a:pt x="0" y="49475"/>
                  </a:moveTo>
                  <a:lnTo>
                    <a:pt x="13559" y="17362"/>
                  </a:lnTo>
                  <a:cubicBezTo>
                    <a:pt x="24524" y="6397"/>
                    <a:pt x="39145" y="0"/>
                    <a:pt x="54678" y="0"/>
                  </a:cubicBezTo>
                  <a:cubicBezTo>
                    <a:pt x="70213" y="0"/>
                    <a:pt x="84833" y="6397"/>
                    <a:pt x="95798" y="17362"/>
                  </a:cubicBezTo>
                  <a:cubicBezTo>
                    <a:pt x="107220" y="28327"/>
                    <a:pt x="112931" y="43176"/>
                    <a:pt x="112931" y="58139"/>
                  </a:cubicBezTo>
                  <a:lnTo>
                    <a:pt x="96365" y="9822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34"/>
            <p:cNvSpPr/>
            <p:nvPr/>
          </p:nvSpPr>
          <p:spPr>
            <a:xfrm rot="7483339">
              <a:off x="7764894" y="4837206"/>
              <a:ext cx="295374" cy="296671"/>
            </a:xfrm>
            <a:custGeom>
              <a:rect b="b" l="l" r="r" t="t"/>
              <a:pathLst>
                <a:path extrusionOk="0" h="296463" w="295167">
                  <a:moveTo>
                    <a:pt x="295165" y="83734"/>
                  </a:moveTo>
                  <a:lnTo>
                    <a:pt x="237109" y="0"/>
                  </a:lnTo>
                  <a:lnTo>
                    <a:pt x="237110" y="0"/>
                  </a:lnTo>
                  <a:lnTo>
                    <a:pt x="295167" y="83734"/>
                  </a:lnTo>
                  <a:close/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126381" y="0"/>
                  </a:lnTo>
                  <a:lnTo>
                    <a:pt x="197160" y="122416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34"/>
            <p:cNvSpPr/>
            <p:nvPr/>
          </p:nvSpPr>
          <p:spPr>
            <a:xfrm rot="-8513943">
              <a:off x="8004614" y="4814027"/>
              <a:ext cx="409403" cy="218222"/>
            </a:xfrm>
            <a:custGeom>
              <a:rect b="b" l="l" r="r" t="t"/>
              <a:pathLst>
                <a:path extrusionOk="0" h="218063" w="409104">
                  <a:moveTo>
                    <a:pt x="409104" y="110916"/>
                  </a:moveTo>
                  <a:cubicBezTo>
                    <a:pt x="320577" y="186915"/>
                    <a:pt x="204490" y="213641"/>
                    <a:pt x="135172" y="217816"/>
                  </a:cubicBezTo>
                  <a:cubicBezTo>
                    <a:pt x="96755" y="220322"/>
                    <a:pt x="59173" y="203619"/>
                    <a:pt x="32447" y="176058"/>
                  </a:cubicBezTo>
                  <a:cubicBezTo>
                    <a:pt x="18249" y="162278"/>
                    <a:pt x="9272" y="143487"/>
                    <a:pt x="3843" y="119581"/>
                  </a:cubicBezTo>
                  <a:lnTo>
                    <a:pt x="0" y="73735"/>
                  </a:lnTo>
                  <a:lnTo>
                    <a:pt x="111583" y="0"/>
                  </a:lnTo>
                  <a:lnTo>
                    <a:pt x="112727" y="23329"/>
                  </a:lnTo>
                  <a:cubicBezTo>
                    <a:pt x="116171" y="46609"/>
                    <a:pt x="121808" y="69576"/>
                    <a:pt x="129325" y="91708"/>
                  </a:cubicBezTo>
                  <a:cubicBezTo>
                    <a:pt x="142689" y="128454"/>
                    <a:pt x="176930" y="146828"/>
                    <a:pt x="229544" y="146828"/>
                  </a:cubicBezTo>
                  <a:cubicBezTo>
                    <a:pt x="255435" y="145993"/>
                    <a:pt x="280489" y="140981"/>
                    <a:pt x="304708" y="133466"/>
                  </a:cubicBezTo>
                  <a:cubicBezTo>
                    <a:pt x="339785" y="122608"/>
                    <a:pt x="374027" y="108411"/>
                    <a:pt x="407434" y="91708"/>
                  </a:cubicBezTo>
                  <a:cubicBezTo>
                    <a:pt x="408268" y="95048"/>
                    <a:pt x="409104" y="99224"/>
                    <a:pt x="409104" y="102564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34"/>
            <p:cNvSpPr/>
            <p:nvPr/>
          </p:nvSpPr>
          <p:spPr>
            <a:xfrm rot="8714477">
              <a:off x="8199961" y="4500890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34"/>
            <p:cNvSpPr/>
            <p:nvPr/>
          </p:nvSpPr>
          <p:spPr>
            <a:xfrm rot="8718291">
              <a:off x="8121921" y="4344019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34"/>
            <p:cNvSpPr/>
            <p:nvPr/>
          </p:nvSpPr>
          <p:spPr>
            <a:xfrm rot="8716038">
              <a:off x="7753878" y="4389901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34"/>
            <p:cNvSpPr/>
            <p:nvPr/>
          </p:nvSpPr>
          <p:spPr>
            <a:xfrm rot="8716661">
              <a:off x="8030670" y="4210004"/>
              <a:ext cx="154853" cy="110581"/>
            </a:xfrm>
            <a:custGeom>
              <a:rect b="b" l="l" r="r" t="t"/>
              <a:pathLst>
                <a:path extrusionOk="0" h="110503" w="154744">
                  <a:moveTo>
                    <a:pt x="0" y="34366"/>
                  </a:moveTo>
                  <a:lnTo>
                    <a:pt x="3342" y="26453"/>
                  </a:lnTo>
                  <a:cubicBezTo>
                    <a:pt x="20048" y="9746"/>
                    <a:pt x="42323" y="0"/>
                    <a:pt x="65990" y="0"/>
                  </a:cubicBezTo>
                  <a:cubicBezTo>
                    <a:pt x="89659" y="0"/>
                    <a:pt x="111934" y="9746"/>
                    <a:pt x="128640" y="26453"/>
                  </a:cubicBezTo>
                  <a:cubicBezTo>
                    <a:pt x="146043" y="43159"/>
                    <a:pt x="154744" y="65782"/>
                    <a:pt x="154744" y="88580"/>
                  </a:cubicBezTo>
                  <a:lnTo>
                    <a:pt x="150487" y="11050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1" name="Google Shape;581;p34"/>
          <p:cNvSpPr/>
          <p:nvPr>
            <p:ph idx="2" type="pic"/>
          </p:nvPr>
        </p:nvSpPr>
        <p:spPr>
          <a:xfrm>
            <a:off x="0" y="-1"/>
            <a:ext cx="9153600" cy="4075500"/>
          </a:xfrm>
          <a:prstGeom prst="rect">
            <a:avLst/>
          </a:prstGeom>
          <a:noFill/>
          <a:ln>
            <a:noFill/>
          </a:ln>
        </p:spPr>
      </p:sp>
      <p:pic>
        <p:nvPicPr>
          <p:cNvPr id="582" name="Google Shape;58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6275" y="4150109"/>
            <a:ext cx="2174263" cy="64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 2 - Claire">
  <p:cSld name="Couverture 2 - Claire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5"/>
          <p:cNvSpPr/>
          <p:nvPr/>
        </p:nvSpPr>
        <p:spPr>
          <a:xfrm rot="-5400000">
            <a:off x="6276217" y="2274933"/>
            <a:ext cx="1037443" cy="4698124"/>
          </a:xfrm>
          <a:custGeom>
            <a:rect b="b" l="l" r="r" t="t"/>
            <a:pathLst>
              <a:path extrusionOk="0" h="4698124" w="1037443">
                <a:moveTo>
                  <a:pt x="1037443" y="4698124"/>
                </a:moveTo>
                <a:lnTo>
                  <a:pt x="0" y="4698124"/>
                </a:lnTo>
                <a:lnTo>
                  <a:pt x="38621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5" name="Google Shape;585;p35"/>
          <p:cNvGrpSpPr/>
          <p:nvPr/>
        </p:nvGrpSpPr>
        <p:grpSpPr>
          <a:xfrm>
            <a:off x="4706235" y="4050937"/>
            <a:ext cx="4538794" cy="1229973"/>
            <a:chOff x="4706235" y="4050937"/>
            <a:chExt cx="4538794" cy="1229973"/>
          </a:xfrm>
        </p:grpSpPr>
        <p:sp>
          <p:nvSpPr>
            <p:cNvPr id="586" name="Google Shape;586;p35"/>
            <p:cNvSpPr/>
            <p:nvPr/>
          </p:nvSpPr>
          <p:spPr>
            <a:xfrm rot="8714800">
              <a:off x="8491172" y="4678505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35"/>
            <p:cNvSpPr/>
            <p:nvPr/>
          </p:nvSpPr>
          <p:spPr>
            <a:xfrm rot="8716661">
              <a:off x="5559068" y="4523020"/>
              <a:ext cx="215328" cy="303369"/>
            </a:xfrm>
            <a:custGeom>
              <a:rect b="b" l="l" r="r" t="t"/>
              <a:pathLst>
                <a:path extrusionOk="0" h="303156" w="215177">
                  <a:moveTo>
                    <a:pt x="122761" y="256399"/>
                  </a:move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5"/>
                    <a:pt x="91726" y="75863"/>
                  </a:cubicBezTo>
                  <a:lnTo>
                    <a:pt x="0" y="75863"/>
                  </a:lnTo>
                  <a:lnTo>
                    <a:pt x="0" y="0"/>
                  </a:lnTo>
                  <a:lnTo>
                    <a:pt x="128968" y="0"/>
                  </a:lnTo>
                  <a:cubicBezTo>
                    <a:pt x="184831" y="0"/>
                    <a:pt x="215176" y="24139"/>
                    <a:pt x="215177" y="75863"/>
                  </a:cubicBezTo>
                  <a:lnTo>
                    <a:pt x="215176" y="303156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35"/>
            <p:cNvSpPr/>
            <p:nvPr/>
          </p:nvSpPr>
          <p:spPr>
            <a:xfrm rot="8716661">
              <a:off x="5692609" y="4561379"/>
              <a:ext cx="393880" cy="335241"/>
            </a:xfrm>
            <a:custGeom>
              <a:rect b="b" l="l" r="r" t="t"/>
              <a:pathLst>
                <a:path extrusionOk="0" h="335006" w="393603">
                  <a:moveTo>
                    <a:pt x="77932" y="299055"/>
                  </a:moveTo>
                  <a:lnTo>
                    <a:pt x="77932" y="66897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1"/>
                  </a:lnTo>
                  <a:lnTo>
                    <a:pt x="158623" y="111726"/>
                  </a:lnTo>
                  <a:lnTo>
                    <a:pt x="160692" y="111726"/>
                  </a:lnTo>
                  <a:cubicBezTo>
                    <a:pt x="171727" y="78967"/>
                    <a:pt x="181555" y="56208"/>
                    <a:pt x="192762" y="39915"/>
                  </a:cubicBezTo>
                  <a:lnTo>
                    <a:pt x="231959" y="7837"/>
                  </a:lnTo>
                  <a:lnTo>
                    <a:pt x="393603" y="140745"/>
                  </a:lnTo>
                  <a:lnTo>
                    <a:pt x="300695" y="146210"/>
                  </a:lnTo>
                  <a:lnTo>
                    <a:pt x="300694" y="121382"/>
                  </a:lnTo>
                  <a:cubicBezTo>
                    <a:pt x="300695" y="84140"/>
                    <a:pt x="279316" y="58622"/>
                    <a:pt x="249659" y="58622"/>
                  </a:cubicBezTo>
                  <a:cubicBezTo>
                    <a:pt x="205521" y="58621"/>
                    <a:pt x="168969" y="117244"/>
                    <a:pt x="168969" y="191038"/>
                  </a:cubicBezTo>
                  <a:lnTo>
                    <a:pt x="168969" y="321385"/>
                  </a:lnTo>
                  <a:lnTo>
                    <a:pt x="148991" y="335006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35"/>
            <p:cNvSpPr/>
            <p:nvPr/>
          </p:nvSpPr>
          <p:spPr>
            <a:xfrm rot="8716661">
              <a:off x="5659145" y="4556382"/>
              <a:ext cx="113097" cy="83667"/>
            </a:xfrm>
            <a:custGeom>
              <a:rect b="b" l="l" r="r" t="t"/>
              <a:pathLst>
                <a:path extrusionOk="0" h="83608" w="113018">
                  <a:moveTo>
                    <a:pt x="0" y="32910"/>
                  </a:moveTo>
                  <a:lnTo>
                    <a:pt x="24482" y="13621"/>
                  </a:lnTo>
                  <a:cubicBezTo>
                    <a:pt x="38534" y="6380"/>
                    <a:pt x="54052" y="1725"/>
                    <a:pt x="70259" y="0"/>
                  </a:cubicBezTo>
                  <a:cubicBezTo>
                    <a:pt x="103363" y="0"/>
                    <a:pt x="113018" y="28966"/>
                    <a:pt x="113018" y="51035"/>
                  </a:cubicBezTo>
                  <a:cubicBezTo>
                    <a:pt x="111984" y="63105"/>
                    <a:pt x="107501" y="74139"/>
                    <a:pt x="100518" y="83363"/>
                  </a:cubicBezTo>
                  <a:lnTo>
                    <a:pt x="100204" y="8360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35"/>
            <p:cNvSpPr/>
            <p:nvPr/>
          </p:nvSpPr>
          <p:spPr>
            <a:xfrm rot="8716661">
              <a:off x="5371561" y="4613053"/>
              <a:ext cx="88167" cy="83910"/>
            </a:xfrm>
            <a:custGeom>
              <a:rect b="b" l="l" r="r" t="t"/>
              <a:pathLst>
                <a:path extrusionOk="0" h="83851" w="88105">
                  <a:moveTo>
                    <a:pt x="6112" y="59305"/>
                  </a:moveTo>
                  <a:lnTo>
                    <a:pt x="0" y="44829"/>
                  </a:lnTo>
                  <a:lnTo>
                    <a:pt x="0" y="44139"/>
                  </a:lnTo>
                  <a:cubicBezTo>
                    <a:pt x="0" y="32415"/>
                    <a:pt x="4828" y="21380"/>
                    <a:pt x="13104" y="13104"/>
                  </a:cubicBezTo>
                  <a:cubicBezTo>
                    <a:pt x="21380" y="4828"/>
                    <a:pt x="32415" y="0"/>
                    <a:pt x="44139" y="0"/>
                  </a:cubicBezTo>
                  <a:cubicBezTo>
                    <a:pt x="55864" y="0"/>
                    <a:pt x="66899" y="4828"/>
                    <a:pt x="75175" y="13104"/>
                  </a:cubicBezTo>
                  <a:cubicBezTo>
                    <a:pt x="92416" y="29657"/>
                    <a:pt x="92416" y="57933"/>
                    <a:pt x="75175" y="75175"/>
                  </a:cubicBezTo>
                  <a:lnTo>
                    <a:pt x="54626" y="83851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35"/>
            <p:cNvSpPr/>
            <p:nvPr/>
          </p:nvSpPr>
          <p:spPr>
            <a:xfrm rot="8716661">
              <a:off x="5473556" y="4706634"/>
              <a:ext cx="91099" cy="188291"/>
            </a:xfrm>
            <a:custGeom>
              <a:rect b="b" l="l" r="r" t="t"/>
              <a:pathLst>
                <a:path extrusionOk="0" h="188159" w="91035">
                  <a:moveTo>
                    <a:pt x="91035" y="188159"/>
                  </a:moveTo>
                  <a:lnTo>
                    <a:pt x="0" y="100571"/>
                  </a:lnTo>
                  <a:lnTo>
                    <a:pt x="0" y="0"/>
                  </a:lnTo>
                  <a:lnTo>
                    <a:pt x="91035" y="74852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35"/>
            <p:cNvSpPr/>
            <p:nvPr/>
          </p:nvSpPr>
          <p:spPr>
            <a:xfrm rot="8716661">
              <a:off x="6218831" y="4454575"/>
              <a:ext cx="171138" cy="106590"/>
            </a:xfrm>
            <a:custGeom>
              <a:rect b="b" l="l" r="r" t="t"/>
              <a:pathLst>
                <a:path extrusionOk="0" h="106515" w="171018">
                  <a:moveTo>
                    <a:pt x="0" y="19991"/>
                  </a:moveTo>
                  <a:lnTo>
                    <a:pt x="13365" y="9053"/>
                  </a:lnTo>
                  <a:cubicBezTo>
                    <a:pt x="28538" y="2846"/>
                    <a:pt x="44400" y="-602"/>
                    <a:pt x="60952" y="87"/>
                  </a:cubicBezTo>
                  <a:cubicBezTo>
                    <a:pt x="114229" y="-948"/>
                    <a:pt x="151600" y="26725"/>
                    <a:pt x="166956" y="76705"/>
                  </a:cubicBezTo>
                  <a:lnTo>
                    <a:pt x="171018" y="106515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35"/>
            <p:cNvSpPr/>
            <p:nvPr/>
          </p:nvSpPr>
          <p:spPr>
            <a:xfrm rot="8716661">
              <a:off x="6005866" y="4487612"/>
              <a:ext cx="156665" cy="122153"/>
            </a:xfrm>
            <a:custGeom>
              <a:rect b="b" l="l" r="r" t="t"/>
              <a:pathLst>
                <a:path extrusionOk="0" h="122067" w="156555">
                  <a:moveTo>
                    <a:pt x="65519" y="76009"/>
                  </a:moveTo>
                  <a:lnTo>
                    <a:pt x="65519" y="24828"/>
                  </a:lnTo>
                  <a:lnTo>
                    <a:pt x="0" y="24828"/>
                  </a:lnTo>
                  <a:lnTo>
                    <a:pt x="0" y="3449"/>
                  </a:lnTo>
                  <a:cubicBezTo>
                    <a:pt x="49656" y="5517"/>
                    <a:pt x="101381" y="1379"/>
                    <a:pt x="156555" y="0"/>
                  </a:cubicBezTo>
                  <a:lnTo>
                    <a:pt x="156554" y="12206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35"/>
            <p:cNvSpPr/>
            <p:nvPr/>
          </p:nvSpPr>
          <p:spPr>
            <a:xfrm rot="7483339">
              <a:off x="6103176" y="4586537"/>
              <a:ext cx="308749" cy="296672"/>
            </a:xfrm>
            <a:custGeom>
              <a:rect b="b" l="l" r="r" t="t"/>
              <a:pathLst>
                <a:path extrusionOk="0" h="296464" w="308532">
                  <a:moveTo>
                    <a:pt x="137293" y="296464"/>
                  </a:moveTo>
                  <a:lnTo>
                    <a:pt x="72419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265017" y="0"/>
                  </a:lnTo>
                  <a:lnTo>
                    <a:pt x="308532" y="75260"/>
                  </a:lnTo>
                  <a:lnTo>
                    <a:pt x="308532" y="83734"/>
                  </a:lnTo>
                  <a:lnTo>
                    <a:pt x="210466" y="8373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35"/>
            <p:cNvSpPr/>
            <p:nvPr/>
          </p:nvSpPr>
          <p:spPr>
            <a:xfrm rot="-8513943">
              <a:off x="6309167" y="4543641"/>
              <a:ext cx="412870" cy="360211"/>
            </a:xfrm>
            <a:custGeom>
              <a:rect b="b" l="l" r="r" t="t"/>
              <a:pathLst>
                <a:path extrusionOk="0" h="359948" w="412568">
                  <a:moveTo>
                    <a:pt x="412568" y="252801"/>
                  </a:moveTo>
                  <a:cubicBezTo>
                    <a:pt x="324041" y="328800"/>
                    <a:pt x="207954" y="355526"/>
                    <a:pt x="138636" y="359701"/>
                  </a:cubicBezTo>
                  <a:cubicBezTo>
                    <a:pt x="100219" y="362207"/>
                    <a:pt x="62637" y="345504"/>
                    <a:pt x="35911" y="317943"/>
                  </a:cubicBezTo>
                  <a:cubicBezTo>
                    <a:pt x="7516" y="290383"/>
                    <a:pt x="0" y="242779"/>
                    <a:pt x="0" y="174296"/>
                  </a:cubicBezTo>
                  <a:lnTo>
                    <a:pt x="0" y="74054"/>
                  </a:lnTo>
                  <a:lnTo>
                    <a:pt x="112066" y="0"/>
                  </a:lnTo>
                  <a:lnTo>
                    <a:pt x="112747" y="94956"/>
                  </a:lnTo>
                  <a:cubicBezTo>
                    <a:pt x="110241" y="141725"/>
                    <a:pt x="117756" y="189329"/>
                    <a:pt x="132789" y="233593"/>
                  </a:cubicBezTo>
                  <a:cubicBezTo>
                    <a:pt x="146153" y="270339"/>
                    <a:pt x="180394" y="288713"/>
                    <a:pt x="233008" y="288713"/>
                  </a:cubicBezTo>
                  <a:cubicBezTo>
                    <a:pt x="258899" y="287878"/>
                    <a:pt x="283953" y="282866"/>
                    <a:pt x="308172" y="275351"/>
                  </a:cubicBezTo>
                  <a:cubicBezTo>
                    <a:pt x="343249" y="264493"/>
                    <a:pt x="377491" y="250296"/>
                    <a:pt x="410898" y="233593"/>
                  </a:cubicBezTo>
                  <a:cubicBezTo>
                    <a:pt x="411732" y="236933"/>
                    <a:pt x="412568" y="241109"/>
                    <a:pt x="412568" y="244449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35"/>
            <p:cNvSpPr/>
            <p:nvPr/>
          </p:nvSpPr>
          <p:spPr>
            <a:xfrm rot="8716661">
              <a:off x="6597390" y="4422561"/>
              <a:ext cx="149149" cy="111142"/>
            </a:xfrm>
            <a:custGeom>
              <a:rect b="b" l="l" r="r" t="t"/>
              <a:pathLst>
                <a:path extrusionOk="0" h="111064" w="149044">
                  <a:moveTo>
                    <a:pt x="0" y="51375"/>
                  </a:moveTo>
                  <a:lnTo>
                    <a:pt x="1002" y="50432"/>
                  </a:lnTo>
                  <a:cubicBezTo>
                    <a:pt x="25404" y="21963"/>
                    <a:pt x="60381" y="4067"/>
                    <a:pt x="98612" y="0"/>
                  </a:cubicBezTo>
                  <a:cubicBezTo>
                    <a:pt x="137657" y="0"/>
                    <a:pt x="149044" y="34164"/>
                    <a:pt x="149044" y="60193"/>
                  </a:cubicBezTo>
                  <a:cubicBezTo>
                    <a:pt x="147824" y="74428"/>
                    <a:pt x="142536" y="87443"/>
                    <a:pt x="134300" y="98322"/>
                  </a:cubicBezTo>
                  <a:lnTo>
                    <a:pt x="117977" y="11106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35"/>
            <p:cNvSpPr/>
            <p:nvPr/>
          </p:nvSpPr>
          <p:spPr>
            <a:xfrm rot="8716661">
              <a:off x="6708014" y="4876169"/>
              <a:ext cx="139384" cy="121412"/>
            </a:xfrm>
            <a:custGeom>
              <a:rect b="b" l="l" r="r" t="t"/>
              <a:pathLst>
                <a:path extrusionOk="0" h="121327" w="139286">
                  <a:moveTo>
                    <a:pt x="26453" y="96267"/>
                  </a:moveTo>
                  <a:cubicBezTo>
                    <a:pt x="9746" y="79561"/>
                    <a:pt x="0" y="57285"/>
                    <a:pt x="0" y="33618"/>
                  </a:cubicBezTo>
                  <a:lnTo>
                    <a:pt x="0" y="32225"/>
                  </a:lnTo>
                  <a:lnTo>
                    <a:pt x="13607" y="0"/>
                  </a:lnTo>
                  <a:lnTo>
                    <a:pt x="139286" y="103337"/>
                  </a:lnTo>
                  <a:lnTo>
                    <a:pt x="123037" y="114366"/>
                  </a:lnTo>
                  <a:cubicBezTo>
                    <a:pt x="112421" y="118890"/>
                    <a:pt x="100935" y="121327"/>
                    <a:pt x="89101" y="121327"/>
                  </a:cubicBezTo>
                  <a:cubicBezTo>
                    <a:pt x="65435" y="121327"/>
                    <a:pt x="43159" y="112973"/>
                    <a:pt x="26453" y="96267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35"/>
            <p:cNvSpPr/>
            <p:nvPr/>
          </p:nvSpPr>
          <p:spPr>
            <a:xfrm rot="8716661">
              <a:off x="4781839" y="4822850"/>
              <a:ext cx="312140" cy="363052"/>
            </a:xfrm>
            <a:custGeom>
              <a:rect b="b" l="l" r="r" t="t"/>
              <a:pathLst>
                <a:path extrusionOk="0" h="362797" w="311921">
                  <a:moveTo>
                    <a:pt x="311920" y="120307"/>
                  </a:moveTo>
                  <a:lnTo>
                    <a:pt x="138360" y="1"/>
                  </a:lnTo>
                  <a:lnTo>
                    <a:pt x="138360" y="0"/>
                  </a:lnTo>
                  <a:lnTo>
                    <a:pt x="311921" y="120307"/>
                  </a:lnTo>
                  <a:close/>
                  <a:moveTo>
                    <a:pt x="0" y="362797"/>
                  </a:moveTo>
                  <a:lnTo>
                    <a:pt x="0" y="320869"/>
                  </a:lnTo>
                  <a:lnTo>
                    <a:pt x="27877" y="34379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35"/>
            <p:cNvSpPr/>
            <p:nvPr/>
          </p:nvSpPr>
          <p:spPr>
            <a:xfrm rot="8716661">
              <a:off x="5132029" y="4737943"/>
              <a:ext cx="148718" cy="131813"/>
            </a:xfrm>
            <a:custGeom>
              <a:rect b="b" l="l" r="r" t="t"/>
              <a:pathLst>
                <a:path extrusionOk="0" h="131720" w="148614">
                  <a:moveTo>
                    <a:pt x="26453" y="106660"/>
                  </a:moveTo>
                  <a:cubicBezTo>
                    <a:pt x="9746" y="89954"/>
                    <a:pt x="0" y="67678"/>
                    <a:pt x="0" y="44011"/>
                  </a:cubicBezTo>
                  <a:lnTo>
                    <a:pt x="0" y="42618"/>
                  </a:lnTo>
                  <a:lnTo>
                    <a:pt x="17995" y="0"/>
                  </a:lnTo>
                  <a:lnTo>
                    <a:pt x="148614" y="107398"/>
                  </a:lnTo>
                  <a:lnTo>
                    <a:pt x="123037" y="124759"/>
                  </a:lnTo>
                  <a:cubicBezTo>
                    <a:pt x="112421" y="129283"/>
                    <a:pt x="100935" y="131720"/>
                    <a:pt x="89101" y="131720"/>
                  </a:cubicBezTo>
                  <a:cubicBezTo>
                    <a:pt x="65435" y="131720"/>
                    <a:pt x="43159" y="123366"/>
                    <a:pt x="26453" y="10666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35"/>
            <p:cNvSpPr/>
            <p:nvPr/>
          </p:nvSpPr>
          <p:spPr>
            <a:xfrm rot="8716661">
              <a:off x="5043455" y="4624907"/>
              <a:ext cx="150828" cy="101095"/>
            </a:xfrm>
            <a:custGeom>
              <a:rect b="b" l="l" r="r" t="t"/>
              <a:pathLst>
                <a:path extrusionOk="0" h="101024" w="150722">
                  <a:moveTo>
                    <a:pt x="0" y="25991"/>
                  </a:moveTo>
                  <a:lnTo>
                    <a:pt x="28034" y="6961"/>
                  </a:lnTo>
                  <a:cubicBezTo>
                    <a:pt x="38649" y="2437"/>
                    <a:pt x="50135" y="0"/>
                    <a:pt x="61968" y="0"/>
                  </a:cubicBezTo>
                  <a:cubicBezTo>
                    <a:pt x="85637" y="0"/>
                    <a:pt x="107912" y="9746"/>
                    <a:pt x="124618" y="26453"/>
                  </a:cubicBezTo>
                  <a:cubicBezTo>
                    <a:pt x="142021" y="43159"/>
                    <a:pt x="150722" y="65782"/>
                    <a:pt x="150722" y="88580"/>
                  </a:cubicBezTo>
                  <a:lnTo>
                    <a:pt x="148306" y="10102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35"/>
            <p:cNvSpPr/>
            <p:nvPr/>
          </p:nvSpPr>
          <p:spPr>
            <a:xfrm rot="8716661">
              <a:off x="8546380" y="4108411"/>
              <a:ext cx="215327" cy="313787"/>
            </a:xfrm>
            <a:custGeom>
              <a:rect b="b" l="l" r="r" t="t"/>
              <a:pathLst>
                <a:path extrusionOk="0" h="313567" w="215176">
                  <a:moveTo>
                    <a:pt x="122760" y="266809"/>
                  </a:move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5"/>
                    <a:pt x="91726" y="75863"/>
                  </a:cubicBezTo>
                  <a:lnTo>
                    <a:pt x="0" y="75863"/>
                  </a:lnTo>
                  <a:lnTo>
                    <a:pt x="0" y="0"/>
                  </a:lnTo>
                  <a:lnTo>
                    <a:pt x="128968" y="0"/>
                  </a:lnTo>
                  <a:cubicBezTo>
                    <a:pt x="184831" y="0"/>
                    <a:pt x="215177" y="24139"/>
                    <a:pt x="215176" y="75863"/>
                  </a:cubicBezTo>
                  <a:lnTo>
                    <a:pt x="215176" y="31356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35"/>
            <p:cNvSpPr/>
            <p:nvPr/>
          </p:nvSpPr>
          <p:spPr>
            <a:xfrm rot="8716661">
              <a:off x="8680988" y="4150873"/>
              <a:ext cx="394767" cy="343379"/>
            </a:xfrm>
            <a:custGeom>
              <a:rect b="b" l="l" r="r" t="t"/>
              <a:pathLst>
                <a:path extrusionOk="0" h="343138" w="394490">
                  <a:moveTo>
                    <a:pt x="77932" y="311621"/>
                  </a:moveTo>
                  <a:lnTo>
                    <a:pt x="77932" y="69053"/>
                  </a:lnTo>
                  <a:lnTo>
                    <a:pt x="0" y="69054"/>
                  </a:lnTo>
                  <a:lnTo>
                    <a:pt x="0" y="2156"/>
                  </a:lnTo>
                  <a:lnTo>
                    <a:pt x="158623" y="2157"/>
                  </a:lnTo>
                  <a:lnTo>
                    <a:pt x="158624" y="113882"/>
                  </a:lnTo>
                  <a:lnTo>
                    <a:pt x="160692" y="113882"/>
                  </a:lnTo>
                  <a:cubicBezTo>
                    <a:pt x="182762" y="48364"/>
                    <a:pt x="200003" y="22846"/>
                    <a:pt x="233107" y="9053"/>
                  </a:cubicBezTo>
                  <a:cubicBezTo>
                    <a:pt x="248280" y="2846"/>
                    <a:pt x="264142" y="-602"/>
                    <a:pt x="280694" y="87"/>
                  </a:cubicBezTo>
                  <a:cubicBezTo>
                    <a:pt x="351730" y="-1293"/>
                    <a:pt x="394490" y="48364"/>
                    <a:pt x="394490" y="133882"/>
                  </a:cubicBezTo>
                  <a:lnTo>
                    <a:pt x="394490" y="142849"/>
                  </a:lnTo>
                  <a:lnTo>
                    <a:pt x="300694" y="148365"/>
                  </a:lnTo>
                  <a:lnTo>
                    <a:pt x="300694" y="123538"/>
                  </a:lnTo>
                  <a:cubicBezTo>
                    <a:pt x="300695" y="86296"/>
                    <a:pt x="279316" y="60778"/>
                    <a:pt x="249660" y="60778"/>
                  </a:cubicBezTo>
                  <a:cubicBezTo>
                    <a:pt x="205521" y="60778"/>
                    <a:pt x="168968" y="119399"/>
                    <a:pt x="168969" y="193194"/>
                  </a:cubicBezTo>
                  <a:lnTo>
                    <a:pt x="168969" y="323541"/>
                  </a:lnTo>
                  <a:lnTo>
                    <a:pt x="140226" y="34313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35"/>
            <p:cNvSpPr/>
            <p:nvPr/>
          </p:nvSpPr>
          <p:spPr>
            <a:xfrm rot="8716661">
              <a:off x="8646902" y="4143215"/>
              <a:ext cx="121149" cy="89987"/>
            </a:xfrm>
            <a:custGeom>
              <a:rect b="b" l="l" r="r" t="t"/>
              <a:pathLst>
                <a:path extrusionOk="0" h="89924" w="121064">
                  <a:moveTo>
                    <a:pt x="0" y="39250"/>
                  </a:moveTo>
                  <a:lnTo>
                    <a:pt x="32528" y="13621"/>
                  </a:lnTo>
                  <a:cubicBezTo>
                    <a:pt x="46580" y="6380"/>
                    <a:pt x="62098" y="1724"/>
                    <a:pt x="78305" y="0"/>
                  </a:cubicBezTo>
                  <a:cubicBezTo>
                    <a:pt x="111409" y="0"/>
                    <a:pt x="121065" y="28966"/>
                    <a:pt x="121064" y="51035"/>
                  </a:cubicBezTo>
                  <a:cubicBezTo>
                    <a:pt x="120030" y="63105"/>
                    <a:pt x="115546" y="74139"/>
                    <a:pt x="108563" y="83363"/>
                  </a:cubicBezTo>
                  <a:lnTo>
                    <a:pt x="100159" y="8992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35"/>
            <p:cNvSpPr/>
            <p:nvPr/>
          </p:nvSpPr>
          <p:spPr>
            <a:xfrm rot="8716661">
              <a:off x="8360576" y="4203900"/>
              <a:ext cx="88167" cy="88340"/>
            </a:xfrm>
            <a:custGeom>
              <a:rect b="b" l="l" r="r" t="t"/>
              <a:pathLst>
                <a:path extrusionOk="0" h="88278" w="88105">
                  <a:moveTo>
                    <a:pt x="11702" y="72544"/>
                  </a:moveTo>
                  <a:lnTo>
                    <a:pt x="0" y="44829"/>
                  </a:lnTo>
                  <a:lnTo>
                    <a:pt x="0" y="44139"/>
                  </a:lnTo>
                  <a:cubicBezTo>
                    <a:pt x="0" y="32415"/>
                    <a:pt x="4828" y="21380"/>
                    <a:pt x="13104" y="13104"/>
                  </a:cubicBezTo>
                  <a:cubicBezTo>
                    <a:pt x="21380" y="4828"/>
                    <a:pt x="32415" y="0"/>
                    <a:pt x="44139" y="0"/>
                  </a:cubicBezTo>
                  <a:cubicBezTo>
                    <a:pt x="55864" y="0"/>
                    <a:pt x="66899" y="4828"/>
                    <a:pt x="75175" y="13104"/>
                  </a:cubicBezTo>
                  <a:cubicBezTo>
                    <a:pt x="92416" y="29657"/>
                    <a:pt x="92416" y="57933"/>
                    <a:pt x="75175" y="75175"/>
                  </a:cubicBezTo>
                  <a:cubicBezTo>
                    <a:pt x="66899" y="83451"/>
                    <a:pt x="55864" y="88278"/>
                    <a:pt x="44139" y="88278"/>
                  </a:cubicBezTo>
                  <a:lnTo>
                    <a:pt x="37752" y="8572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35"/>
            <p:cNvSpPr/>
            <p:nvPr/>
          </p:nvSpPr>
          <p:spPr>
            <a:xfrm rot="8716661">
              <a:off x="8270398" y="4208799"/>
              <a:ext cx="54505" cy="27576"/>
            </a:xfrm>
            <a:custGeom>
              <a:rect b="b" l="l" r="r" t="t"/>
              <a:pathLst>
                <a:path extrusionOk="0" h="27557" w="54467">
                  <a:moveTo>
                    <a:pt x="0" y="0"/>
                  </a:moveTo>
                  <a:lnTo>
                    <a:pt x="54467" y="0"/>
                  </a:lnTo>
                  <a:lnTo>
                    <a:pt x="54467" y="2755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35"/>
            <p:cNvSpPr/>
            <p:nvPr/>
          </p:nvSpPr>
          <p:spPr>
            <a:xfrm rot="8716038">
              <a:off x="8503588" y="4269462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35"/>
            <p:cNvSpPr/>
            <p:nvPr/>
          </p:nvSpPr>
          <p:spPr>
            <a:xfrm rot="8716661">
              <a:off x="8994870" y="4078374"/>
              <a:ext cx="137785" cy="132571"/>
            </a:xfrm>
            <a:custGeom>
              <a:rect b="b" l="l" r="r" t="t"/>
              <a:pathLst>
                <a:path extrusionOk="0" h="132478" w="137688">
                  <a:moveTo>
                    <a:pt x="46653" y="86420"/>
                  </a:moveTo>
                  <a:lnTo>
                    <a:pt x="46653" y="24828"/>
                  </a:lnTo>
                  <a:lnTo>
                    <a:pt x="0" y="24828"/>
                  </a:lnTo>
                  <a:lnTo>
                    <a:pt x="15342" y="2695"/>
                  </a:lnTo>
                  <a:lnTo>
                    <a:pt x="137688" y="0"/>
                  </a:lnTo>
                  <a:lnTo>
                    <a:pt x="137688" y="13247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35"/>
            <p:cNvSpPr/>
            <p:nvPr/>
          </p:nvSpPr>
          <p:spPr>
            <a:xfrm rot="7483339">
              <a:off x="9136816" y="4228701"/>
              <a:ext cx="8398" cy="13077"/>
            </a:xfrm>
            <a:custGeom>
              <a:rect b="b" l="l" r="r" t="t"/>
              <a:pathLst>
                <a:path extrusionOk="0" h="13068" w="8392">
                  <a:moveTo>
                    <a:pt x="3897" y="13068"/>
                  </a:moveTo>
                  <a:lnTo>
                    <a:pt x="0" y="5818"/>
                  </a:lnTo>
                  <a:lnTo>
                    <a:pt x="8392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35"/>
            <p:cNvSpPr/>
            <p:nvPr/>
          </p:nvSpPr>
          <p:spPr>
            <a:xfrm rot="8716661">
              <a:off x="8839280" y="5117258"/>
              <a:ext cx="37122" cy="40413"/>
            </a:xfrm>
            <a:custGeom>
              <a:rect b="b" l="l" r="r" t="t"/>
              <a:pathLst>
                <a:path extrusionOk="0" h="40385" w="37096">
                  <a:moveTo>
                    <a:pt x="37095" y="25713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37096" y="25713"/>
                  </a:lnTo>
                  <a:close/>
                  <a:moveTo>
                    <a:pt x="0" y="40385"/>
                  </a:moveTo>
                  <a:lnTo>
                    <a:pt x="0" y="28525"/>
                  </a:lnTo>
                  <a:lnTo>
                    <a:pt x="9740" y="3653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35"/>
            <p:cNvSpPr/>
            <p:nvPr/>
          </p:nvSpPr>
          <p:spPr>
            <a:xfrm rot="8716661">
              <a:off x="8967075" y="4971497"/>
              <a:ext cx="231510" cy="158761"/>
            </a:xfrm>
            <a:custGeom>
              <a:rect b="b" l="l" r="r" t="t"/>
              <a:pathLst>
                <a:path extrusionOk="0" h="158649" w="231347">
                  <a:moveTo>
                    <a:pt x="8965" y="158649"/>
                  </a:moveTo>
                  <a:lnTo>
                    <a:pt x="0" y="146235"/>
                  </a:lnTo>
                  <a:lnTo>
                    <a:pt x="155416" y="0"/>
                  </a:lnTo>
                  <a:lnTo>
                    <a:pt x="231347" y="6243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35"/>
            <p:cNvSpPr/>
            <p:nvPr/>
          </p:nvSpPr>
          <p:spPr>
            <a:xfrm rot="8716661">
              <a:off x="8555723" y="4871028"/>
              <a:ext cx="249694" cy="296671"/>
            </a:xfrm>
            <a:custGeom>
              <a:rect b="b" l="l" r="r" t="t"/>
              <a:pathLst>
                <a:path extrusionOk="0" h="296463" w="249519">
                  <a:moveTo>
                    <a:pt x="249516" y="83734"/>
                  </a:moveTo>
                  <a:lnTo>
                    <a:pt x="128718" y="0"/>
                  </a:lnTo>
                  <a:lnTo>
                    <a:pt x="128719" y="0"/>
                  </a:lnTo>
                  <a:lnTo>
                    <a:pt x="249519" y="83734"/>
                  </a:lnTo>
                  <a:close/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78196" y="0"/>
                  </a:lnTo>
                  <a:lnTo>
                    <a:pt x="203756" y="10323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35"/>
            <p:cNvSpPr/>
            <p:nvPr/>
          </p:nvSpPr>
          <p:spPr>
            <a:xfrm rot="8716661">
              <a:off x="9124149" y="4842254"/>
              <a:ext cx="37085" cy="48975"/>
            </a:xfrm>
            <a:custGeom>
              <a:rect b="b" l="l" r="r" t="t"/>
              <a:pathLst>
                <a:path extrusionOk="0" h="48941" w="37059">
                  <a:moveTo>
                    <a:pt x="0" y="48941"/>
                  </a:moveTo>
                  <a:lnTo>
                    <a:pt x="33925" y="0"/>
                  </a:lnTo>
                  <a:lnTo>
                    <a:pt x="37059" y="7460"/>
                  </a:lnTo>
                  <a:cubicBezTo>
                    <a:pt x="37059" y="18753"/>
                    <a:pt x="32749" y="30133"/>
                    <a:pt x="24128" y="38754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35"/>
            <p:cNvSpPr/>
            <p:nvPr/>
          </p:nvSpPr>
          <p:spPr>
            <a:xfrm rot="8716661">
              <a:off x="8946067" y="4530088"/>
              <a:ext cx="235432" cy="296671"/>
            </a:xfrm>
            <a:custGeom>
              <a:rect b="b" l="l" r="r" t="t"/>
              <a:pathLst>
                <a:path extrusionOk="0" h="296463" w="235267">
                  <a:moveTo>
                    <a:pt x="64028" y="296463"/>
                  </a:moveTo>
                  <a:lnTo>
                    <a:pt x="0" y="177341"/>
                  </a:lnTo>
                  <a:lnTo>
                    <a:pt x="122928" y="0"/>
                  </a:lnTo>
                  <a:lnTo>
                    <a:pt x="235266" y="0"/>
                  </a:lnTo>
                  <a:lnTo>
                    <a:pt x="235267" y="83734"/>
                  </a:lnTo>
                  <a:lnTo>
                    <a:pt x="137200" y="83735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35"/>
            <p:cNvSpPr/>
            <p:nvPr/>
          </p:nvSpPr>
          <p:spPr>
            <a:xfrm rot="8711490">
              <a:off x="8906671" y="4661022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35"/>
            <p:cNvSpPr/>
            <p:nvPr/>
          </p:nvSpPr>
          <p:spPr>
            <a:xfrm rot="-8513943">
              <a:off x="7765539" y="4253457"/>
              <a:ext cx="72881" cy="75598"/>
            </a:xfrm>
            <a:custGeom>
              <a:rect b="b" l="l" r="r" t="t"/>
              <a:pathLst>
                <a:path extrusionOk="0" h="75543" w="72828">
                  <a:moveTo>
                    <a:pt x="0" y="75543"/>
                  </a:moveTo>
                  <a:lnTo>
                    <a:pt x="0" y="37783"/>
                  </a:lnTo>
                  <a:lnTo>
                    <a:pt x="72828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35"/>
            <p:cNvSpPr/>
            <p:nvPr/>
          </p:nvSpPr>
          <p:spPr>
            <a:xfrm rot="8716661">
              <a:off x="7196447" y="4734905"/>
              <a:ext cx="215328" cy="351976"/>
            </a:xfrm>
            <a:custGeom>
              <a:rect b="b" l="l" r="r" t="t"/>
              <a:pathLst>
                <a:path extrusionOk="0" h="351729" w="215177">
                  <a:moveTo>
                    <a:pt x="122761" y="351729"/>
                  </a:move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5"/>
                    <a:pt x="91726" y="75863"/>
                  </a:cubicBezTo>
                  <a:lnTo>
                    <a:pt x="0" y="75863"/>
                  </a:lnTo>
                  <a:lnTo>
                    <a:pt x="0" y="0"/>
                  </a:lnTo>
                  <a:lnTo>
                    <a:pt x="20033" y="0"/>
                  </a:lnTo>
                  <a:lnTo>
                    <a:pt x="215177" y="160452"/>
                  </a:lnTo>
                  <a:lnTo>
                    <a:pt x="215176" y="31517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35"/>
            <p:cNvSpPr/>
            <p:nvPr/>
          </p:nvSpPr>
          <p:spPr>
            <a:xfrm rot="8716661">
              <a:off x="7519578" y="4714114"/>
              <a:ext cx="185798" cy="383725"/>
            </a:xfrm>
            <a:custGeom>
              <a:rect b="b" l="l" r="r" t="t"/>
              <a:pathLst>
                <a:path extrusionOk="0" h="383455" w="185667">
                  <a:moveTo>
                    <a:pt x="77932" y="383455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33456" y="0"/>
                  </a:lnTo>
                  <a:lnTo>
                    <a:pt x="158623" y="102916"/>
                  </a:lnTo>
                  <a:lnTo>
                    <a:pt x="158623" y="111726"/>
                  </a:lnTo>
                  <a:lnTo>
                    <a:pt x="160692" y="111726"/>
                  </a:lnTo>
                  <a:lnTo>
                    <a:pt x="162749" y="106308"/>
                  </a:lnTo>
                  <a:lnTo>
                    <a:pt x="185667" y="125152"/>
                  </a:lnTo>
                  <a:lnTo>
                    <a:pt x="168969" y="191038"/>
                  </a:lnTo>
                  <a:lnTo>
                    <a:pt x="168969" y="321385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35"/>
            <p:cNvSpPr/>
            <p:nvPr/>
          </p:nvSpPr>
          <p:spPr>
            <a:xfrm rot="8716038">
              <a:off x="7265343" y="4648405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35"/>
            <p:cNvSpPr/>
            <p:nvPr/>
          </p:nvSpPr>
          <p:spPr>
            <a:xfrm rot="8716038">
              <a:off x="7028040" y="4868738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35"/>
            <p:cNvSpPr/>
            <p:nvPr/>
          </p:nvSpPr>
          <p:spPr>
            <a:xfrm rot="8718291">
              <a:off x="6839644" y="4553097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35"/>
            <p:cNvSpPr/>
            <p:nvPr/>
          </p:nvSpPr>
          <p:spPr>
            <a:xfrm rot="8716661">
              <a:off x="6821091" y="4356268"/>
              <a:ext cx="440210" cy="511823"/>
            </a:xfrm>
            <a:custGeom>
              <a:rect b="b" l="l" r="r" t="t"/>
              <a:pathLst>
                <a:path extrusionOk="0" h="511464" w="439901">
                  <a:moveTo>
                    <a:pt x="1873" y="384681"/>
                  </a:moveTo>
                  <a:lnTo>
                    <a:pt x="1725" y="383648"/>
                  </a:lnTo>
                  <a:cubicBezTo>
                    <a:pt x="501" y="368162"/>
                    <a:pt x="0" y="351298"/>
                    <a:pt x="0" y="333043"/>
                  </a:cubicBezTo>
                  <a:lnTo>
                    <a:pt x="0" y="61444"/>
                  </a:lnTo>
                  <a:lnTo>
                    <a:pt x="118434" y="0"/>
                  </a:lnTo>
                  <a:lnTo>
                    <a:pt x="120216" y="248447"/>
                  </a:lnTo>
                  <a:cubicBezTo>
                    <a:pt x="117545" y="298315"/>
                    <a:pt x="125558" y="349072"/>
                    <a:pt x="141587" y="396268"/>
                  </a:cubicBezTo>
                  <a:cubicBezTo>
                    <a:pt x="155836" y="435450"/>
                    <a:pt x="192346" y="455041"/>
                    <a:pt x="248446" y="455041"/>
                  </a:cubicBezTo>
                  <a:cubicBezTo>
                    <a:pt x="276051" y="454150"/>
                    <a:pt x="302766" y="448807"/>
                    <a:pt x="328590" y="440793"/>
                  </a:cubicBezTo>
                  <a:cubicBezTo>
                    <a:pt x="365990" y="429216"/>
                    <a:pt x="402501" y="414078"/>
                    <a:pt x="438120" y="396268"/>
                  </a:cubicBezTo>
                  <a:cubicBezTo>
                    <a:pt x="439010" y="399830"/>
                    <a:pt x="439901" y="404282"/>
                    <a:pt x="439901" y="407844"/>
                  </a:cubicBezTo>
                  <a:lnTo>
                    <a:pt x="439901" y="416749"/>
                  </a:lnTo>
                  <a:cubicBezTo>
                    <a:pt x="392705" y="457267"/>
                    <a:pt x="338163" y="484649"/>
                    <a:pt x="286180" y="502459"/>
                  </a:cubicBezTo>
                  <a:lnTo>
                    <a:pt x="252462" y="51146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35"/>
            <p:cNvSpPr/>
            <p:nvPr/>
          </p:nvSpPr>
          <p:spPr>
            <a:xfrm rot="8716038">
              <a:off x="7635484" y="4356131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35"/>
            <p:cNvSpPr/>
            <p:nvPr/>
          </p:nvSpPr>
          <p:spPr>
            <a:xfrm rot="8716038">
              <a:off x="7770799" y="4400395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35"/>
            <p:cNvSpPr/>
            <p:nvPr/>
          </p:nvSpPr>
          <p:spPr>
            <a:xfrm rot="8716038">
              <a:off x="7465604" y="449012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35"/>
            <p:cNvSpPr/>
            <p:nvPr/>
          </p:nvSpPr>
          <p:spPr>
            <a:xfrm rot="8716661">
              <a:off x="7313280" y="4314134"/>
              <a:ext cx="308749" cy="142840"/>
            </a:xfrm>
            <a:custGeom>
              <a:rect b="b" l="l" r="r" t="t"/>
              <a:pathLst>
                <a:path extrusionOk="0" h="142740" w="308532">
                  <a:moveTo>
                    <a:pt x="0" y="46525"/>
                  </a:moveTo>
                  <a:lnTo>
                    <a:pt x="0" y="0"/>
                  </a:lnTo>
                  <a:lnTo>
                    <a:pt x="308532" y="0"/>
                  </a:lnTo>
                  <a:lnTo>
                    <a:pt x="308532" y="83734"/>
                  </a:lnTo>
                  <a:lnTo>
                    <a:pt x="210465" y="83734"/>
                  </a:lnTo>
                  <a:lnTo>
                    <a:pt x="190169" y="142740"/>
                  </a:lnTo>
                  <a:lnTo>
                    <a:pt x="100662" y="97454"/>
                  </a:lnTo>
                  <a:lnTo>
                    <a:pt x="105610" y="83734"/>
                  </a:lnTo>
                  <a:lnTo>
                    <a:pt x="73544" y="8373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35"/>
            <p:cNvSpPr/>
            <p:nvPr/>
          </p:nvSpPr>
          <p:spPr>
            <a:xfrm rot="8716038">
              <a:off x="7602096" y="4552128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35"/>
            <p:cNvSpPr/>
            <p:nvPr/>
          </p:nvSpPr>
          <p:spPr>
            <a:xfrm rot="8716661">
              <a:off x="7233688" y="4339128"/>
              <a:ext cx="113010" cy="98298"/>
            </a:xfrm>
            <a:custGeom>
              <a:rect b="b" l="l" r="r" t="t"/>
              <a:pathLst>
                <a:path extrusionOk="0" h="98229" w="112931">
                  <a:moveTo>
                    <a:pt x="0" y="49475"/>
                  </a:moveTo>
                  <a:lnTo>
                    <a:pt x="13559" y="17362"/>
                  </a:lnTo>
                  <a:cubicBezTo>
                    <a:pt x="24524" y="6397"/>
                    <a:pt x="39145" y="0"/>
                    <a:pt x="54678" y="0"/>
                  </a:cubicBezTo>
                  <a:cubicBezTo>
                    <a:pt x="70213" y="0"/>
                    <a:pt x="84833" y="6397"/>
                    <a:pt x="95798" y="17362"/>
                  </a:cubicBezTo>
                  <a:cubicBezTo>
                    <a:pt x="107220" y="28327"/>
                    <a:pt x="112931" y="43176"/>
                    <a:pt x="112931" y="58139"/>
                  </a:cubicBezTo>
                  <a:lnTo>
                    <a:pt x="96365" y="9822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35"/>
            <p:cNvSpPr/>
            <p:nvPr/>
          </p:nvSpPr>
          <p:spPr>
            <a:xfrm rot="7483339">
              <a:off x="7764894" y="4837206"/>
              <a:ext cx="295374" cy="296671"/>
            </a:xfrm>
            <a:custGeom>
              <a:rect b="b" l="l" r="r" t="t"/>
              <a:pathLst>
                <a:path extrusionOk="0" h="296463" w="295167">
                  <a:moveTo>
                    <a:pt x="295165" y="83734"/>
                  </a:moveTo>
                  <a:lnTo>
                    <a:pt x="237109" y="0"/>
                  </a:lnTo>
                  <a:lnTo>
                    <a:pt x="237110" y="0"/>
                  </a:lnTo>
                  <a:lnTo>
                    <a:pt x="295167" y="83734"/>
                  </a:lnTo>
                  <a:close/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126381" y="0"/>
                  </a:lnTo>
                  <a:lnTo>
                    <a:pt x="197160" y="122416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35"/>
            <p:cNvSpPr/>
            <p:nvPr/>
          </p:nvSpPr>
          <p:spPr>
            <a:xfrm rot="-8513943">
              <a:off x="8004614" y="4814027"/>
              <a:ext cx="409403" cy="218222"/>
            </a:xfrm>
            <a:custGeom>
              <a:rect b="b" l="l" r="r" t="t"/>
              <a:pathLst>
                <a:path extrusionOk="0" h="218063" w="409104">
                  <a:moveTo>
                    <a:pt x="409104" y="110916"/>
                  </a:moveTo>
                  <a:cubicBezTo>
                    <a:pt x="320577" y="186915"/>
                    <a:pt x="204490" y="213641"/>
                    <a:pt x="135172" y="217816"/>
                  </a:cubicBezTo>
                  <a:cubicBezTo>
                    <a:pt x="96755" y="220322"/>
                    <a:pt x="59173" y="203619"/>
                    <a:pt x="32447" y="176058"/>
                  </a:cubicBezTo>
                  <a:cubicBezTo>
                    <a:pt x="18249" y="162278"/>
                    <a:pt x="9272" y="143487"/>
                    <a:pt x="3843" y="119581"/>
                  </a:cubicBezTo>
                  <a:lnTo>
                    <a:pt x="0" y="73735"/>
                  </a:lnTo>
                  <a:lnTo>
                    <a:pt x="111583" y="0"/>
                  </a:lnTo>
                  <a:lnTo>
                    <a:pt x="112727" y="23329"/>
                  </a:lnTo>
                  <a:cubicBezTo>
                    <a:pt x="116171" y="46609"/>
                    <a:pt x="121808" y="69576"/>
                    <a:pt x="129325" y="91708"/>
                  </a:cubicBezTo>
                  <a:cubicBezTo>
                    <a:pt x="142689" y="128454"/>
                    <a:pt x="176930" y="146828"/>
                    <a:pt x="229544" y="146828"/>
                  </a:cubicBezTo>
                  <a:cubicBezTo>
                    <a:pt x="255435" y="145993"/>
                    <a:pt x="280489" y="140981"/>
                    <a:pt x="304708" y="133466"/>
                  </a:cubicBezTo>
                  <a:cubicBezTo>
                    <a:pt x="339785" y="122608"/>
                    <a:pt x="374027" y="108411"/>
                    <a:pt x="407434" y="91708"/>
                  </a:cubicBezTo>
                  <a:cubicBezTo>
                    <a:pt x="408268" y="95048"/>
                    <a:pt x="409104" y="99224"/>
                    <a:pt x="409104" y="102564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35"/>
            <p:cNvSpPr/>
            <p:nvPr/>
          </p:nvSpPr>
          <p:spPr>
            <a:xfrm rot="8714477">
              <a:off x="8199961" y="4500890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35"/>
            <p:cNvSpPr/>
            <p:nvPr/>
          </p:nvSpPr>
          <p:spPr>
            <a:xfrm rot="8718291">
              <a:off x="8121921" y="4344019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35"/>
            <p:cNvSpPr/>
            <p:nvPr/>
          </p:nvSpPr>
          <p:spPr>
            <a:xfrm rot="8716038">
              <a:off x="7753878" y="4389901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35"/>
            <p:cNvSpPr/>
            <p:nvPr/>
          </p:nvSpPr>
          <p:spPr>
            <a:xfrm rot="8716661">
              <a:off x="8030670" y="4210004"/>
              <a:ext cx="154853" cy="110581"/>
            </a:xfrm>
            <a:custGeom>
              <a:rect b="b" l="l" r="r" t="t"/>
              <a:pathLst>
                <a:path extrusionOk="0" h="110503" w="154744">
                  <a:moveTo>
                    <a:pt x="0" y="34366"/>
                  </a:moveTo>
                  <a:lnTo>
                    <a:pt x="3342" y="26453"/>
                  </a:lnTo>
                  <a:cubicBezTo>
                    <a:pt x="20048" y="9746"/>
                    <a:pt x="42323" y="0"/>
                    <a:pt x="65990" y="0"/>
                  </a:cubicBezTo>
                  <a:cubicBezTo>
                    <a:pt x="89659" y="0"/>
                    <a:pt x="111934" y="9746"/>
                    <a:pt x="128640" y="26453"/>
                  </a:cubicBezTo>
                  <a:cubicBezTo>
                    <a:pt x="146043" y="43159"/>
                    <a:pt x="154744" y="65782"/>
                    <a:pt x="154744" y="88580"/>
                  </a:cubicBezTo>
                  <a:lnTo>
                    <a:pt x="150487" y="11050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4" name="Google Shape;634;p35"/>
          <p:cNvSpPr/>
          <p:nvPr/>
        </p:nvSpPr>
        <p:spPr>
          <a:xfrm>
            <a:off x="0" y="4391025"/>
            <a:ext cx="9153528" cy="752475"/>
          </a:xfrm>
          <a:custGeom>
            <a:rect b="b" l="l" r="r" t="t"/>
            <a:pathLst>
              <a:path extrusionOk="0" h="752475" w="9153528">
                <a:moveTo>
                  <a:pt x="0" y="0"/>
                </a:moveTo>
                <a:lnTo>
                  <a:pt x="9153528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5" name="Google Shape;635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34871" y="2053350"/>
            <a:ext cx="3474256" cy="103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itre 1">
  <p:cSld name="Slide de titre 1">
    <p:bg>
      <p:bgPr>
        <a:solidFill>
          <a:schemeClr val="dk1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7" name="Google Shape;637;p36"/>
          <p:cNvGrpSpPr/>
          <p:nvPr/>
        </p:nvGrpSpPr>
        <p:grpSpPr>
          <a:xfrm>
            <a:off x="-242525" y="-127450"/>
            <a:ext cx="6491684" cy="5478248"/>
            <a:chOff x="-242525" y="-127450"/>
            <a:chExt cx="6491684" cy="5478248"/>
          </a:xfrm>
        </p:grpSpPr>
        <p:sp>
          <p:nvSpPr>
            <p:cNvPr id="638" name="Google Shape;638;p36"/>
            <p:cNvSpPr/>
            <p:nvPr/>
          </p:nvSpPr>
          <p:spPr>
            <a:xfrm rot="8716038">
              <a:off x="1460361" y="3480101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36"/>
            <p:cNvSpPr/>
            <p:nvPr/>
          </p:nvSpPr>
          <p:spPr>
            <a:xfrm rot="8716038">
              <a:off x="1595675" y="3524365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36"/>
            <p:cNvSpPr/>
            <p:nvPr/>
          </p:nvSpPr>
          <p:spPr>
            <a:xfrm rot="8716038">
              <a:off x="1527784" y="3393760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36"/>
            <p:cNvSpPr/>
            <p:nvPr/>
          </p:nvSpPr>
          <p:spPr>
            <a:xfrm rot="8716038">
              <a:off x="1290481" y="361409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36"/>
            <p:cNvSpPr/>
            <p:nvPr/>
          </p:nvSpPr>
          <p:spPr>
            <a:xfrm rot="8718291">
              <a:off x="1102085" y="3298452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36"/>
            <p:cNvSpPr/>
            <p:nvPr/>
          </p:nvSpPr>
          <p:spPr>
            <a:xfrm rot="8714800">
              <a:off x="1083589" y="3088629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36"/>
            <p:cNvSpPr/>
            <p:nvPr/>
          </p:nvSpPr>
          <p:spPr>
            <a:xfrm rot="8716038">
              <a:off x="1426972" y="3676097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36"/>
            <p:cNvSpPr/>
            <p:nvPr/>
          </p:nvSpPr>
          <p:spPr>
            <a:xfrm rot="8716038">
              <a:off x="1897925" y="3101485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36"/>
            <p:cNvSpPr/>
            <p:nvPr/>
          </p:nvSpPr>
          <p:spPr>
            <a:xfrm rot="8716038">
              <a:off x="2033239" y="3145749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36"/>
            <p:cNvSpPr/>
            <p:nvPr/>
          </p:nvSpPr>
          <p:spPr>
            <a:xfrm rot="8716038">
              <a:off x="1728045" y="323547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36"/>
            <p:cNvSpPr/>
            <p:nvPr/>
          </p:nvSpPr>
          <p:spPr>
            <a:xfrm rot="8718291">
              <a:off x="1539650" y="2919836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36"/>
            <p:cNvSpPr/>
            <p:nvPr/>
          </p:nvSpPr>
          <p:spPr>
            <a:xfrm rot="8716038">
              <a:off x="1864537" y="3297482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36"/>
            <p:cNvSpPr/>
            <p:nvPr/>
          </p:nvSpPr>
          <p:spPr>
            <a:xfrm rot="8711490">
              <a:off x="1499088" y="3071146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36"/>
            <p:cNvSpPr/>
            <p:nvPr/>
          </p:nvSpPr>
          <p:spPr>
            <a:xfrm rot="7490631">
              <a:off x="2023259" y="3586675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36"/>
            <p:cNvSpPr/>
            <p:nvPr/>
          </p:nvSpPr>
          <p:spPr>
            <a:xfrm rot="-8509467">
              <a:off x="2181874" y="3535817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36"/>
            <p:cNvSpPr/>
            <p:nvPr/>
          </p:nvSpPr>
          <p:spPr>
            <a:xfrm rot="8714477">
              <a:off x="2462401" y="3246244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36"/>
            <p:cNvSpPr/>
            <p:nvPr/>
          </p:nvSpPr>
          <p:spPr>
            <a:xfrm rot="8718291">
              <a:off x="2384361" y="3089373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36"/>
            <p:cNvSpPr/>
            <p:nvPr/>
          </p:nvSpPr>
          <p:spPr>
            <a:xfrm rot="8716038">
              <a:off x="2016319" y="313525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36"/>
            <p:cNvSpPr/>
            <p:nvPr/>
          </p:nvSpPr>
          <p:spPr>
            <a:xfrm rot="8718291">
              <a:off x="2284779" y="2894094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36"/>
            <p:cNvSpPr/>
            <p:nvPr/>
          </p:nvSpPr>
          <p:spPr>
            <a:xfrm rot="8716038">
              <a:off x="1798134" y="4478584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36"/>
            <p:cNvSpPr/>
            <p:nvPr/>
          </p:nvSpPr>
          <p:spPr>
            <a:xfrm rot="8716038">
              <a:off x="1933448" y="4522848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36"/>
            <p:cNvSpPr/>
            <p:nvPr/>
          </p:nvSpPr>
          <p:spPr>
            <a:xfrm rot="8716038">
              <a:off x="1865557" y="4392243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36"/>
            <p:cNvSpPr/>
            <p:nvPr/>
          </p:nvSpPr>
          <p:spPr>
            <a:xfrm rot="8716038">
              <a:off x="1628254" y="4612575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36"/>
            <p:cNvSpPr/>
            <p:nvPr/>
          </p:nvSpPr>
          <p:spPr>
            <a:xfrm rot="8718291">
              <a:off x="1439858" y="4296935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36"/>
            <p:cNvSpPr/>
            <p:nvPr/>
          </p:nvSpPr>
          <p:spPr>
            <a:xfrm rot="8714800">
              <a:off x="1421362" y="4087112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36"/>
            <p:cNvSpPr/>
            <p:nvPr/>
          </p:nvSpPr>
          <p:spPr>
            <a:xfrm rot="8716038">
              <a:off x="1764745" y="4674580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36"/>
            <p:cNvSpPr/>
            <p:nvPr/>
          </p:nvSpPr>
          <p:spPr>
            <a:xfrm rot="8716038">
              <a:off x="2235698" y="4099968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36"/>
            <p:cNvSpPr/>
            <p:nvPr/>
          </p:nvSpPr>
          <p:spPr>
            <a:xfrm rot="8716038">
              <a:off x="2371012" y="4144232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36"/>
            <p:cNvSpPr/>
            <p:nvPr/>
          </p:nvSpPr>
          <p:spPr>
            <a:xfrm rot="8716038">
              <a:off x="2065818" y="423395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36"/>
            <p:cNvSpPr/>
            <p:nvPr/>
          </p:nvSpPr>
          <p:spPr>
            <a:xfrm rot="8718291">
              <a:off x="1877423" y="3918319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36"/>
            <p:cNvSpPr/>
            <p:nvPr/>
          </p:nvSpPr>
          <p:spPr>
            <a:xfrm rot="8716038">
              <a:off x="2202310" y="4295965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36"/>
            <p:cNvSpPr/>
            <p:nvPr/>
          </p:nvSpPr>
          <p:spPr>
            <a:xfrm rot="8711490">
              <a:off x="1836861" y="4069629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36"/>
            <p:cNvSpPr/>
            <p:nvPr/>
          </p:nvSpPr>
          <p:spPr>
            <a:xfrm rot="7490631">
              <a:off x="2361032" y="4585158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36"/>
            <p:cNvSpPr/>
            <p:nvPr/>
          </p:nvSpPr>
          <p:spPr>
            <a:xfrm rot="-8509467">
              <a:off x="2519647" y="4534300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36"/>
            <p:cNvSpPr/>
            <p:nvPr/>
          </p:nvSpPr>
          <p:spPr>
            <a:xfrm rot="8714477">
              <a:off x="2800174" y="4244727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6"/>
            <p:cNvSpPr/>
            <p:nvPr/>
          </p:nvSpPr>
          <p:spPr>
            <a:xfrm rot="8718291">
              <a:off x="2722134" y="4087856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6"/>
            <p:cNvSpPr/>
            <p:nvPr/>
          </p:nvSpPr>
          <p:spPr>
            <a:xfrm rot="8716038">
              <a:off x="2354092" y="413373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6"/>
            <p:cNvSpPr/>
            <p:nvPr/>
          </p:nvSpPr>
          <p:spPr>
            <a:xfrm rot="8718291">
              <a:off x="2622552" y="3892577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36"/>
            <p:cNvSpPr/>
            <p:nvPr/>
          </p:nvSpPr>
          <p:spPr>
            <a:xfrm rot="8716661">
              <a:off x="1835821" y="5051485"/>
              <a:ext cx="229627" cy="172798"/>
            </a:xfrm>
            <a:custGeom>
              <a:rect b="b" l="l" r="r" t="t"/>
              <a:pathLst>
                <a:path extrusionOk="0" h="172677" w="229466">
                  <a:moveTo>
                    <a:pt x="37429" y="127889"/>
                  </a:moveTo>
                  <a:cubicBezTo>
                    <a:pt x="14722" y="105850"/>
                    <a:pt x="4537" y="71789"/>
                    <a:pt x="864" y="25330"/>
                  </a:cubicBezTo>
                  <a:lnTo>
                    <a:pt x="0" y="0"/>
                  </a:lnTo>
                  <a:lnTo>
                    <a:pt x="229466" y="159058"/>
                  </a:lnTo>
                  <a:lnTo>
                    <a:pt x="210504" y="164122"/>
                  </a:lnTo>
                  <a:cubicBezTo>
                    <a:pt x="187032" y="168685"/>
                    <a:pt x="165437" y="171301"/>
                    <a:pt x="146960" y="172414"/>
                  </a:cubicBezTo>
                  <a:cubicBezTo>
                    <a:pt x="105998" y="175086"/>
                    <a:pt x="65926" y="157276"/>
                    <a:pt x="37429" y="127889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36"/>
            <p:cNvSpPr/>
            <p:nvPr/>
          </p:nvSpPr>
          <p:spPr>
            <a:xfrm rot="8716661">
              <a:off x="2865138" y="5107711"/>
              <a:ext cx="36981" cy="50848"/>
            </a:xfrm>
            <a:custGeom>
              <a:rect b="b" l="l" r="r" t="t"/>
              <a:pathLst>
                <a:path extrusionOk="0" h="50812" w="36955">
                  <a:moveTo>
                    <a:pt x="0" y="50812"/>
                  </a:moveTo>
                  <a:lnTo>
                    <a:pt x="0" y="0"/>
                  </a:lnTo>
                  <a:lnTo>
                    <a:pt x="36955" y="25616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36"/>
            <p:cNvSpPr/>
            <p:nvPr/>
          </p:nvSpPr>
          <p:spPr>
            <a:xfrm rot="8716661">
              <a:off x="2291357" y="4885990"/>
              <a:ext cx="209175" cy="296671"/>
            </a:xfrm>
            <a:custGeom>
              <a:rect b="b" l="l" r="r" t="t"/>
              <a:pathLst>
                <a:path extrusionOk="0" h="296463" w="209028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82199" y="0"/>
                  </a:lnTo>
                  <a:lnTo>
                    <a:pt x="209028" y="8791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36"/>
            <p:cNvSpPr/>
            <p:nvPr/>
          </p:nvSpPr>
          <p:spPr>
            <a:xfrm rot="8716661">
              <a:off x="2159502" y="5061227"/>
              <a:ext cx="112948" cy="105758"/>
            </a:xfrm>
            <a:custGeom>
              <a:rect b="b" l="l" r="r" t="t"/>
              <a:pathLst>
                <a:path extrusionOk="0" h="105684" w="112869">
                  <a:moveTo>
                    <a:pt x="17362" y="89236"/>
                  </a:moveTo>
                  <a:cubicBezTo>
                    <a:pt x="6397" y="78271"/>
                    <a:pt x="0" y="63651"/>
                    <a:pt x="0" y="48117"/>
                  </a:cubicBezTo>
                  <a:lnTo>
                    <a:pt x="0" y="47203"/>
                  </a:lnTo>
                  <a:cubicBezTo>
                    <a:pt x="0" y="31669"/>
                    <a:pt x="6397" y="17049"/>
                    <a:pt x="17362" y="6084"/>
                  </a:cubicBezTo>
                  <a:lnTo>
                    <a:pt x="31771" y="0"/>
                  </a:lnTo>
                  <a:lnTo>
                    <a:pt x="112869" y="56215"/>
                  </a:lnTo>
                  <a:lnTo>
                    <a:pt x="99601" y="88323"/>
                  </a:lnTo>
                  <a:cubicBezTo>
                    <a:pt x="88636" y="99288"/>
                    <a:pt x="74015" y="105684"/>
                    <a:pt x="58481" y="105684"/>
                  </a:cubicBezTo>
                  <a:cubicBezTo>
                    <a:pt x="42947" y="105684"/>
                    <a:pt x="28327" y="100202"/>
                    <a:pt x="17362" y="89236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36"/>
            <p:cNvSpPr/>
            <p:nvPr/>
          </p:nvSpPr>
          <p:spPr>
            <a:xfrm rot="8716661">
              <a:off x="3051826" y="5073705"/>
              <a:ext cx="145353" cy="115191"/>
            </a:xfrm>
            <a:custGeom>
              <a:rect b="b" l="l" r="r" t="t"/>
              <a:pathLst>
                <a:path extrusionOk="0" h="115110" w="145251">
                  <a:moveTo>
                    <a:pt x="26453" y="90050"/>
                  </a:moveTo>
                  <a:cubicBezTo>
                    <a:pt x="9746" y="73344"/>
                    <a:pt x="0" y="51068"/>
                    <a:pt x="0" y="27401"/>
                  </a:cubicBezTo>
                  <a:lnTo>
                    <a:pt x="0" y="26008"/>
                  </a:lnTo>
                  <a:lnTo>
                    <a:pt x="10982" y="0"/>
                  </a:lnTo>
                  <a:lnTo>
                    <a:pt x="145251" y="93071"/>
                  </a:lnTo>
                  <a:lnTo>
                    <a:pt x="123037" y="108149"/>
                  </a:lnTo>
                  <a:cubicBezTo>
                    <a:pt x="112421" y="112674"/>
                    <a:pt x="100936" y="115110"/>
                    <a:pt x="89101" y="115110"/>
                  </a:cubicBezTo>
                  <a:cubicBezTo>
                    <a:pt x="65434" y="115110"/>
                    <a:pt x="43159" y="106756"/>
                    <a:pt x="26453" y="9005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36"/>
            <p:cNvSpPr/>
            <p:nvPr/>
          </p:nvSpPr>
          <p:spPr>
            <a:xfrm rot="8718291">
              <a:off x="2953518" y="4889088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6"/>
            <p:cNvSpPr/>
            <p:nvPr/>
          </p:nvSpPr>
          <p:spPr>
            <a:xfrm rot="8716038">
              <a:off x="1125084" y="2479688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6"/>
            <p:cNvSpPr/>
            <p:nvPr/>
          </p:nvSpPr>
          <p:spPr>
            <a:xfrm rot="8716038">
              <a:off x="1260398" y="2523952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6"/>
            <p:cNvSpPr/>
            <p:nvPr/>
          </p:nvSpPr>
          <p:spPr>
            <a:xfrm rot="8716038">
              <a:off x="1192507" y="2393347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6"/>
            <p:cNvSpPr/>
            <p:nvPr/>
          </p:nvSpPr>
          <p:spPr>
            <a:xfrm rot="8716038">
              <a:off x="955204" y="261367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36"/>
            <p:cNvSpPr/>
            <p:nvPr/>
          </p:nvSpPr>
          <p:spPr>
            <a:xfrm rot="8718291">
              <a:off x="766807" y="2298039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6"/>
            <p:cNvSpPr/>
            <p:nvPr/>
          </p:nvSpPr>
          <p:spPr>
            <a:xfrm rot="8714800">
              <a:off x="748312" y="2088216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6"/>
            <p:cNvSpPr/>
            <p:nvPr/>
          </p:nvSpPr>
          <p:spPr>
            <a:xfrm rot="8716038">
              <a:off x="1091695" y="2675684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36"/>
            <p:cNvSpPr/>
            <p:nvPr/>
          </p:nvSpPr>
          <p:spPr>
            <a:xfrm rot="8716038">
              <a:off x="1562647" y="2101072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36"/>
            <p:cNvSpPr/>
            <p:nvPr/>
          </p:nvSpPr>
          <p:spPr>
            <a:xfrm rot="8716038">
              <a:off x="1697962" y="2145336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36"/>
            <p:cNvSpPr/>
            <p:nvPr/>
          </p:nvSpPr>
          <p:spPr>
            <a:xfrm rot="8716038">
              <a:off x="1392767" y="2235063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6"/>
            <p:cNvSpPr/>
            <p:nvPr/>
          </p:nvSpPr>
          <p:spPr>
            <a:xfrm rot="8718291">
              <a:off x="1204373" y="1919423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36"/>
            <p:cNvSpPr/>
            <p:nvPr/>
          </p:nvSpPr>
          <p:spPr>
            <a:xfrm rot="8716038">
              <a:off x="1529260" y="2297069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36"/>
            <p:cNvSpPr/>
            <p:nvPr/>
          </p:nvSpPr>
          <p:spPr>
            <a:xfrm rot="8711490">
              <a:off x="1163811" y="2070733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36"/>
            <p:cNvSpPr/>
            <p:nvPr/>
          </p:nvSpPr>
          <p:spPr>
            <a:xfrm rot="7490631">
              <a:off x="1687981" y="2586262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36"/>
            <p:cNvSpPr/>
            <p:nvPr/>
          </p:nvSpPr>
          <p:spPr>
            <a:xfrm rot="-8509467">
              <a:off x="1846597" y="2535404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36"/>
            <p:cNvSpPr/>
            <p:nvPr/>
          </p:nvSpPr>
          <p:spPr>
            <a:xfrm rot="8714477">
              <a:off x="2127124" y="2245831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6"/>
            <p:cNvSpPr/>
            <p:nvPr/>
          </p:nvSpPr>
          <p:spPr>
            <a:xfrm rot="8718291">
              <a:off x="2049084" y="2088960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36"/>
            <p:cNvSpPr/>
            <p:nvPr/>
          </p:nvSpPr>
          <p:spPr>
            <a:xfrm rot="8716038">
              <a:off x="1681041" y="2134843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6"/>
            <p:cNvSpPr/>
            <p:nvPr/>
          </p:nvSpPr>
          <p:spPr>
            <a:xfrm rot="8718291">
              <a:off x="1949502" y="1893681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6"/>
            <p:cNvSpPr/>
            <p:nvPr/>
          </p:nvSpPr>
          <p:spPr>
            <a:xfrm rot="8716038">
              <a:off x="787311" y="1481205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6"/>
            <p:cNvSpPr/>
            <p:nvPr/>
          </p:nvSpPr>
          <p:spPr>
            <a:xfrm rot="8716038">
              <a:off x="922625" y="1525469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36"/>
            <p:cNvSpPr/>
            <p:nvPr/>
          </p:nvSpPr>
          <p:spPr>
            <a:xfrm rot="8716038">
              <a:off x="854734" y="1394864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6"/>
            <p:cNvSpPr/>
            <p:nvPr/>
          </p:nvSpPr>
          <p:spPr>
            <a:xfrm rot="8716038">
              <a:off x="617431" y="161519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36"/>
            <p:cNvSpPr/>
            <p:nvPr/>
          </p:nvSpPr>
          <p:spPr>
            <a:xfrm rot="8718291">
              <a:off x="429034" y="1299556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36"/>
            <p:cNvSpPr/>
            <p:nvPr/>
          </p:nvSpPr>
          <p:spPr>
            <a:xfrm rot="8714800">
              <a:off x="410539" y="1089733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36"/>
            <p:cNvSpPr/>
            <p:nvPr/>
          </p:nvSpPr>
          <p:spPr>
            <a:xfrm rot="8716038">
              <a:off x="753922" y="1677201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36"/>
            <p:cNvSpPr/>
            <p:nvPr/>
          </p:nvSpPr>
          <p:spPr>
            <a:xfrm rot="8716038">
              <a:off x="1224875" y="1102589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36"/>
            <p:cNvSpPr/>
            <p:nvPr/>
          </p:nvSpPr>
          <p:spPr>
            <a:xfrm rot="8716038">
              <a:off x="1360189" y="1146853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36"/>
            <p:cNvSpPr/>
            <p:nvPr/>
          </p:nvSpPr>
          <p:spPr>
            <a:xfrm rot="8716038">
              <a:off x="1054994" y="123658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36"/>
            <p:cNvSpPr/>
            <p:nvPr/>
          </p:nvSpPr>
          <p:spPr>
            <a:xfrm rot="8718291">
              <a:off x="866600" y="920940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36"/>
            <p:cNvSpPr/>
            <p:nvPr/>
          </p:nvSpPr>
          <p:spPr>
            <a:xfrm rot="8716038">
              <a:off x="1191487" y="1298586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36"/>
            <p:cNvSpPr/>
            <p:nvPr/>
          </p:nvSpPr>
          <p:spPr>
            <a:xfrm rot="8711490">
              <a:off x="826038" y="1072250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36"/>
            <p:cNvSpPr/>
            <p:nvPr/>
          </p:nvSpPr>
          <p:spPr>
            <a:xfrm rot="7490631">
              <a:off x="1350208" y="1587779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36"/>
            <p:cNvSpPr/>
            <p:nvPr/>
          </p:nvSpPr>
          <p:spPr>
            <a:xfrm rot="-8509467">
              <a:off x="1508824" y="1536921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36"/>
            <p:cNvSpPr/>
            <p:nvPr/>
          </p:nvSpPr>
          <p:spPr>
            <a:xfrm rot="8714477">
              <a:off x="1789351" y="1247348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36"/>
            <p:cNvSpPr/>
            <p:nvPr/>
          </p:nvSpPr>
          <p:spPr>
            <a:xfrm rot="8718291">
              <a:off x="1711311" y="1090477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36"/>
            <p:cNvSpPr/>
            <p:nvPr/>
          </p:nvSpPr>
          <p:spPr>
            <a:xfrm rot="8716038">
              <a:off x="1343269" y="113636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36"/>
            <p:cNvSpPr/>
            <p:nvPr/>
          </p:nvSpPr>
          <p:spPr>
            <a:xfrm rot="8718291">
              <a:off x="1611729" y="895198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36"/>
            <p:cNvSpPr/>
            <p:nvPr/>
          </p:nvSpPr>
          <p:spPr>
            <a:xfrm rot="8716038">
              <a:off x="455937" y="479152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36"/>
            <p:cNvSpPr/>
            <p:nvPr/>
          </p:nvSpPr>
          <p:spPr>
            <a:xfrm rot="8716038">
              <a:off x="591252" y="523416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36"/>
            <p:cNvSpPr/>
            <p:nvPr/>
          </p:nvSpPr>
          <p:spPr>
            <a:xfrm rot="8716038">
              <a:off x="523360" y="392810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36"/>
            <p:cNvSpPr/>
            <p:nvPr/>
          </p:nvSpPr>
          <p:spPr>
            <a:xfrm rot="8716038">
              <a:off x="286057" y="613143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36"/>
            <p:cNvSpPr/>
            <p:nvPr/>
          </p:nvSpPr>
          <p:spPr>
            <a:xfrm rot="8718291">
              <a:off x="97661" y="297502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36"/>
            <p:cNvSpPr/>
            <p:nvPr/>
          </p:nvSpPr>
          <p:spPr>
            <a:xfrm rot="8714800">
              <a:off x="79165" y="87680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36"/>
            <p:cNvSpPr/>
            <p:nvPr/>
          </p:nvSpPr>
          <p:spPr>
            <a:xfrm rot="8716038">
              <a:off x="422548" y="675147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36"/>
            <p:cNvSpPr/>
            <p:nvPr/>
          </p:nvSpPr>
          <p:spPr>
            <a:xfrm rot="8716038">
              <a:off x="893501" y="100536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36"/>
            <p:cNvSpPr/>
            <p:nvPr/>
          </p:nvSpPr>
          <p:spPr>
            <a:xfrm rot="8716038">
              <a:off x="1028816" y="144800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36"/>
            <p:cNvSpPr/>
            <p:nvPr/>
          </p:nvSpPr>
          <p:spPr>
            <a:xfrm rot="8716038">
              <a:off x="723621" y="234527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36"/>
            <p:cNvSpPr/>
            <p:nvPr/>
          </p:nvSpPr>
          <p:spPr>
            <a:xfrm rot="8717214">
              <a:off x="547569" y="-17420"/>
              <a:ext cx="308741" cy="226186"/>
            </a:xfrm>
            <a:custGeom>
              <a:rect b="b" l="l" r="r" t="t"/>
              <a:pathLst>
                <a:path extrusionOk="0" h="149340" w="203847">
                  <a:moveTo>
                    <a:pt x="106716" y="149340"/>
                  </a:moveTo>
                  <a:lnTo>
                    <a:pt x="50038" y="110053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36"/>
            <p:cNvSpPr/>
            <p:nvPr/>
          </p:nvSpPr>
          <p:spPr>
            <a:xfrm rot="8716038">
              <a:off x="860113" y="296532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36"/>
            <p:cNvSpPr/>
            <p:nvPr/>
          </p:nvSpPr>
          <p:spPr>
            <a:xfrm rot="8711490">
              <a:off x="494665" y="70196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36"/>
            <p:cNvSpPr/>
            <p:nvPr/>
          </p:nvSpPr>
          <p:spPr>
            <a:xfrm rot="7490631">
              <a:off x="1018835" y="585726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36"/>
            <p:cNvSpPr/>
            <p:nvPr/>
          </p:nvSpPr>
          <p:spPr>
            <a:xfrm rot="-8509467">
              <a:off x="1177450" y="534867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36"/>
            <p:cNvSpPr/>
            <p:nvPr/>
          </p:nvSpPr>
          <p:spPr>
            <a:xfrm rot="8714477">
              <a:off x="1457977" y="245295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36"/>
            <p:cNvSpPr/>
            <p:nvPr/>
          </p:nvSpPr>
          <p:spPr>
            <a:xfrm rot="8718291">
              <a:off x="1379937" y="88423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36"/>
            <p:cNvSpPr/>
            <p:nvPr/>
          </p:nvSpPr>
          <p:spPr>
            <a:xfrm rot="8716038">
              <a:off x="1011895" y="13430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36"/>
            <p:cNvSpPr/>
            <p:nvPr/>
          </p:nvSpPr>
          <p:spPr>
            <a:xfrm rot="8717214">
              <a:off x="1291550" y="-36512"/>
              <a:ext cx="134288" cy="107020"/>
            </a:xfrm>
            <a:custGeom>
              <a:rect b="b" l="l" r="r" t="t"/>
              <a:pathLst>
                <a:path extrusionOk="0" h="70660" w="88664">
                  <a:moveTo>
                    <a:pt x="83649" y="70660"/>
                  </a:moveTo>
                  <a:lnTo>
                    <a:pt x="0" y="12677"/>
                  </a:lnTo>
                  <a:lnTo>
                    <a:pt x="30024" y="0"/>
                  </a:lnTo>
                  <a:cubicBezTo>
                    <a:pt x="45662" y="0"/>
                    <a:pt x="60379" y="6439"/>
                    <a:pt x="71417" y="17477"/>
                  </a:cubicBezTo>
                  <a:cubicBezTo>
                    <a:pt x="82915" y="28515"/>
                    <a:pt x="88664" y="43462"/>
                    <a:pt x="88664" y="5852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36"/>
            <p:cNvSpPr/>
            <p:nvPr/>
          </p:nvSpPr>
          <p:spPr>
            <a:xfrm rot="-8510566">
              <a:off x="990171" y="-39734"/>
              <a:ext cx="111265" cy="115583"/>
            </a:xfrm>
            <a:custGeom>
              <a:rect b="b" l="l" r="r" t="t"/>
              <a:pathLst>
                <a:path extrusionOk="0" h="76374" w="73521">
                  <a:moveTo>
                    <a:pt x="73521" y="18609"/>
                  </a:moveTo>
                  <a:lnTo>
                    <a:pt x="0" y="76374"/>
                  </a:lnTo>
                  <a:lnTo>
                    <a:pt x="0" y="38074"/>
                  </a:lnTo>
                  <a:lnTo>
                    <a:pt x="73388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36"/>
            <p:cNvSpPr/>
            <p:nvPr/>
          </p:nvSpPr>
          <p:spPr>
            <a:xfrm rot="8716038">
              <a:off x="121305" y="4141382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36"/>
            <p:cNvSpPr/>
            <p:nvPr/>
          </p:nvSpPr>
          <p:spPr>
            <a:xfrm rot="8716038">
              <a:off x="256619" y="4185646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36"/>
            <p:cNvSpPr/>
            <p:nvPr/>
          </p:nvSpPr>
          <p:spPr>
            <a:xfrm rot="8716038">
              <a:off x="188728" y="4055040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36"/>
            <p:cNvSpPr/>
            <p:nvPr/>
          </p:nvSpPr>
          <p:spPr>
            <a:xfrm rot="8716661">
              <a:off x="-22458" y="4277974"/>
              <a:ext cx="57453" cy="71977"/>
            </a:xfrm>
            <a:custGeom>
              <a:rect b="b" l="l" r="r" t="t"/>
              <a:pathLst>
                <a:path extrusionOk="0" h="71926" w="57413">
                  <a:moveTo>
                    <a:pt x="11441" y="71926"/>
                  </a:moveTo>
                  <a:lnTo>
                    <a:pt x="0" y="44829"/>
                  </a:lnTo>
                  <a:lnTo>
                    <a:pt x="0" y="44139"/>
                  </a:lnTo>
                  <a:cubicBezTo>
                    <a:pt x="0" y="32415"/>
                    <a:pt x="4828" y="21380"/>
                    <a:pt x="13104" y="13104"/>
                  </a:cubicBezTo>
                  <a:cubicBezTo>
                    <a:pt x="21380" y="4828"/>
                    <a:pt x="32415" y="0"/>
                    <a:pt x="44139" y="0"/>
                  </a:cubicBezTo>
                  <a:lnTo>
                    <a:pt x="57413" y="5605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36"/>
            <p:cNvSpPr/>
            <p:nvPr/>
          </p:nvSpPr>
          <p:spPr>
            <a:xfrm rot="8716661">
              <a:off x="-37081" y="4107215"/>
              <a:ext cx="147376" cy="83793"/>
            </a:xfrm>
            <a:custGeom>
              <a:rect b="b" l="l" r="r" t="t"/>
              <a:pathLst>
                <a:path extrusionOk="0" h="83734" w="147272">
                  <a:moveTo>
                    <a:pt x="0" y="83734"/>
                  </a:moveTo>
                  <a:lnTo>
                    <a:pt x="0" y="0"/>
                  </a:lnTo>
                  <a:lnTo>
                    <a:pt x="147272" y="0"/>
                  </a:lnTo>
                  <a:lnTo>
                    <a:pt x="89230" y="8373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36"/>
            <p:cNvSpPr/>
            <p:nvPr/>
          </p:nvSpPr>
          <p:spPr>
            <a:xfrm rot="8716661">
              <a:off x="43220" y="3712236"/>
              <a:ext cx="125625" cy="469092"/>
            </a:xfrm>
            <a:custGeom>
              <a:rect b="b" l="l" r="r" t="t"/>
              <a:pathLst>
                <a:path extrusionOk="0" h="468763" w="125537">
                  <a:moveTo>
                    <a:pt x="29455" y="468763"/>
                  </a:moveTo>
                  <a:lnTo>
                    <a:pt x="7792" y="425988"/>
                  </a:lnTo>
                  <a:cubicBezTo>
                    <a:pt x="2003" y="400498"/>
                    <a:pt x="0" y="369553"/>
                    <a:pt x="0" y="333043"/>
                  </a:cubicBezTo>
                  <a:lnTo>
                    <a:pt x="0" y="61444"/>
                  </a:lnTo>
                  <a:lnTo>
                    <a:pt x="118434" y="0"/>
                  </a:lnTo>
                  <a:lnTo>
                    <a:pt x="120216" y="248447"/>
                  </a:lnTo>
                  <a:cubicBezTo>
                    <a:pt x="118880" y="273381"/>
                    <a:pt x="120216" y="298537"/>
                    <a:pt x="123889" y="323359"/>
                  </a:cubicBezTo>
                  <a:lnTo>
                    <a:pt x="125537" y="33015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36"/>
            <p:cNvSpPr/>
            <p:nvPr/>
          </p:nvSpPr>
          <p:spPr>
            <a:xfrm rot="8716038">
              <a:off x="87916" y="4337378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36"/>
            <p:cNvSpPr/>
            <p:nvPr/>
          </p:nvSpPr>
          <p:spPr>
            <a:xfrm rot="8716038">
              <a:off x="558868" y="3762766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36"/>
            <p:cNvSpPr/>
            <p:nvPr/>
          </p:nvSpPr>
          <p:spPr>
            <a:xfrm rot="8716038">
              <a:off x="694183" y="3807030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36"/>
            <p:cNvSpPr/>
            <p:nvPr/>
          </p:nvSpPr>
          <p:spPr>
            <a:xfrm rot="8716038">
              <a:off x="388988" y="3896757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36"/>
            <p:cNvSpPr/>
            <p:nvPr/>
          </p:nvSpPr>
          <p:spPr>
            <a:xfrm rot="8718291">
              <a:off x="200594" y="3581116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36"/>
            <p:cNvSpPr/>
            <p:nvPr/>
          </p:nvSpPr>
          <p:spPr>
            <a:xfrm rot="8716038">
              <a:off x="525481" y="3958763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36"/>
            <p:cNvSpPr/>
            <p:nvPr/>
          </p:nvSpPr>
          <p:spPr>
            <a:xfrm rot="8711490">
              <a:off x="160032" y="3732427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36"/>
            <p:cNvSpPr/>
            <p:nvPr/>
          </p:nvSpPr>
          <p:spPr>
            <a:xfrm rot="7490631">
              <a:off x="684202" y="4247956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36"/>
            <p:cNvSpPr/>
            <p:nvPr/>
          </p:nvSpPr>
          <p:spPr>
            <a:xfrm rot="-8509467">
              <a:off x="842818" y="4197098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36"/>
            <p:cNvSpPr/>
            <p:nvPr/>
          </p:nvSpPr>
          <p:spPr>
            <a:xfrm rot="8714477">
              <a:off x="1123345" y="3907525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36"/>
            <p:cNvSpPr/>
            <p:nvPr/>
          </p:nvSpPr>
          <p:spPr>
            <a:xfrm rot="8718291">
              <a:off x="1045305" y="3750654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36"/>
            <p:cNvSpPr/>
            <p:nvPr/>
          </p:nvSpPr>
          <p:spPr>
            <a:xfrm rot="8716038">
              <a:off x="677262" y="379653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36"/>
            <p:cNvSpPr/>
            <p:nvPr/>
          </p:nvSpPr>
          <p:spPr>
            <a:xfrm rot="8718291">
              <a:off x="945723" y="3555375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36"/>
            <p:cNvSpPr/>
            <p:nvPr/>
          </p:nvSpPr>
          <p:spPr>
            <a:xfrm rot="8716661">
              <a:off x="601439" y="5027902"/>
              <a:ext cx="169799" cy="113109"/>
            </a:xfrm>
            <a:custGeom>
              <a:rect b="b" l="l" r="r" t="t"/>
              <a:pathLst>
                <a:path extrusionOk="0" h="113030" w="169680">
                  <a:moveTo>
                    <a:pt x="8965" y="113030"/>
                  </a:moveTo>
                  <a:lnTo>
                    <a:pt x="0" y="100616"/>
                  </a:lnTo>
                  <a:lnTo>
                    <a:pt x="106933" y="0"/>
                  </a:lnTo>
                  <a:lnTo>
                    <a:pt x="169680" y="4349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36"/>
            <p:cNvSpPr/>
            <p:nvPr/>
          </p:nvSpPr>
          <p:spPr>
            <a:xfrm rot="8716661">
              <a:off x="197134" y="4925197"/>
              <a:ext cx="194503" cy="296671"/>
            </a:xfrm>
            <a:custGeom>
              <a:rect b="b" l="l" r="r" t="t"/>
              <a:pathLst>
                <a:path extrusionOk="0" h="296463" w="194366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6043" y="0"/>
                  </a:lnTo>
                  <a:lnTo>
                    <a:pt x="194366" y="13053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36"/>
            <p:cNvSpPr/>
            <p:nvPr/>
          </p:nvSpPr>
          <p:spPr>
            <a:xfrm rot="8714800">
              <a:off x="82306" y="4748393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36"/>
            <p:cNvSpPr/>
            <p:nvPr/>
          </p:nvSpPr>
          <p:spPr>
            <a:xfrm rot="8716038">
              <a:off x="896641" y="4761249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36"/>
            <p:cNvSpPr/>
            <p:nvPr/>
          </p:nvSpPr>
          <p:spPr>
            <a:xfrm rot="8716661">
              <a:off x="1032162" y="4798810"/>
              <a:ext cx="390127" cy="383725"/>
            </a:xfrm>
            <a:custGeom>
              <a:rect b="b" l="l" r="r" t="t"/>
              <a:pathLst>
                <a:path extrusionOk="0" h="383455" w="389853">
                  <a:moveTo>
                    <a:pt x="77932" y="383455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111726"/>
                  </a:lnTo>
                  <a:lnTo>
                    <a:pt x="160692" y="111726"/>
                  </a:lnTo>
                  <a:cubicBezTo>
                    <a:pt x="171727" y="78967"/>
                    <a:pt x="181555" y="56208"/>
                    <a:pt x="192762" y="39914"/>
                  </a:cubicBezTo>
                  <a:lnTo>
                    <a:pt x="216292" y="20658"/>
                  </a:lnTo>
                  <a:lnTo>
                    <a:pt x="389853" y="140965"/>
                  </a:lnTo>
                  <a:lnTo>
                    <a:pt x="300695" y="146210"/>
                  </a:lnTo>
                  <a:lnTo>
                    <a:pt x="300694" y="121382"/>
                  </a:lnTo>
                  <a:cubicBezTo>
                    <a:pt x="300695" y="84140"/>
                    <a:pt x="279315" y="58621"/>
                    <a:pt x="249659" y="58622"/>
                  </a:cubicBezTo>
                  <a:cubicBezTo>
                    <a:pt x="205521" y="58621"/>
                    <a:pt x="168969" y="117244"/>
                    <a:pt x="168969" y="191038"/>
                  </a:cubicBezTo>
                  <a:lnTo>
                    <a:pt x="168969" y="321385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36"/>
            <p:cNvSpPr/>
            <p:nvPr/>
          </p:nvSpPr>
          <p:spPr>
            <a:xfrm rot="8716038">
              <a:off x="726761" y="489524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36"/>
            <p:cNvSpPr/>
            <p:nvPr/>
          </p:nvSpPr>
          <p:spPr>
            <a:xfrm rot="8718291">
              <a:off x="538367" y="4579600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36"/>
            <p:cNvSpPr/>
            <p:nvPr/>
          </p:nvSpPr>
          <p:spPr>
            <a:xfrm rot="8716661">
              <a:off x="826484" y="4988357"/>
              <a:ext cx="91099" cy="198788"/>
            </a:xfrm>
            <a:custGeom>
              <a:rect b="b" l="l" r="r" t="t"/>
              <a:pathLst>
                <a:path extrusionOk="0" h="198648" w="91035">
                  <a:moveTo>
                    <a:pt x="91035" y="198648"/>
                  </a:moveTo>
                  <a:lnTo>
                    <a:pt x="0" y="111060"/>
                  </a:lnTo>
                  <a:lnTo>
                    <a:pt x="0" y="0"/>
                  </a:lnTo>
                  <a:lnTo>
                    <a:pt x="91035" y="6310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36"/>
            <p:cNvSpPr/>
            <p:nvPr/>
          </p:nvSpPr>
          <p:spPr>
            <a:xfrm rot="8711490">
              <a:off x="497805" y="4730910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36"/>
            <p:cNvSpPr/>
            <p:nvPr/>
          </p:nvSpPr>
          <p:spPr>
            <a:xfrm rot="8716661">
              <a:off x="1458993" y="4904259"/>
              <a:ext cx="328235" cy="223226"/>
            </a:xfrm>
            <a:custGeom>
              <a:rect b="b" l="l" r="r" t="t"/>
              <a:pathLst>
                <a:path extrusionOk="0" h="223069" w="328004">
                  <a:moveTo>
                    <a:pt x="10574" y="223069"/>
                  </a:moveTo>
                  <a:lnTo>
                    <a:pt x="0" y="208428"/>
                  </a:lnTo>
                  <a:lnTo>
                    <a:pt x="192781" y="27035"/>
                  </a:lnTo>
                  <a:lnTo>
                    <a:pt x="227094" y="0"/>
                  </a:lnTo>
                  <a:lnTo>
                    <a:pt x="328004" y="69948"/>
                  </a:lnTo>
                  <a:lnTo>
                    <a:pt x="326080" y="74925"/>
                  </a:lnTo>
                  <a:cubicBezTo>
                    <a:pt x="317843" y="85805"/>
                    <a:pt x="306659" y="94549"/>
                    <a:pt x="293645" y="100243"/>
                  </a:cubicBezTo>
                  <a:lnTo>
                    <a:pt x="294458" y="10024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36"/>
            <p:cNvSpPr/>
            <p:nvPr/>
          </p:nvSpPr>
          <p:spPr>
            <a:xfrm rot="8718291">
              <a:off x="1383078" y="4749137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36"/>
            <p:cNvSpPr/>
            <p:nvPr/>
          </p:nvSpPr>
          <p:spPr>
            <a:xfrm rot="8716038">
              <a:off x="1015035" y="479501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36"/>
            <p:cNvSpPr/>
            <p:nvPr/>
          </p:nvSpPr>
          <p:spPr>
            <a:xfrm rot="8718291">
              <a:off x="1283496" y="4553858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36"/>
            <p:cNvSpPr/>
            <p:nvPr/>
          </p:nvSpPr>
          <p:spPr>
            <a:xfrm rot="8716661">
              <a:off x="-30459" y="3359353"/>
              <a:ext cx="98566" cy="75916"/>
            </a:xfrm>
            <a:custGeom>
              <a:rect b="b" l="l" r="r" t="t"/>
              <a:pathLst>
                <a:path extrusionOk="0" h="75863" w="98497">
                  <a:moveTo>
                    <a:pt x="0" y="75863"/>
                  </a:moveTo>
                  <a:lnTo>
                    <a:pt x="0" y="0"/>
                  </a:lnTo>
                  <a:lnTo>
                    <a:pt x="98497" y="0"/>
                  </a:lnTo>
                  <a:lnTo>
                    <a:pt x="45911" y="7586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36"/>
            <p:cNvSpPr/>
            <p:nvPr/>
          </p:nvSpPr>
          <p:spPr>
            <a:xfrm rot="8716661">
              <a:off x="-77656" y="3178279"/>
              <a:ext cx="389926" cy="385882"/>
            </a:xfrm>
            <a:custGeom>
              <a:rect b="b" l="l" r="r" t="t"/>
              <a:pathLst>
                <a:path extrusionOk="0" h="385611" w="389652">
                  <a:moveTo>
                    <a:pt x="77932" y="385611"/>
                  </a:moveTo>
                  <a:lnTo>
                    <a:pt x="77932" y="69054"/>
                  </a:lnTo>
                  <a:lnTo>
                    <a:pt x="0" y="69054"/>
                  </a:lnTo>
                  <a:lnTo>
                    <a:pt x="0" y="2156"/>
                  </a:lnTo>
                  <a:lnTo>
                    <a:pt x="158623" y="2156"/>
                  </a:lnTo>
                  <a:lnTo>
                    <a:pt x="158623" y="113882"/>
                  </a:lnTo>
                  <a:lnTo>
                    <a:pt x="160692" y="113882"/>
                  </a:lnTo>
                  <a:cubicBezTo>
                    <a:pt x="182762" y="48364"/>
                    <a:pt x="200003" y="22846"/>
                    <a:pt x="233107" y="9053"/>
                  </a:cubicBezTo>
                  <a:cubicBezTo>
                    <a:pt x="248280" y="2846"/>
                    <a:pt x="264142" y="-602"/>
                    <a:pt x="280694" y="87"/>
                  </a:cubicBezTo>
                  <a:cubicBezTo>
                    <a:pt x="316212" y="-603"/>
                    <a:pt x="344661" y="11466"/>
                    <a:pt x="364230" y="34398"/>
                  </a:cubicBezTo>
                  <a:lnTo>
                    <a:pt x="389652" y="117977"/>
                  </a:lnTo>
                  <a:lnTo>
                    <a:pt x="371473" y="144202"/>
                  </a:lnTo>
                  <a:lnTo>
                    <a:pt x="300695" y="148366"/>
                  </a:lnTo>
                  <a:lnTo>
                    <a:pt x="300695" y="123538"/>
                  </a:lnTo>
                  <a:cubicBezTo>
                    <a:pt x="300695" y="86296"/>
                    <a:pt x="279315" y="60778"/>
                    <a:pt x="249659" y="60778"/>
                  </a:cubicBezTo>
                  <a:cubicBezTo>
                    <a:pt x="205521" y="60778"/>
                    <a:pt x="168969" y="119400"/>
                    <a:pt x="168969" y="193194"/>
                  </a:cubicBezTo>
                  <a:lnTo>
                    <a:pt x="168969" y="323541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36"/>
            <p:cNvSpPr/>
            <p:nvPr/>
          </p:nvSpPr>
          <p:spPr>
            <a:xfrm rot="8716661">
              <a:off x="-71512" y="3028918"/>
              <a:ext cx="193730" cy="190093"/>
            </a:xfrm>
            <a:custGeom>
              <a:rect b="b" l="l" r="r" t="t"/>
              <a:pathLst>
                <a:path extrusionOk="0" h="189959" w="193594">
                  <a:moveTo>
                    <a:pt x="8965" y="189959"/>
                  </a:moveTo>
                  <a:lnTo>
                    <a:pt x="0" y="177545"/>
                  </a:lnTo>
                  <a:lnTo>
                    <a:pt x="163451" y="23749"/>
                  </a:lnTo>
                  <a:lnTo>
                    <a:pt x="193594" y="0"/>
                  </a:lnTo>
                  <a:lnTo>
                    <a:pt x="84606" y="157232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36"/>
            <p:cNvSpPr/>
            <p:nvPr/>
          </p:nvSpPr>
          <p:spPr>
            <a:xfrm rot="8716038">
              <a:off x="223591" y="2762353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36"/>
            <p:cNvSpPr/>
            <p:nvPr/>
          </p:nvSpPr>
          <p:spPr>
            <a:xfrm rot="8716038">
              <a:off x="358906" y="2806617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36"/>
            <p:cNvSpPr/>
            <p:nvPr/>
          </p:nvSpPr>
          <p:spPr>
            <a:xfrm rot="8716038">
              <a:off x="53711" y="2896344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36"/>
            <p:cNvSpPr/>
            <p:nvPr/>
          </p:nvSpPr>
          <p:spPr>
            <a:xfrm rot="8716661">
              <a:off x="-92421" y="2622370"/>
              <a:ext cx="271923" cy="238890"/>
            </a:xfrm>
            <a:custGeom>
              <a:rect b="b" l="l" r="r" t="t"/>
              <a:pathLst>
                <a:path extrusionOk="0" h="238722" w="271732">
                  <a:moveTo>
                    <a:pt x="106257" y="238722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271732" y="0"/>
                  </a:lnTo>
                  <a:lnTo>
                    <a:pt x="213690" y="83734"/>
                  </a:lnTo>
                  <a:lnTo>
                    <a:pt x="210465" y="83734"/>
                  </a:lnTo>
                  <a:lnTo>
                    <a:pt x="207289" y="9296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36"/>
            <p:cNvSpPr/>
            <p:nvPr/>
          </p:nvSpPr>
          <p:spPr>
            <a:xfrm rot="8716038">
              <a:off x="190204" y="2958350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36"/>
            <p:cNvSpPr/>
            <p:nvPr/>
          </p:nvSpPr>
          <p:spPr>
            <a:xfrm rot="7490631">
              <a:off x="348925" y="3247543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36"/>
            <p:cNvSpPr/>
            <p:nvPr/>
          </p:nvSpPr>
          <p:spPr>
            <a:xfrm rot="-8509467">
              <a:off x="507541" y="3196685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36"/>
            <p:cNvSpPr/>
            <p:nvPr/>
          </p:nvSpPr>
          <p:spPr>
            <a:xfrm rot="8714477">
              <a:off x="788068" y="2907112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36"/>
            <p:cNvSpPr/>
            <p:nvPr/>
          </p:nvSpPr>
          <p:spPr>
            <a:xfrm rot="8718291">
              <a:off x="710028" y="2750241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36"/>
            <p:cNvSpPr/>
            <p:nvPr/>
          </p:nvSpPr>
          <p:spPr>
            <a:xfrm rot="8716038">
              <a:off x="341985" y="2796123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36"/>
            <p:cNvSpPr/>
            <p:nvPr/>
          </p:nvSpPr>
          <p:spPr>
            <a:xfrm rot="8718291">
              <a:off x="610446" y="2554962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36"/>
            <p:cNvSpPr/>
            <p:nvPr/>
          </p:nvSpPr>
          <p:spPr>
            <a:xfrm rot="8716661">
              <a:off x="-24355" y="2374312"/>
              <a:ext cx="58991" cy="66945"/>
            </a:xfrm>
            <a:custGeom>
              <a:rect b="b" l="l" r="r" t="t"/>
              <a:pathLst>
                <a:path extrusionOk="0" h="66898" w="58950">
                  <a:moveTo>
                    <a:pt x="0" y="66898"/>
                  </a:moveTo>
                  <a:lnTo>
                    <a:pt x="0" y="0"/>
                  </a:lnTo>
                  <a:lnTo>
                    <a:pt x="58950" y="0"/>
                  </a:lnTo>
                  <a:lnTo>
                    <a:pt x="12579" y="6689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36"/>
            <p:cNvSpPr/>
            <p:nvPr/>
          </p:nvSpPr>
          <p:spPr>
            <a:xfrm rot="8716661">
              <a:off x="-39748" y="1952009"/>
              <a:ext cx="198189" cy="140263"/>
            </a:xfrm>
            <a:custGeom>
              <a:rect b="b" l="l" r="r" t="t"/>
              <a:pathLst>
                <a:path extrusionOk="0" h="140164" w="198050">
                  <a:moveTo>
                    <a:pt x="0" y="75863"/>
                  </a:moveTo>
                  <a:lnTo>
                    <a:pt x="0" y="0"/>
                  </a:lnTo>
                  <a:lnTo>
                    <a:pt x="128968" y="0"/>
                  </a:lnTo>
                  <a:cubicBezTo>
                    <a:pt x="156900" y="0"/>
                    <a:pt x="178452" y="6034"/>
                    <a:pt x="193021" y="18535"/>
                  </a:cubicBezTo>
                  <a:lnTo>
                    <a:pt x="198050" y="31548"/>
                  </a:lnTo>
                  <a:lnTo>
                    <a:pt x="122761" y="140164"/>
                  </a:ln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4"/>
                    <a:pt x="91726" y="7586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36"/>
            <p:cNvSpPr/>
            <p:nvPr/>
          </p:nvSpPr>
          <p:spPr>
            <a:xfrm rot="8716038">
              <a:off x="21133" y="1808134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36"/>
            <p:cNvSpPr/>
            <p:nvPr/>
          </p:nvSpPr>
          <p:spPr>
            <a:xfrm rot="8716661">
              <a:off x="-24407" y="2197762"/>
              <a:ext cx="102580" cy="53400"/>
            </a:xfrm>
            <a:custGeom>
              <a:rect b="b" l="l" r="r" t="t"/>
              <a:pathLst>
                <a:path extrusionOk="0" h="53362" w="102508">
                  <a:moveTo>
                    <a:pt x="0" y="23637"/>
                  </a:moveTo>
                  <a:lnTo>
                    <a:pt x="0" y="2258"/>
                  </a:lnTo>
                  <a:lnTo>
                    <a:pt x="102508" y="0"/>
                  </a:lnTo>
                  <a:lnTo>
                    <a:pt x="65519" y="53362"/>
                  </a:lnTo>
                  <a:lnTo>
                    <a:pt x="65519" y="2363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36"/>
            <p:cNvSpPr/>
            <p:nvPr/>
          </p:nvSpPr>
          <p:spPr>
            <a:xfrm rot="7490631">
              <a:off x="11152" y="2249060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36"/>
            <p:cNvSpPr/>
            <p:nvPr/>
          </p:nvSpPr>
          <p:spPr>
            <a:xfrm rot="-8509467">
              <a:off x="169768" y="2198202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36"/>
            <p:cNvSpPr/>
            <p:nvPr/>
          </p:nvSpPr>
          <p:spPr>
            <a:xfrm rot="8714477">
              <a:off x="450295" y="1908629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36"/>
            <p:cNvSpPr/>
            <p:nvPr/>
          </p:nvSpPr>
          <p:spPr>
            <a:xfrm rot="8718291">
              <a:off x="372255" y="1751758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36"/>
            <p:cNvSpPr/>
            <p:nvPr/>
          </p:nvSpPr>
          <p:spPr>
            <a:xfrm rot="8716038">
              <a:off x="4212" y="179764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36"/>
            <p:cNvSpPr/>
            <p:nvPr/>
          </p:nvSpPr>
          <p:spPr>
            <a:xfrm rot="8718291">
              <a:off x="272673" y="1556479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36"/>
            <p:cNvSpPr/>
            <p:nvPr/>
          </p:nvSpPr>
          <p:spPr>
            <a:xfrm rot="8716661">
              <a:off x="-35280" y="938074"/>
              <a:ext cx="158734" cy="159128"/>
            </a:xfrm>
            <a:custGeom>
              <a:rect b="b" l="l" r="r" t="t"/>
              <a:pathLst>
                <a:path extrusionOk="0" h="159016" w="158623">
                  <a:moveTo>
                    <a:pt x="77932" y="159016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42606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36"/>
            <p:cNvSpPr/>
            <p:nvPr/>
          </p:nvSpPr>
          <p:spPr>
            <a:xfrm rot="7483339">
              <a:off x="-33025" y="1345539"/>
              <a:ext cx="66007" cy="45766"/>
            </a:xfrm>
            <a:custGeom>
              <a:rect b="b" l="l" r="r" t="t"/>
              <a:pathLst>
                <a:path extrusionOk="0" h="45734" w="65961">
                  <a:moveTo>
                    <a:pt x="0" y="45734"/>
                  </a:moveTo>
                  <a:lnTo>
                    <a:pt x="0" y="0"/>
                  </a:lnTo>
                  <a:lnTo>
                    <a:pt x="65961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36"/>
            <p:cNvSpPr/>
            <p:nvPr/>
          </p:nvSpPr>
          <p:spPr>
            <a:xfrm rot="-8513943">
              <a:off x="-135151" y="1200354"/>
              <a:ext cx="387103" cy="481697"/>
            </a:xfrm>
            <a:custGeom>
              <a:rect b="b" l="l" r="r" t="t"/>
              <a:pathLst>
                <a:path extrusionOk="0" h="481345" w="386820">
                  <a:moveTo>
                    <a:pt x="386820" y="391818"/>
                  </a:moveTo>
                  <a:lnTo>
                    <a:pt x="342166" y="422376"/>
                  </a:lnTo>
                  <a:cubicBezTo>
                    <a:pt x="268920" y="462151"/>
                    <a:pt x="190624" y="477966"/>
                    <a:pt x="138636" y="481098"/>
                  </a:cubicBezTo>
                  <a:cubicBezTo>
                    <a:pt x="100219" y="483604"/>
                    <a:pt x="62637" y="466901"/>
                    <a:pt x="35911" y="439340"/>
                  </a:cubicBezTo>
                  <a:cubicBezTo>
                    <a:pt x="7516" y="411780"/>
                    <a:pt x="0" y="364176"/>
                    <a:pt x="0" y="295693"/>
                  </a:cubicBezTo>
                  <a:lnTo>
                    <a:pt x="0" y="40970"/>
                  </a:lnTo>
                  <a:lnTo>
                    <a:pt x="78970" y="0"/>
                  </a:lnTo>
                  <a:lnTo>
                    <a:pt x="111492" y="41392"/>
                  </a:lnTo>
                  <a:lnTo>
                    <a:pt x="112747" y="216353"/>
                  </a:lnTo>
                  <a:cubicBezTo>
                    <a:pt x="110241" y="263122"/>
                    <a:pt x="117757" y="310726"/>
                    <a:pt x="132789" y="354990"/>
                  </a:cubicBezTo>
                  <a:cubicBezTo>
                    <a:pt x="146153" y="391736"/>
                    <a:pt x="180394" y="410110"/>
                    <a:pt x="233008" y="410110"/>
                  </a:cubicBezTo>
                  <a:cubicBezTo>
                    <a:pt x="258899" y="409274"/>
                    <a:pt x="283953" y="404263"/>
                    <a:pt x="308173" y="396747"/>
                  </a:cubicBezTo>
                  <a:lnTo>
                    <a:pt x="370717" y="371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36"/>
            <p:cNvSpPr/>
            <p:nvPr/>
          </p:nvSpPr>
          <p:spPr>
            <a:xfrm rot="8714477">
              <a:off x="118921" y="906575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36"/>
            <p:cNvSpPr/>
            <p:nvPr/>
          </p:nvSpPr>
          <p:spPr>
            <a:xfrm rot="8718291">
              <a:off x="40881" y="749704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36"/>
            <p:cNvSpPr/>
            <p:nvPr/>
          </p:nvSpPr>
          <p:spPr>
            <a:xfrm rot="8716661">
              <a:off x="-45062" y="551854"/>
              <a:ext cx="152699" cy="165528"/>
            </a:xfrm>
            <a:custGeom>
              <a:rect b="b" l="l" r="r" t="t"/>
              <a:pathLst>
                <a:path extrusionOk="0" h="165412" w="152592">
                  <a:moveTo>
                    <a:pt x="26453" y="153143"/>
                  </a:moveTo>
                  <a:cubicBezTo>
                    <a:pt x="9746" y="136436"/>
                    <a:pt x="0" y="114161"/>
                    <a:pt x="0" y="90494"/>
                  </a:cubicBezTo>
                  <a:lnTo>
                    <a:pt x="0" y="89101"/>
                  </a:lnTo>
                  <a:cubicBezTo>
                    <a:pt x="0" y="65434"/>
                    <a:pt x="9746" y="43159"/>
                    <a:pt x="26453" y="26453"/>
                  </a:cubicBezTo>
                  <a:cubicBezTo>
                    <a:pt x="43159" y="9746"/>
                    <a:pt x="65435" y="0"/>
                    <a:pt x="89101" y="0"/>
                  </a:cubicBezTo>
                  <a:cubicBezTo>
                    <a:pt x="112770" y="0"/>
                    <a:pt x="135045" y="9746"/>
                    <a:pt x="151752" y="26453"/>
                  </a:cubicBezTo>
                  <a:lnTo>
                    <a:pt x="152592" y="27688"/>
                  </a:lnTo>
                  <a:lnTo>
                    <a:pt x="57126" y="165412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36"/>
            <p:cNvSpPr/>
            <p:nvPr/>
          </p:nvSpPr>
          <p:spPr>
            <a:xfrm rot="8716661">
              <a:off x="-69959" y="4586930"/>
              <a:ext cx="183939" cy="187726"/>
            </a:xfrm>
            <a:custGeom>
              <a:rect b="b" l="l" r="r" t="t"/>
              <a:pathLst>
                <a:path extrusionOk="0" h="187594" w="183810">
                  <a:moveTo>
                    <a:pt x="10574" y="187594"/>
                  </a:moveTo>
                  <a:lnTo>
                    <a:pt x="0" y="172952"/>
                  </a:lnTo>
                  <a:lnTo>
                    <a:pt x="183810" y="0"/>
                  </a:lnTo>
                  <a:lnTo>
                    <a:pt x="72284" y="16089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36"/>
            <p:cNvSpPr/>
            <p:nvPr/>
          </p:nvSpPr>
          <p:spPr>
            <a:xfrm rot="8716038">
              <a:off x="4450638" y="3074983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36"/>
            <p:cNvSpPr/>
            <p:nvPr/>
          </p:nvSpPr>
          <p:spPr>
            <a:xfrm rot="8716038">
              <a:off x="4585953" y="3119247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36"/>
            <p:cNvSpPr/>
            <p:nvPr/>
          </p:nvSpPr>
          <p:spPr>
            <a:xfrm rot="8716038">
              <a:off x="4518062" y="2988642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36"/>
            <p:cNvSpPr/>
            <p:nvPr/>
          </p:nvSpPr>
          <p:spPr>
            <a:xfrm rot="8716038">
              <a:off x="4280758" y="3208974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36"/>
            <p:cNvSpPr/>
            <p:nvPr/>
          </p:nvSpPr>
          <p:spPr>
            <a:xfrm rot="8718291">
              <a:off x="4092362" y="2893334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36"/>
            <p:cNvSpPr/>
            <p:nvPr/>
          </p:nvSpPr>
          <p:spPr>
            <a:xfrm rot="8714800">
              <a:off x="4073867" y="2683511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36"/>
            <p:cNvSpPr/>
            <p:nvPr/>
          </p:nvSpPr>
          <p:spPr>
            <a:xfrm rot="8716038">
              <a:off x="4417250" y="3270979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36"/>
            <p:cNvSpPr/>
            <p:nvPr/>
          </p:nvSpPr>
          <p:spPr>
            <a:xfrm rot="8716038">
              <a:off x="4888202" y="2696367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36"/>
            <p:cNvSpPr/>
            <p:nvPr/>
          </p:nvSpPr>
          <p:spPr>
            <a:xfrm rot="8716038">
              <a:off x="5023517" y="2740631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36"/>
            <p:cNvSpPr/>
            <p:nvPr/>
          </p:nvSpPr>
          <p:spPr>
            <a:xfrm rot="8716038">
              <a:off x="4718322" y="2830358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36"/>
            <p:cNvSpPr/>
            <p:nvPr/>
          </p:nvSpPr>
          <p:spPr>
            <a:xfrm rot="8718291">
              <a:off x="4529928" y="2514718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36"/>
            <p:cNvSpPr/>
            <p:nvPr/>
          </p:nvSpPr>
          <p:spPr>
            <a:xfrm rot="8716038">
              <a:off x="4854815" y="2892364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36"/>
            <p:cNvSpPr/>
            <p:nvPr/>
          </p:nvSpPr>
          <p:spPr>
            <a:xfrm rot="8711490">
              <a:off x="4489366" y="2666028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36"/>
            <p:cNvSpPr/>
            <p:nvPr/>
          </p:nvSpPr>
          <p:spPr>
            <a:xfrm rot="7490631">
              <a:off x="5013536" y="3181557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36"/>
            <p:cNvSpPr/>
            <p:nvPr/>
          </p:nvSpPr>
          <p:spPr>
            <a:xfrm rot="-8509467">
              <a:off x="5172152" y="3130699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36"/>
            <p:cNvSpPr/>
            <p:nvPr/>
          </p:nvSpPr>
          <p:spPr>
            <a:xfrm rot="8714477">
              <a:off x="5452679" y="2841126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36"/>
            <p:cNvSpPr/>
            <p:nvPr/>
          </p:nvSpPr>
          <p:spPr>
            <a:xfrm rot="8718291">
              <a:off x="5374639" y="2684255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36"/>
            <p:cNvSpPr/>
            <p:nvPr/>
          </p:nvSpPr>
          <p:spPr>
            <a:xfrm rot="8716038">
              <a:off x="5006596" y="2730137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36"/>
            <p:cNvSpPr/>
            <p:nvPr/>
          </p:nvSpPr>
          <p:spPr>
            <a:xfrm rot="8718291">
              <a:off x="5275057" y="2488976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36"/>
            <p:cNvSpPr/>
            <p:nvPr/>
          </p:nvSpPr>
          <p:spPr>
            <a:xfrm rot="8716038">
              <a:off x="4788411" y="4073466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36"/>
            <p:cNvSpPr/>
            <p:nvPr/>
          </p:nvSpPr>
          <p:spPr>
            <a:xfrm rot="8716038">
              <a:off x="4923726" y="4117730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36"/>
            <p:cNvSpPr/>
            <p:nvPr/>
          </p:nvSpPr>
          <p:spPr>
            <a:xfrm rot="8716038">
              <a:off x="4855835" y="3987125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36"/>
            <p:cNvSpPr/>
            <p:nvPr/>
          </p:nvSpPr>
          <p:spPr>
            <a:xfrm rot="8716038">
              <a:off x="4618531" y="4207457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36"/>
            <p:cNvSpPr/>
            <p:nvPr/>
          </p:nvSpPr>
          <p:spPr>
            <a:xfrm rot="8718291">
              <a:off x="4430135" y="3891817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36"/>
            <p:cNvSpPr/>
            <p:nvPr/>
          </p:nvSpPr>
          <p:spPr>
            <a:xfrm rot="8714800">
              <a:off x="4411640" y="3681994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36"/>
            <p:cNvSpPr/>
            <p:nvPr/>
          </p:nvSpPr>
          <p:spPr>
            <a:xfrm rot="8716038">
              <a:off x="4755023" y="4269462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36"/>
            <p:cNvSpPr/>
            <p:nvPr/>
          </p:nvSpPr>
          <p:spPr>
            <a:xfrm rot="8716038">
              <a:off x="5225975" y="3694850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36"/>
            <p:cNvSpPr/>
            <p:nvPr/>
          </p:nvSpPr>
          <p:spPr>
            <a:xfrm rot="8716661">
              <a:off x="5364070" y="3753167"/>
              <a:ext cx="325769" cy="385882"/>
            </a:xfrm>
            <a:custGeom>
              <a:rect b="b" l="l" r="r" t="t"/>
              <a:pathLst>
                <a:path extrusionOk="0" h="385611" w="325540">
                  <a:moveTo>
                    <a:pt x="8983" y="385611"/>
                  </a:moveTo>
                  <a:lnTo>
                    <a:pt x="8983" y="69053"/>
                  </a:lnTo>
                  <a:lnTo>
                    <a:pt x="0" y="69053"/>
                  </a:lnTo>
                  <a:lnTo>
                    <a:pt x="55019" y="2157"/>
                  </a:lnTo>
                  <a:lnTo>
                    <a:pt x="89675" y="2156"/>
                  </a:lnTo>
                  <a:lnTo>
                    <a:pt x="89674" y="113882"/>
                  </a:lnTo>
                  <a:lnTo>
                    <a:pt x="91743" y="113882"/>
                  </a:lnTo>
                  <a:cubicBezTo>
                    <a:pt x="113813" y="48363"/>
                    <a:pt x="131055" y="22846"/>
                    <a:pt x="164159" y="9053"/>
                  </a:cubicBezTo>
                  <a:cubicBezTo>
                    <a:pt x="179331" y="2846"/>
                    <a:pt x="195193" y="-602"/>
                    <a:pt x="211745" y="87"/>
                  </a:cubicBezTo>
                  <a:cubicBezTo>
                    <a:pt x="282781" y="-1293"/>
                    <a:pt x="325540" y="48363"/>
                    <a:pt x="325540" y="133882"/>
                  </a:cubicBezTo>
                  <a:lnTo>
                    <a:pt x="325540" y="142848"/>
                  </a:lnTo>
                  <a:lnTo>
                    <a:pt x="231746" y="148366"/>
                  </a:lnTo>
                  <a:lnTo>
                    <a:pt x="231746" y="123538"/>
                  </a:lnTo>
                  <a:cubicBezTo>
                    <a:pt x="231746" y="86296"/>
                    <a:pt x="210367" y="60778"/>
                    <a:pt x="180710" y="60778"/>
                  </a:cubicBezTo>
                  <a:cubicBezTo>
                    <a:pt x="136572" y="60777"/>
                    <a:pt x="100020" y="119400"/>
                    <a:pt x="100020" y="193194"/>
                  </a:cubicBezTo>
                  <a:lnTo>
                    <a:pt x="100020" y="323541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36"/>
            <p:cNvSpPr/>
            <p:nvPr/>
          </p:nvSpPr>
          <p:spPr>
            <a:xfrm rot="8716038">
              <a:off x="5056095" y="3828841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36"/>
            <p:cNvSpPr/>
            <p:nvPr/>
          </p:nvSpPr>
          <p:spPr>
            <a:xfrm rot="8718291">
              <a:off x="4867701" y="3513201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36"/>
            <p:cNvSpPr/>
            <p:nvPr/>
          </p:nvSpPr>
          <p:spPr>
            <a:xfrm rot="8716038">
              <a:off x="5192588" y="3890847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36"/>
            <p:cNvSpPr/>
            <p:nvPr/>
          </p:nvSpPr>
          <p:spPr>
            <a:xfrm rot="8711490">
              <a:off x="4827139" y="3664511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36"/>
            <p:cNvSpPr/>
            <p:nvPr/>
          </p:nvSpPr>
          <p:spPr>
            <a:xfrm rot="7490631">
              <a:off x="5351309" y="4180040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36"/>
            <p:cNvSpPr/>
            <p:nvPr/>
          </p:nvSpPr>
          <p:spPr>
            <a:xfrm rot="-8510566">
              <a:off x="5497088" y="4157691"/>
              <a:ext cx="336119" cy="433923"/>
            </a:xfrm>
            <a:custGeom>
              <a:rect b="b" l="l" r="r" t="t"/>
              <a:pathLst>
                <a:path extrusionOk="0" h="286724" w="222098">
                  <a:moveTo>
                    <a:pt x="23241" y="47275"/>
                  </a:moveTo>
                  <a:lnTo>
                    <a:pt x="0" y="11882"/>
                  </a:lnTo>
                  <a:lnTo>
                    <a:pt x="22902" y="0"/>
                  </a:lnTo>
                  <a:close/>
                  <a:moveTo>
                    <a:pt x="222098" y="258238"/>
                  </a:moveTo>
                  <a:lnTo>
                    <a:pt x="180472" y="286724"/>
                  </a:lnTo>
                  <a:lnTo>
                    <a:pt x="167667" y="267224"/>
                  </a:lnTo>
                  <a:lnTo>
                    <a:pt x="220995" y="245547"/>
                  </a:lnTo>
                  <a:cubicBezTo>
                    <a:pt x="221546" y="247754"/>
                    <a:pt x="222098" y="250513"/>
                    <a:pt x="222098" y="25272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36"/>
            <p:cNvSpPr/>
            <p:nvPr/>
          </p:nvSpPr>
          <p:spPr>
            <a:xfrm rot="8717214">
              <a:off x="5689056" y="3701633"/>
              <a:ext cx="105454" cy="119171"/>
            </a:xfrm>
            <a:custGeom>
              <a:rect b="b" l="l" r="r" t="t"/>
              <a:pathLst>
                <a:path extrusionOk="0" h="78683" w="69626">
                  <a:moveTo>
                    <a:pt x="0" y="74288"/>
                  </a:moveTo>
                  <a:lnTo>
                    <a:pt x="61446" y="0"/>
                  </a:lnTo>
                  <a:lnTo>
                    <a:pt x="69626" y="19468"/>
                  </a:lnTo>
                  <a:cubicBezTo>
                    <a:pt x="69626" y="34531"/>
                    <a:pt x="63877" y="49708"/>
                    <a:pt x="52380" y="61206"/>
                  </a:cubicBezTo>
                  <a:cubicBezTo>
                    <a:pt x="41341" y="72244"/>
                    <a:pt x="26624" y="78683"/>
                    <a:pt x="10986" y="7868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36"/>
            <p:cNvSpPr/>
            <p:nvPr/>
          </p:nvSpPr>
          <p:spPr>
            <a:xfrm rot="8716038">
              <a:off x="5344369" y="3728621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36"/>
            <p:cNvSpPr/>
            <p:nvPr/>
          </p:nvSpPr>
          <p:spPr>
            <a:xfrm rot="8717214">
              <a:off x="5599804" y="3480412"/>
              <a:ext cx="177976" cy="178324"/>
            </a:xfrm>
            <a:custGeom>
              <a:rect b="b" l="l" r="r" t="t"/>
              <a:pathLst>
                <a:path extrusionOk="0" h="117739" w="117509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lnTo>
                    <a:pt x="2091" y="48678"/>
                  </a:lnTo>
                  <a:lnTo>
                    <a:pt x="38978" y="4080"/>
                  </a:lnTo>
                  <a:lnTo>
                    <a:pt x="58869" y="0"/>
                  </a:lnTo>
                  <a:cubicBezTo>
                    <a:pt x="74507" y="0"/>
                    <a:pt x="89224" y="6439"/>
                    <a:pt x="100263" y="17477"/>
                  </a:cubicBezTo>
                  <a:cubicBezTo>
                    <a:pt x="123258" y="39553"/>
                    <a:pt x="123258" y="77266"/>
                    <a:pt x="100263" y="100262"/>
                  </a:cubicBezTo>
                  <a:cubicBezTo>
                    <a:pt x="89224" y="111300"/>
                    <a:pt x="74507" y="117739"/>
                    <a:pt x="58869" y="117739"/>
                  </a:cubicBezTo>
                  <a:cubicBezTo>
                    <a:pt x="43233" y="117739"/>
                    <a:pt x="28515" y="112220"/>
                    <a:pt x="17477" y="101182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36"/>
            <p:cNvSpPr/>
            <p:nvPr/>
          </p:nvSpPr>
          <p:spPr>
            <a:xfrm rot="8716661">
              <a:off x="5090715" y="5117258"/>
              <a:ext cx="37122" cy="40413"/>
            </a:xfrm>
            <a:custGeom>
              <a:rect b="b" l="l" r="r" t="t"/>
              <a:pathLst>
                <a:path extrusionOk="0" h="40385" w="37096">
                  <a:moveTo>
                    <a:pt x="0" y="40385"/>
                  </a:moveTo>
                  <a:lnTo>
                    <a:pt x="0" y="0"/>
                  </a:lnTo>
                  <a:lnTo>
                    <a:pt x="37096" y="2571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36"/>
            <p:cNvSpPr/>
            <p:nvPr/>
          </p:nvSpPr>
          <p:spPr>
            <a:xfrm rot="8716661">
              <a:off x="5405652" y="5085000"/>
              <a:ext cx="60448" cy="83116"/>
            </a:xfrm>
            <a:custGeom>
              <a:rect b="b" l="l" r="r" t="t"/>
              <a:pathLst>
                <a:path extrusionOk="0" h="83058" w="60406">
                  <a:moveTo>
                    <a:pt x="0" y="83058"/>
                  </a:moveTo>
                  <a:lnTo>
                    <a:pt x="0" y="0"/>
                  </a:lnTo>
                  <a:lnTo>
                    <a:pt x="60406" y="41872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36"/>
            <p:cNvSpPr/>
            <p:nvPr/>
          </p:nvSpPr>
          <p:spPr>
            <a:xfrm rot="8716661">
              <a:off x="5206824" y="4975148"/>
              <a:ext cx="245383" cy="162108"/>
            </a:xfrm>
            <a:custGeom>
              <a:rect b="b" l="l" r="r" t="t"/>
              <a:pathLst>
                <a:path extrusionOk="0" h="161994" w="245211">
                  <a:moveTo>
                    <a:pt x="8965" y="161994"/>
                  </a:moveTo>
                  <a:lnTo>
                    <a:pt x="0" y="149580"/>
                  </a:lnTo>
                  <a:lnTo>
                    <a:pt x="158971" y="0"/>
                  </a:lnTo>
                  <a:lnTo>
                    <a:pt x="245211" y="5977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36"/>
            <p:cNvSpPr/>
            <p:nvPr/>
          </p:nvSpPr>
          <p:spPr>
            <a:xfrm rot="8716661">
              <a:off x="4807158" y="4871028"/>
              <a:ext cx="249694" cy="296671"/>
            </a:xfrm>
            <a:custGeom>
              <a:rect b="b" l="l" r="r" t="t"/>
              <a:pathLst>
                <a:path extrusionOk="0" h="296463" w="249519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128719" y="0"/>
                  </a:lnTo>
                  <a:lnTo>
                    <a:pt x="249519" y="83734"/>
                  </a:lnTo>
                  <a:lnTo>
                    <a:pt x="210465" y="8373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36"/>
            <p:cNvSpPr/>
            <p:nvPr/>
          </p:nvSpPr>
          <p:spPr>
            <a:xfrm rot="8714800">
              <a:off x="4742607" y="4678505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36"/>
            <p:cNvSpPr/>
            <p:nvPr/>
          </p:nvSpPr>
          <p:spPr>
            <a:xfrm rot="8717214">
              <a:off x="5548103" y="4732255"/>
              <a:ext cx="92478" cy="287289"/>
            </a:xfrm>
            <a:custGeom>
              <a:rect b="b" l="l" r="r" t="t"/>
              <a:pathLst>
                <a:path extrusionOk="0" h="189683" w="61059">
                  <a:moveTo>
                    <a:pt x="0" y="189683"/>
                  </a:moveTo>
                  <a:lnTo>
                    <a:pt x="1" y="70355"/>
                  </a:lnTo>
                  <a:lnTo>
                    <a:pt x="58192" y="0"/>
                  </a:lnTo>
                  <a:lnTo>
                    <a:pt x="61059" y="7418"/>
                  </a:lnTo>
                  <a:lnTo>
                    <a:pt x="61059" y="16553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36"/>
            <p:cNvSpPr/>
            <p:nvPr/>
          </p:nvSpPr>
          <p:spPr>
            <a:xfrm rot="8716038">
              <a:off x="5387062" y="482535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36"/>
            <p:cNvSpPr/>
            <p:nvPr/>
          </p:nvSpPr>
          <p:spPr>
            <a:xfrm rot="8718291">
              <a:off x="5198667" y="4509712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36"/>
            <p:cNvSpPr/>
            <p:nvPr/>
          </p:nvSpPr>
          <p:spPr>
            <a:xfrm rot="8716661">
              <a:off x="5503895" y="4913075"/>
              <a:ext cx="91099" cy="258934"/>
            </a:xfrm>
            <a:custGeom>
              <a:rect b="b" l="l" r="r" t="t"/>
              <a:pathLst>
                <a:path extrusionOk="0" h="258752" w="91035">
                  <a:moveTo>
                    <a:pt x="91035" y="258752"/>
                  </a:moveTo>
                  <a:lnTo>
                    <a:pt x="0" y="171163"/>
                  </a:lnTo>
                  <a:lnTo>
                    <a:pt x="0" y="43487"/>
                  </a:lnTo>
                  <a:lnTo>
                    <a:pt x="35968" y="0"/>
                  </a:lnTo>
                  <a:lnTo>
                    <a:pt x="91035" y="3817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36"/>
            <p:cNvSpPr/>
            <p:nvPr/>
          </p:nvSpPr>
          <p:spPr>
            <a:xfrm rot="8711490">
              <a:off x="5158106" y="4661022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36"/>
            <p:cNvSpPr/>
            <p:nvPr/>
          </p:nvSpPr>
          <p:spPr>
            <a:xfrm rot="8716038">
              <a:off x="4115361" y="2074570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36"/>
            <p:cNvSpPr/>
            <p:nvPr/>
          </p:nvSpPr>
          <p:spPr>
            <a:xfrm rot="8716038">
              <a:off x="4250676" y="2118834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36"/>
            <p:cNvSpPr/>
            <p:nvPr/>
          </p:nvSpPr>
          <p:spPr>
            <a:xfrm rot="8716038">
              <a:off x="4182785" y="1988229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36"/>
            <p:cNvSpPr/>
            <p:nvPr/>
          </p:nvSpPr>
          <p:spPr>
            <a:xfrm rot="8716038">
              <a:off x="3945481" y="2208561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36"/>
            <p:cNvSpPr/>
            <p:nvPr/>
          </p:nvSpPr>
          <p:spPr>
            <a:xfrm rot="8718291">
              <a:off x="3757085" y="1892921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36"/>
            <p:cNvSpPr/>
            <p:nvPr/>
          </p:nvSpPr>
          <p:spPr>
            <a:xfrm rot="8714800">
              <a:off x="3738590" y="1683098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36"/>
            <p:cNvSpPr/>
            <p:nvPr/>
          </p:nvSpPr>
          <p:spPr>
            <a:xfrm rot="8716038">
              <a:off x="4081973" y="2270566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36"/>
            <p:cNvSpPr/>
            <p:nvPr/>
          </p:nvSpPr>
          <p:spPr>
            <a:xfrm rot="8716038">
              <a:off x="4552925" y="1695954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36"/>
            <p:cNvSpPr/>
            <p:nvPr/>
          </p:nvSpPr>
          <p:spPr>
            <a:xfrm rot="8716038">
              <a:off x="4688240" y="1740218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36"/>
            <p:cNvSpPr/>
            <p:nvPr/>
          </p:nvSpPr>
          <p:spPr>
            <a:xfrm rot="8716038">
              <a:off x="4383045" y="1829945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36"/>
            <p:cNvSpPr/>
            <p:nvPr/>
          </p:nvSpPr>
          <p:spPr>
            <a:xfrm rot="8718291">
              <a:off x="4194651" y="1514305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36"/>
            <p:cNvSpPr/>
            <p:nvPr/>
          </p:nvSpPr>
          <p:spPr>
            <a:xfrm rot="8716038">
              <a:off x="4519537" y="1891951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36"/>
            <p:cNvSpPr/>
            <p:nvPr/>
          </p:nvSpPr>
          <p:spPr>
            <a:xfrm rot="8711490">
              <a:off x="4154089" y="1665615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36"/>
            <p:cNvSpPr/>
            <p:nvPr/>
          </p:nvSpPr>
          <p:spPr>
            <a:xfrm rot="7490631">
              <a:off x="4678259" y="2181144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36"/>
            <p:cNvSpPr/>
            <p:nvPr/>
          </p:nvSpPr>
          <p:spPr>
            <a:xfrm rot="-8509467">
              <a:off x="4836875" y="2130286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36"/>
            <p:cNvSpPr/>
            <p:nvPr/>
          </p:nvSpPr>
          <p:spPr>
            <a:xfrm rot="8714477">
              <a:off x="5117402" y="1840713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36"/>
            <p:cNvSpPr/>
            <p:nvPr/>
          </p:nvSpPr>
          <p:spPr>
            <a:xfrm rot="8718291">
              <a:off x="5039362" y="1683842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36"/>
            <p:cNvSpPr/>
            <p:nvPr/>
          </p:nvSpPr>
          <p:spPr>
            <a:xfrm rot="8716038">
              <a:off x="4671319" y="1729725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36"/>
            <p:cNvSpPr/>
            <p:nvPr/>
          </p:nvSpPr>
          <p:spPr>
            <a:xfrm rot="8718291">
              <a:off x="4939780" y="1488563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36"/>
            <p:cNvSpPr/>
            <p:nvPr/>
          </p:nvSpPr>
          <p:spPr>
            <a:xfrm rot="8716038">
              <a:off x="3777588" y="1076087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36"/>
            <p:cNvSpPr/>
            <p:nvPr/>
          </p:nvSpPr>
          <p:spPr>
            <a:xfrm rot="8716038">
              <a:off x="3912903" y="1120351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36"/>
            <p:cNvSpPr/>
            <p:nvPr/>
          </p:nvSpPr>
          <p:spPr>
            <a:xfrm rot="8716038">
              <a:off x="3845012" y="989746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36"/>
            <p:cNvSpPr/>
            <p:nvPr/>
          </p:nvSpPr>
          <p:spPr>
            <a:xfrm rot="8716038">
              <a:off x="3607708" y="1210078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36"/>
            <p:cNvSpPr/>
            <p:nvPr/>
          </p:nvSpPr>
          <p:spPr>
            <a:xfrm rot="8718291">
              <a:off x="3419312" y="894438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36"/>
            <p:cNvSpPr/>
            <p:nvPr/>
          </p:nvSpPr>
          <p:spPr>
            <a:xfrm rot="8714800">
              <a:off x="3400817" y="684615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36"/>
            <p:cNvSpPr/>
            <p:nvPr/>
          </p:nvSpPr>
          <p:spPr>
            <a:xfrm rot="8716038">
              <a:off x="3744200" y="1272083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36"/>
            <p:cNvSpPr/>
            <p:nvPr/>
          </p:nvSpPr>
          <p:spPr>
            <a:xfrm rot="8716038">
              <a:off x="4215152" y="697471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36"/>
            <p:cNvSpPr/>
            <p:nvPr/>
          </p:nvSpPr>
          <p:spPr>
            <a:xfrm rot="8716038">
              <a:off x="4350467" y="741735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36"/>
            <p:cNvSpPr/>
            <p:nvPr/>
          </p:nvSpPr>
          <p:spPr>
            <a:xfrm rot="8716038">
              <a:off x="4045272" y="83146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36"/>
            <p:cNvSpPr/>
            <p:nvPr/>
          </p:nvSpPr>
          <p:spPr>
            <a:xfrm rot="8718291">
              <a:off x="3856878" y="515822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36"/>
            <p:cNvSpPr/>
            <p:nvPr/>
          </p:nvSpPr>
          <p:spPr>
            <a:xfrm rot="8716038">
              <a:off x="4181765" y="893468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36"/>
            <p:cNvSpPr/>
            <p:nvPr/>
          </p:nvSpPr>
          <p:spPr>
            <a:xfrm rot="8711490">
              <a:off x="3816316" y="667132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36"/>
            <p:cNvSpPr/>
            <p:nvPr/>
          </p:nvSpPr>
          <p:spPr>
            <a:xfrm rot="7490631">
              <a:off x="4340486" y="1182661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36"/>
            <p:cNvSpPr/>
            <p:nvPr/>
          </p:nvSpPr>
          <p:spPr>
            <a:xfrm rot="-8509467">
              <a:off x="4499102" y="1131803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36"/>
            <p:cNvSpPr/>
            <p:nvPr/>
          </p:nvSpPr>
          <p:spPr>
            <a:xfrm rot="8714477">
              <a:off x="4779629" y="842230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36"/>
            <p:cNvSpPr/>
            <p:nvPr/>
          </p:nvSpPr>
          <p:spPr>
            <a:xfrm rot="8718291">
              <a:off x="4701589" y="685359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36"/>
            <p:cNvSpPr/>
            <p:nvPr/>
          </p:nvSpPr>
          <p:spPr>
            <a:xfrm rot="8716038">
              <a:off x="4333546" y="73124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36"/>
            <p:cNvSpPr/>
            <p:nvPr/>
          </p:nvSpPr>
          <p:spPr>
            <a:xfrm rot="8718291">
              <a:off x="4602007" y="490080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36"/>
            <p:cNvSpPr/>
            <p:nvPr/>
          </p:nvSpPr>
          <p:spPr>
            <a:xfrm rot="8716038">
              <a:off x="3446215" y="74033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36"/>
            <p:cNvSpPr/>
            <p:nvPr/>
          </p:nvSpPr>
          <p:spPr>
            <a:xfrm rot="8716038">
              <a:off x="3581529" y="118298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36"/>
            <p:cNvSpPr/>
            <p:nvPr/>
          </p:nvSpPr>
          <p:spPr>
            <a:xfrm rot="8717214">
              <a:off x="3522419" y="36147"/>
              <a:ext cx="234835" cy="172607"/>
            </a:xfrm>
            <a:custGeom>
              <a:rect b="b" l="l" r="r" t="t"/>
              <a:pathLst>
                <a:path extrusionOk="0" h="113964" w="155050">
                  <a:moveTo>
                    <a:pt x="25756" y="113964"/>
                  </a:moveTo>
                  <a:lnTo>
                    <a:pt x="0" y="96110"/>
                  </a:lnTo>
                  <a:lnTo>
                    <a:pt x="72120" y="28251"/>
                  </a:lnTo>
                  <a:cubicBezTo>
                    <a:pt x="85790" y="12303"/>
                    <a:pt x="105383" y="2279"/>
                    <a:pt x="126799" y="0"/>
                  </a:cubicBezTo>
                  <a:cubicBezTo>
                    <a:pt x="148671" y="0"/>
                    <a:pt x="155050" y="19138"/>
                    <a:pt x="155050" y="33719"/>
                  </a:cubicBezTo>
                  <a:cubicBezTo>
                    <a:pt x="153683" y="49668"/>
                    <a:pt x="143203" y="62882"/>
                    <a:pt x="128622" y="69261"/>
                  </a:cubicBezTo>
                  <a:lnTo>
                    <a:pt x="129077" y="69261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36"/>
            <p:cNvSpPr/>
            <p:nvPr/>
          </p:nvSpPr>
          <p:spPr>
            <a:xfrm rot="8716038">
              <a:off x="3276335" y="208025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36"/>
            <p:cNvSpPr/>
            <p:nvPr/>
          </p:nvSpPr>
          <p:spPr>
            <a:xfrm rot="8717214">
              <a:off x="3107701" y="-20185"/>
              <a:ext cx="308741" cy="200130"/>
            </a:xfrm>
            <a:custGeom>
              <a:rect b="b" l="l" r="r" t="t"/>
              <a:pathLst>
                <a:path extrusionOk="0" h="132136" w="203847">
                  <a:moveTo>
                    <a:pt x="112633" y="132136"/>
                  </a:moveTo>
                  <a:lnTo>
                    <a:pt x="56185" y="93008"/>
                  </a:lnTo>
                  <a:lnTo>
                    <a:pt x="69777" y="55323"/>
                  </a:lnTo>
                  <a:lnTo>
                    <a:pt x="1818" y="55323"/>
                  </a:lnTo>
                  <a:lnTo>
                    <a:pt x="0" y="54062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36"/>
            <p:cNvSpPr/>
            <p:nvPr/>
          </p:nvSpPr>
          <p:spPr>
            <a:xfrm rot="8717214">
              <a:off x="3475550" y="-31614"/>
              <a:ext cx="98228" cy="118608"/>
            </a:xfrm>
            <a:custGeom>
              <a:rect b="b" l="l" r="r" t="t"/>
              <a:pathLst>
                <a:path extrusionOk="0" h="78311" w="64855">
                  <a:moveTo>
                    <a:pt x="64855" y="78311"/>
                  </a:moveTo>
                  <a:lnTo>
                    <a:pt x="0" y="33356"/>
                  </a:lnTo>
                  <a:lnTo>
                    <a:pt x="64294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36"/>
            <p:cNvSpPr/>
            <p:nvPr/>
          </p:nvSpPr>
          <p:spPr>
            <a:xfrm rot="8716038">
              <a:off x="3412826" y="270029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36"/>
            <p:cNvSpPr/>
            <p:nvPr/>
          </p:nvSpPr>
          <p:spPr>
            <a:xfrm rot="8717214">
              <a:off x="3966312" y="-35961"/>
              <a:ext cx="123825" cy="85832"/>
            </a:xfrm>
            <a:custGeom>
              <a:rect b="b" l="l" r="r" t="t"/>
              <a:pathLst>
                <a:path extrusionOk="0" h="56671" w="81756">
                  <a:moveTo>
                    <a:pt x="81756" y="56671"/>
                  </a:moveTo>
                  <a:lnTo>
                    <a:pt x="0" y="0"/>
                  </a:lnTo>
                  <a:lnTo>
                    <a:pt x="24798" y="0"/>
                  </a:lnTo>
                  <a:cubicBezTo>
                    <a:pt x="61707" y="0"/>
                    <a:pt x="81756" y="15949"/>
                    <a:pt x="81756" y="501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36"/>
            <p:cNvSpPr/>
            <p:nvPr/>
          </p:nvSpPr>
          <p:spPr>
            <a:xfrm rot="8717214">
              <a:off x="4088902" y="-31883"/>
              <a:ext cx="332314" cy="148466"/>
            </a:xfrm>
            <a:custGeom>
              <a:rect b="b" l="l" r="r" t="t"/>
              <a:pathLst>
                <a:path extrusionOk="0" h="98025" w="219411">
                  <a:moveTo>
                    <a:pt x="63575" y="45493"/>
                  </a:moveTo>
                  <a:lnTo>
                    <a:pt x="0" y="1425"/>
                  </a:lnTo>
                  <a:lnTo>
                    <a:pt x="63575" y="1425"/>
                  </a:lnTo>
                  <a:close/>
                  <a:moveTo>
                    <a:pt x="88634" y="62863"/>
                  </a:moveTo>
                  <a:lnTo>
                    <a:pt x="73596" y="52439"/>
                  </a:lnTo>
                  <a:lnTo>
                    <a:pt x="75493" y="47439"/>
                  </a:lnTo>
                  <a:cubicBezTo>
                    <a:pt x="85874" y="24008"/>
                    <a:pt x="96382" y="12816"/>
                    <a:pt x="112786" y="5981"/>
                  </a:cubicBezTo>
                  <a:cubicBezTo>
                    <a:pt x="122811" y="1880"/>
                    <a:pt x="133291" y="-398"/>
                    <a:pt x="144227" y="57"/>
                  </a:cubicBezTo>
                  <a:cubicBezTo>
                    <a:pt x="191160" y="-854"/>
                    <a:pt x="219411" y="31954"/>
                    <a:pt x="219411" y="88456"/>
                  </a:cubicBezTo>
                  <a:lnTo>
                    <a:pt x="219411" y="94380"/>
                  </a:lnTo>
                  <a:lnTo>
                    <a:pt x="157441" y="98025"/>
                  </a:lnTo>
                  <a:lnTo>
                    <a:pt x="157441" y="81621"/>
                  </a:lnTo>
                  <a:cubicBezTo>
                    <a:pt x="157441" y="57016"/>
                    <a:pt x="143316" y="40156"/>
                    <a:pt x="123722" y="40156"/>
                  </a:cubicBezTo>
                  <a:cubicBezTo>
                    <a:pt x="116431" y="40156"/>
                    <a:pt x="109454" y="42577"/>
                    <a:pt x="103089" y="46969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36"/>
            <p:cNvSpPr/>
            <p:nvPr/>
          </p:nvSpPr>
          <p:spPr>
            <a:xfrm rot="8716038">
              <a:off x="3850391" y="-108586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36"/>
            <p:cNvSpPr/>
            <p:nvPr/>
          </p:nvSpPr>
          <p:spPr>
            <a:xfrm rot="7490631">
              <a:off x="4009112" y="180607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36"/>
            <p:cNvSpPr/>
            <p:nvPr/>
          </p:nvSpPr>
          <p:spPr>
            <a:xfrm rot="-8509467">
              <a:off x="4167728" y="129749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36"/>
            <p:cNvSpPr/>
            <p:nvPr/>
          </p:nvSpPr>
          <p:spPr>
            <a:xfrm rot="8717214">
              <a:off x="4487927" y="-10688"/>
              <a:ext cx="169696" cy="136209"/>
            </a:xfrm>
            <a:custGeom>
              <a:rect b="b" l="l" r="r" t="t"/>
              <a:pathLst>
                <a:path extrusionOk="0" h="89932" w="112042">
                  <a:moveTo>
                    <a:pt x="62355" y="89932"/>
                  </a:moveTo>
                  <a:lnTo>
                    <a:pt x="0" y="46710"/>
                  </a:lnTo>
                  <a:lnTo>
                    <a:pt x="14231" y="33321"/>
                  </a:lnTo>
                  <a:cubicBezTo>
                    <a:pt x="30353" y="14511"/>
                    <a:pt x="53462" y="2687"/>
                    <a:pt x="78722" y="0"/>
                  </a:cubicBezTo>
                  <a:cubicBezTo>
                    <a:pt x="104518" y="0"/>
                    <a:pt x="112042" y="22572"/>
                    <a:pt x="112042" y="39770"/>
                  </a:cubicBezTo>
                  <a:cubicBezTo>
                    <a:pt x="110429" y="58580"/>
                    <a:pt x="98068" y="74165"/>
                    <a:pt x="80872" y="81689"/>
                  </a:cubicBezTo>
                  <a:lnTo>
                    <a:pt x="81408" y="8168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36"/>
            <p:cNvSpPr/>
            <p:nvPr/>
          </p:nvSpPr>
          <p:spPr>
            <a:xfrm rot="8716038">
              <a:off x="3111582" y="3736264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36"/>
            <p:cNvSpPr/>
            <p:nvPr/>
          </p:nvSpPr>
          <p:spPr>
            <a:xfrm rot="8716038">
              <a:off x="3246897" y="3780528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36"/>
            <p:cNvSpPr/>
            <p:nvPr/>
          </p:nvSpPr>
          <p:spPr>
            <a:xfrm rot="8716038">
              <a:off x="3179005" y="3649922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36"/>
            <p:cNvSpPr/>
            <p:nvPr/>
          </p:nvSpPr>
          <p:spPr>
            <a:xfrm rot="8716038">
              <a:off x="2941702" y="3870255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36"/>
            <p:cNvSpPr/>
            <p:nvPr/>
          </p:nvSpPr>
          <p:spPr>
            <a:xfrm rot="8718291">
              <a:off x="2753306" y="3554614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36"/>
            <p:cNvSpPr/>
            <p:nvPr/>
          </p:nvSpPr>
          <p:spPr>
            <a:xfrm rot="8714800">
              <a:off x="2734811" y="3344792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36"/>
            <p:cNvSpPr/>
            <p:nvPr/>
          </p:nvSpPr>
          <p:spPr>
            <a:xfrm rot="8716038">
              <a:off x="3078194" y="3932260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36"/>
            <p:cNvSpPr/>
            <p:nvPr/>
          </p:nvSpPr>
          <p:spPr>
            <a:xfrm rot="8716038">
              <a:off x="3549146" y="3357648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36"/>
            <p:cNvSpPr/>
            <p:nvPr/>
          </p:nvSpPr>
          <p:spPr>
            <a:xfrm rot="8716038">
              <a:off x="3684461" y="3401912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36"/>
            <p:cNvSpPr/>
            <p:nvPr/>
          </p:nvSpPr>
          <p:spPr>
            <a:xfrm rot="8716038">
              <a:off x="3379266" y="349163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36"/>
            <p:cNvSpPr/>
            <p:nvPr/>
          </p:nvSpPr>
          <p:spPr>
            <a:xfrm rot="8718291">
              <a:off x="3190871" y="3175998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36"/>
            <p:cNvSpPr/>
            <p:nvPr/>
          </p:nvSpPr>
          <p:spPr>
            <a:xfrm rot="8716038">
              <a:off x="3515758" y="3553645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36"/>
            <p:cNvSpPr/>
            <p:nvPr/>
          </p:nvSpPr>
          <p:spPr>
            <a:xfrm rot="8711490">
              <a:off x="3150310" y="3327309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36"/>
            <p:cNvSpPr/>
            <p:nvPr/>
          </p:nvSpPr>
          <p:spPr>
            <a:xfrm rot="7490631">
              <a:off x="3674480" y="3842838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36"/>
            <p:cNvSpPr/>
            <p:nvPr/>
          </p:nvSpPr>
          <p:spPr>
            <a:xfrm rot="-8509467">
              <a:off x="3833096" y="3791979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36"/>
            <p:cNvSpPr/>
            <p:nvPr/>
          </p:nvSpPr>
          <p:spPr>
            <a:xfrm rot="8714477">
              <a:off x="4113623" y="3502407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36"/>
            <p:cNvSpPr/>
            <p:nvPr/>
          </p:nvSpPr>
          <p:spPr>
            <a:xfrm rot="8718291">
              <a:off x="4035583" y="3345535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36"/>
            <p:cNvSpPr/>
            <p:nvPr/>
          </p:nvSpPr>
          <p:spPr>
            <a:xfrm rot="8716038">
              <a:off x="3667540" y="3391418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36"/>
            <p:cNvSpPr/>
            <p:nvPr/>
          </p:nvSpPr>
          <p:spPr>
            <a:xfrm rot="8718291">
              <a:off x="3936000" y="3150257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36"/>
            <p:cNvSpPr/>
            <p:nvPr/>
          </p:nvSpPr>
          <p:spPr>
            <a:xfrm rot="8716038">
              <a:off x="3449355" y="4734747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36"/>
            <p:cNvSpPr/>
            <p:nvPr/>
          </p:nvSpPr>
          <p:spPr>
            <a:xfrm rot="8716661">
              <a:off x="3580650" y="4773629"/>
              <a:ext cx="394766" cy="383725"/>
            </a:xfrm>
            <a:custGeom>
              <a:rect b="b" l="l" r="r" t="t"/>
              <a:pathLst>
                <a:path extrusionOk="0" h="383455" w="394489">
                  <a:moveTo>
                    <a:pt x="77932" y="383455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111726"/>
                  </a:lnTo>
                  <a:lnTo>
                    <a:pt x="160692" y="111726"/>
                  </a:lnTo>
                  <a:cubicBezTo>
                    <a:pt x="182762" y="46208"/>
                    <a:pt x="200003" y="20690"/>
                    <a:pt x="233107" y="6897"/>
                  </a:cubicBezTo>
                  <a:lnTo>
                    <a:pt x="240854" y="5438"/>
                  </a:lnTo>
                  <a:lnTo>
                    <a:pt x="391511" y="109868"/>
                  </a:lnTo>
                  <a:lnTo>
                    <a:pt x="394489" y="131726"/>
                  </a:lnTo>
                  <a:lnTo>
                    <a:pt x="394489" y="140692"/>
                  </a:lnTo>
                  <a:lnTo>
                    <a:pt x="300695" y="146210"/>
                  </a:lnTo>
                  <a:lnTo>
                    <a:pt x="300695" y="121382"/>
                  </a:lnTo>
                  <a:cubicBezTo>
                    <a:pt x="300695" y="84140"/>
                    <a:pt x="279315" y="58621"/>
                    <a:pt x="249659" y="58622"/>
                  </a:cubicBezTo>
                  <a:cubicBezTo>
                    <a:pt x="205521" y="58622"/>
                    <a:pt x="168969" y="117244"/>
                    <a:pt x="168969" y="191038"/>
                  </a:cubicBezTo>
                  <a:lnTo>
                    <a:pt x="168969" y="321385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36"/>
            <p:cNvSpPr/>
            <p:nvPr/>
          </p:nvSpPr>
          <p:spPr>
            <a:xfrm rot="8716038">
              <a:off x="3516778" y="4648405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36"/>
            <p:cNvSpPr/>
            <p:nvPr/>
          </p:nvSpPr>
          <p:spPr>
            <a:xfrm rot="8716038">
              <a:off x="3279475" y="4868738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36"/>
            <p:cNvSpPr/>
            <p:nvPr/>
          </p:nvSpPr>
          <p:spPr>
            <a:xfrm rot="8718291">
              <a:off x="3091079" y="4553097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36"/>
            <p:cNvSpPr/>
            <p:nvPr/>
          </p:nvSpPr>
          <p:spPr>
            <a:xfrm rot="8714800">
              <a:off x="3072584" y="4343275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36"/>
            <p:cNvSpPr/>
            <p:nvPr/>
          </p:nvSpPr>
          <p:spPr>
            <a:xfrm rot="8716661">
              <a:off x="3388378" y="4958961"/>
              <a:ext cx="91099" cy="231056"/>
            </a:xfrm>
            <a:custGeom>
              <a:rect b="b" l="l" r="r" t="t"/>
              <a:pathLst>
                <a:path extrusionOk="0" h="230894" w="91035">
                  <a:moveTo>
                    <a:pt x="91035" y="230894"/>
                  </a:moveTo>
                  <a:lnTo>
                    <a:pt x="0" y="143306"/>
                  </a:lnTo>
                  <a:lnTo>
                    <a:pt x="0" y="0"/>
                  </a:lnTo>
                  <a:lnTo>
                    <a:pt x="91035" y="6310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36"/>
            <p:cNvSpPr/>
            <p:nvPr/>
          </p:nvSpPr>
          <p:spPr>
            <a:xfrm rot="8716038">
              <a:off x="3886919" y="4356131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36"/>
            <p:cNvSpPr/>
            <p:nvPr/>
          </p:nvSpPr>
          <p:spPr>
            <a:xfrm rot="8716038">
              <a:off x="4022234" y="4400395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36"/>
            <p:cNvSpPr/>
            <p:nvPr/>
          </p:nvSpPr>
          <p:spPr>
            <a:xfrm rot="8716038">
              <a:off x="3717039" y="449012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36"/>
            <p:cNvSpPr/>
            <p:nvPr/>
          </p:nvSpPr>
          <p:spPr>
            <a:xfrm rot="8718291">
              <a:off x="3528644" y="4174482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36"/>
            <p:cNvSpPr/>
            <p:nvPr/>
          </p:nvSpPr>
          <p:spPr>
            <a:xfrm rot="8716038">
              <a:off x="3853531" y="4552128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36"/>
            <p:cNvSpPr/>
            <p:nvPr/>
          </p:nvSpPr>
          <p:spPr>
            <a:xfrm rot="8711490">
              <a:off x="3488083" y="4325792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36"/>
            <p:cNvSpPr/>
            <p:nvPr/>
          </p:nvSpPr>
          <p:spPr>
            <a:xfrm rot="7483339">
              <a:off x="4016329" y="4837206"/>
              <a:ext cx="295374" cy="296671"/>
            </a:xfrm>
            <a:custGeom>
              <a:rect b="b" l="l" r="r" t="t"/>
              <a:pathLst>
                <a:path extrusionOk="0" h="296463" w="295167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237110" y="0"/>
                  </a:lnTo>
                  <a:lnTo>
                    <a:pt x="295167" y="83734"/>
                  </a:lnTo>
                  <a:lnTo>
                    <a:pt x="210466" y="8373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36"/>
            <p:cNvSpPr/>
            <p:nvPr/>
          </p:nvSpPr>
          <p:spPr>
            <a:xfrm rot="-8513943">
              <a:off x="4226005" y="4804750"/>
              <a:ext cx="412870" cy="314292"/>
            </a:xfrm>
            <a:custGeom>
              <a:rect b="b" l="l" r="r" t="t"/>
              <a:pathLst>
                <a:path extrusionOk="0" h="314062" w="412568">
                  <a:moveTo>
                    <a:pt x="412568" y="206915"/>
                  </a:moveTo>
                  <a:cubicBezTo>
                    <a:pt x="324041" y="282914"/>
                    <a:pt x="207954" y="309640"/>
                    <a:pt x="138636" y="313815"/>
                  </a:cubicBezTo>
                  <a:cubicBezTo>
                    <a:pt x="100219" y="316321"/>
                    <a:pt x="62637" y="299618"/>
                    <a:pt x="35911" y="272057"/>
                  </a:cubicBezTo>
                  <a:cubicBezTo>
                    <a:pt x="7516" y="244497"/>
                    <a:pt x="0" y="196893"/>
                    <a:pt x="0" y="128410"/>
                  </a:cubicBezTo>
                  <a:lnTo>
                    <a:pt x="0" y="88308"/>
                  </a:lnTo>
                  <a:lnTo>
                    <a:pt x="112395" y="0"/>
                  </a:lnTo>
                  <a:lnTo>
                    <a:pt x="112747" y="49070"/>
                  </a:lnTo>
                  <a:cubicBezTo>
                    <a:pt x="110241" y="95839"/>
                    <a:pt x="117756" y="143443"/>
                    <a:pt x="132789" y="187707"/>
                  </a:cubicBezTo>
                  <a:cubicBezTo>
                    <a:pt x="146153" y="224453"/>
                    <a:pt x="180394" y="242827"/>
                    <a:pt x="233008" y="242827"/>
                  </a:cubicBezTo>
                  <a:cubicBezTo>
                    <a:pt x="258899" y="241992"/>
                    <a:pt x="283953" y="236980"/>
                    <a:pt x="308172" y="229465"/>
                  </a:cubicBezTo>
                  <a:cubicBezTo>
                    <a:pt x="343249" y="218607"/>
                    <a:pt x="377491" y="204410"/>
                    <a:pt x="410898" y="187707"/>
                  </a:cubicBezTo>
                  <a:cubicBezTo>
                    <a:pt x="411732" y="191047"/>
                    <a:pt x="412568" y="195223"/>
                    <a:pt x="412568" y="19856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36"/>
            <p:cNvSpPr/>
            <p:nvPr/>
          </p:nvSpPr>
          <p:spPr>
            <a:xfrm rot="8714477">
              <a:off x="4451396" y="4500890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36"/>
            <p:cNvSpPr/>
            <p:nvPr/>
          </p:nvSpPr>
          <p:spPr>
            <a:xfrm rot="8718291">
              <a:off x="4373356" y="4344019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36"/>
            <p:cNvSpPr/>
            <p:nvPr/>
          </p:nvSpPr>
          <p:spPr>
            <a:xfrm rot="8716038">
              <a:off x="4005313" y="4389901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36"/>
            <p:cNvSpPr/>
            <p:nvPr/>
          </p:nvSpPr>
          <p:spPr>
            <a:xfrm rot="8718291">
              <a:off x="4273773" y="4148740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36"/>
            <p:cNvSpPr/>
            <p:nvPr/>
          </p:nvSpPr>
          <p:spPr>
            <a:xfrm rot="8716038">
              <a:off x="2776305" y="2735851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36"/>
            <p:cNvSpPr/>
            <p:nvPr/>
          </p:nvSpPr>
          <p:spPr>
            <a:xfrm rot="8716038">
              <a:off x="2911620" y="2780115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36"/>
            <p:cNvSpPr/>
            <p:nvPr/>
          </p:nvSpPr>
          <p:spPr>
            <a:xfrm rot="8716038">
              <a:off x="2843728" y="2649509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36"/>
            <p:cNvSpPr/>
            <p:nvPr/>
          </p:nvSpPr>
          <p:spPr>
            <a:xfrm rot="8716038">
              <a:off x="2606425" y="286984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36"/>
            <p:cNvSpPr/>
            <p:nvPr/>
          </p:nvSpPr>
          <p:spPr>
            <a:xfrm rot="8718291">
              <a:off x="2418029" y="2554201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36"/>
            <p:cNvSpPr/>
            <p:nvPr/>
          </p:nvSpPr>
          <p:spPr>
            <a:xfrm rot="8714800">
              <a:off x="2399534" y="2344379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36"/>
            <p:cNvSpPr/>
            <p:nvPr/>
          </p:nvSpPr>
          <p:spPr>
            <a:xfrm rot="8716038">
              <a:off x="2742916" y="2931847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36"/>
            <p:cNvSpPr/>
            <p:nvPr/>
          </p:nvSpPr>
          <p:spPr>
            <a:xfrm rot="8716038">
              <a:off x="3213869" y="2357235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36"/>
            <p:cNvSpPr/>
            <p:nvPr/>
          </p:nvSpPr>
          <p:spPr>
            <a:xfrm rot="8716038">
              <a:off x="3349184" y="2401499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36"/>
            <p:cNvSpPr/>
            <p:nvPr/>
          </p:nvSpPr>
          <p:spPr>
            <a:xfrm rot="8716038">
              <a:off x="3043989" y="249122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36"/>
            <p:cNvSpPr/>
            <p:nvPr/>
          </p:nvSpPr>
          <p:spPr>
            <a:xfrm rot="8718291">
              <a:off x="2855594" y="2175586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36"/>
            <p:cNvSpPr/>
            <p:nvPr/>
          </p:nvSpPr>
          <p:spPr>
            <a:xfrm rot="8716038">
              <a:off x="3180481" y="2553232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36"/>
            <p:cNvSpPr/>
            <p:nvPr/>
          </p:nvSpPr>
          <p:spPr>
            <a:xfrm rot="8711490">
              <a:off x="2815033" y="2326896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36"/>
            <p:cNvSpPr/>
            <p:nvPr/>
          </p:nvSpPr>
          <p:spPr>
            <a:xfrm rot="7490631">
              <a:off x="3339203" y="2842425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36"/>
            <p:cNvSpPr/>
            <p:nvPr/>
          </p:nvSpPr>
          <p:spPr>
            <a:xfrm rot="-8509467">
              <a:off x="3497819" y="2791567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36"/>
            <p:cNvSpPr/>
            <p:nvPr/>
          </p:nvSpPr>
          <p:spPr>
            <a:xfrm rot="8714477">
              <a:off x="3778346" y="2501994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36"/>
            <p:cNvSpPr/>
            <p:nvPr/>
          </p:nvSpPr>
          <p:spPr>
            <a:xfrm rot="8718291">
              <a:off x="3700305" y="2345123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36"/>
            <p:cNvSpPr/>
            <p:nvPr/>
          </p:nvSpPr>
          <p:spPr>
            <a:xfrm rot="8716038">
              <a:off x="3332263" y="2391005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36"/>
            <p:cNvSpPr/>
            <p:nvPr/>
          </p:nvSpPr>
          <p:spPr>
            <a:xfrm rot="8718291">
              <a:off x="3600723" y="2149844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36"/>
            <p:cNvSpPr/>
            <p:nvPr/>
          </p:nvSpPr>
          <p:spPr>
            <a:xfrm rot="8716038">
              <a:off x="2438532" y="1737368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36"/>
            <p:cNvSpPr/>
            <p:nvPr/>
          </p:nvSpPr>
          <p:spPr>
            <a:xfrm rot="8716038">
              <a:off x="2573847" y="1781632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36"/>
            <p:cNvSpPr/>
            <p:nvPr/>
          </p:nvSpPr>
          <p:spPr>
            <a:xfrm rot="8716038">
              <a:off x="2505955" y="1651026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36"/>
            <p:cNvSpPr/>
            <p:nvPr/>
          </p:nvSpPr>
          <p:spPr>
            <a:xfrm rot="8716038">
              <a:off x="2268652" y="187135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36"/>
            <p:cNvSpPr/>
            <p:nvPr/>
          </p:nvSpPr>
          <p:spPr>
            <a:xfrm rot="8718291">
              <a:off x="2080256" y="1555718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36"/>
            <p:cNvSpPr/>
            <p:nvPr/>
          </p:nvSpPr>
          <p:spPr>
            <a:xfrm rot="8714800">
              <a:off x="2061761" y="1345896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36"/>
            <p:cNvSpPr/>
            <p:nvPr/>
          </p:nvSpPr>
          <p:spPr>
            <a:xfrm rot="8716038">
              <a:off x="2405143" y="1933364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36"/>
            <p:cNvSpPr/>
            <p:nvPr/>
          </p:nvSpPr>
          <p:spPr>
            <a:xfrm rot="8716038">
              <a:off x="2876096" y="1358752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36"/>
            <p:cNvSpPr/>
            <p:nvPr/>
          </p:nvSpPr>
          <p:spPr>
            <a:xfrm rot="8716038">
              <a:off x="3011411" y="1403016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36"/>
            <p:cNvSpPr/>
            <p:nvPr/>
          </p:nvSpPr>
          <p:spPr>
            <a:xfrm rot="8716038">
              <a:off x="2706216" y="1492743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36"/>
            <p:cNvSpPr/>
            <p:nvPr/>
          </p:nvSpPr>
          <p:spPr>
            <a:xfrm rot="8718291">
              <a:off x="2517821" y="1177102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36"/>
            <p:cNvSpPr/>
            <p:nvPr/>
          </p:nvSpPr>
          <p:spPr>
            <a:xfrm rot="8716038">
              <a:off x="2842708" y="1554749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36"/>
            <p:cNvSpPr/>
            <p:nvPr/>
          </p:nvSpPr>
          <p:spPr>
            <a:xfrm rot="8711490">
              <a:off x="2477260" y="1328413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36"/>
            <p:cNvSpPr/>
            <p:nvPr/>
          </p:nvSpPr>
          <p:spPr>
            <a:xfrm rot="7490631">
              <a:off x="3001430" y="1843942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36"/>
            <p:cNvSpPr/>
            <p:nvPr/>
          </p:nvSpPr>
          <p:spPr>
            <a:xfrm rot="-8509467">
              <a:off x="3160046" y="1793084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36"/>
            <p:cNvSpPr/>
            <p:nvPr/>
          </p:nvSpPr>
          <p:spPr>
            <a:xfrm rot="8714477">
              <a:off x="3440573" y="1503511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36"/>
            <p:cNvSpPr/>
            <p:nvPr/>
          </p:nvSpPr>
          <p:spPr>
            <a:xfrm rot="8718291">
              <a:off x="3362532" y="1346639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36"/>
            <p:cNvSpPr/>
            <p:nvPr/>
          </p:nvSpPr>
          <p:spPr>
            <a:xfrm rot="8716038">
              <a:off x="2994490" y="139252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36"/>
            <p:cNvSpPr/>
            <p:nvPr/>
          </p:nvSpPr>
          <p:spPr>
            <a:xfrm rot="8718291">
              <a:off x="3262950" y="1151361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36"/>
            <p:cNvSpPr/>
            <p:nvPr/>
          </p:nvSpPr>
          <p:spPr>
            <a:xfrm rot="8716038">
              <a:off x="2107158" y="735314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36"/>
            <p:cNvSpPr/>
            <p:nvPr/>
          </p:nvSpPr>
          <p:spPr>
            <a:xfrm rot="8716038">
              <a:off x="2242473" y="779578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36"/>
            <p:cNvSpPr/>
            <p:nvPr/>
          </p:nvSpPr>
          <p:spPr>
            <a:xfrm rot="8716038">
              <a:off x="2174582" y="648973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36"/>
            <p:cNvSpPr/>
            <p:nvPr/>
          </p:nvSpPr>
          <p:spPr>
            <a:xfrm rot="8716038">
              <a:off x="1937278" y="869305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36"/>
            <p:cNvSpPr/>
            <p:nvPr/>
          </p:nvSpPr>
          <p:spPr>
            <a:xfrm rot="8718291">
              <a:off x="1748882" y="553665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36"/>
            <p:cNvSpPr/>
            <p:nvPr/>
          </p:nvSpPr>
          <p:spPr>
            <a:xfrm rot="8714800">
              <a:off x="1730387" y="343842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36"/>
            <p:cNvSpPr/>
            <p:nvPr/>
          </p:nvSpPr>
          <p:spPr>
            <a:xfrm rot="8716038">
              <a:off x="2073770" y="931310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36"/>
            <p:cNvSpPr/>
            <p:nvPr/>
          </p:nvSpPr>
          <p:spPr>
            <a:xfrm rot="8716038">
              <a:off x="2544722" y="356698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36"/>
            <p:cNvSpPr/>
            <p:nvPr/>
          </p:nvSpPr>
          <p:spPr>
            <a:xfrm rot="8716038">
              <a:off x="2680037" y="400962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36"/>
            <p:cNvSpPr/>
            <p:nvPr/>
          </p:nvSpPr>
          <p:spPr>
            <a:xfrm rot="8716038">
              <a:off x="2374842" y="49069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36"/>
            <p:cNvSpPr/>
            <p:nvPr/>
          </p:nvSpPr>
          <p:spPr>
            <a:xfrm rot="8718291">
              <a:off x="2186448" y="175049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36"/>
            <p:cNvSpPr/>
            <p:nvPr/>
          </p:nvSpPr>
          <p:spPr>
            <a:xfrm rot="8716038">
              <a:off x="2511335" y="552695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36"/>
            <p:cNvSpPr/>
            <p:nvPr/>
          </p:nvSpPr>
          <p:spPr>
            <a:xfrm rot="8711490">
              <a:off x="2145886" y="326359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36"/>
            <p:cNvSpPr/>
            <p:nvPr/>
          </p:nvSpPr>
          <p:spPr>
            <a:xfrm rot="7490631">
              <a:off x="2670056" y="841888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36"/>
            <p:cNvSpPr/>
            <p:nvPr/>
          </p:nvSpPr>
          <p:spPr>
            <a:xfrm rot="-8509467">
              <a:off x="2828672" y="791030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36"/>
            <p:cNvSpPr/>
            <p:nvPr/>
          </p:nvSpPr>
          <p:spPr>
            <a:xfrm rot="8714477">
              <a:off x="3109199" y="501457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36"/>
            <p:cNvSpPr/>
            <p:nvPr/>
          </p:nvSpPr>
          <p:spPr>
            <a:xfrm rot="8718291">
              <a:off x="3031159" y="344586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36"/>
            <p:cNvSpPr/>
            <p:nvPr/>
          </p:nvSpPr>
          <p:spPr>
            <a:xfrm rot="8716038">
              <a:off x="2663116" y="39046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36"/>
            <p:cNvSpPr/>
            <p:nvPr/>
          </p:nvSpPr>
          <p:spPr>
            <a:xfrm rot="8718291">
              <a:off x="2931577" y="149307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36"/>
            <p:cNvSpPr/>
            <p:nvPr/>
          </p:nvSpPr>
          <p:spPr>
            <a:xfrm rot="8717214">
              <a:off x="1834625" y="-57759"/>
              <a:ext cx="186691" cy="129408"/>
            </a:xfrm>
            <a:custGeom>
              <a:rect b="b" l="l" r="r" t="t"/>
              <a:pathLst>
                <a:path extrusionOk="0" h="85442" w="123263">
                  <a:moveTo>
                    <a:pt x="123263" y="85442"/>
                  </a:moveTo>
                  <a:lnTo>
                    <a:pt x="0" y="0"/>
                  </a:lnTo>
                  <a:lnTo>
                    <a:pt x="66305" y="0"/>
                  </a:lnTo>
                  <a:cubicBezTo>
                    <a:pt x="103214" y="0"/>
                    <a:pt x="123263" y="15948"/>
                    <a:pt x="123263" y="501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36"/>
            <p:cNvSpPr/>
            <p:nvPr/>
          </p:nvSpPr>
          <p:spPr>
            <a:xfrm rot="8717214">
              <a:off x="1969662" y="-13864"/>
              <a:ext cx="394757" cy="148466"/>
            </a:xfrm>
            <a:custGeom>
              <a:rect b="b" l="l" r="r" t="t"/>
              <a:pathLst>
                <a:path extrusionOk="0" h="98025" w="260639">
                  <a:moveTo>
                    <a:pt x="104802" y="74264"/>
                  </a:moveTo>
                  <a:lnTo>
                    <a:pt x="0" y="1618"/>
                  </a:lnTo>
                  <a:lnTo>
                    <a:pt x="0" y="1425"/>
                  </a:lnTo>
                  <a:lnTo>
                    <a:pt x="104803" y="1425"/>
                  </a:lnTo>
                  <a:close/>
                  <a:moveTo>
                    <a:pt x="122123" y="86270"/>
                  </a:moveTo>
                  <a:lnTo>
                    <a:pt x="106178" y="75218"/>
                  </a:lnTo>
                  <a:lnTo>
                    <a:pt x="116721" y="47439"/>
                  </a:lnTo>
                  <a:cubicBezTo>
                    <a:pt x="127102" y="24008"/>
                    <a:pt x="137610" y="12816"/>
                    <a:pt x="154014" y="5981"/>
                  </a:cubicBezTo>
                  <a:cubicBezTo>
                    <a:pt x="164038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50369" y="40156"/>
                    <a:pt x="137041" y="49839"/>
                    <a:pt x="127358" y="65616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36"/>
            <p:cNvSpPr/>
            <p:nvPr/>
          </p:nvSpPr>
          <p:spPr>
            <a:xfrm rot="8716038">
              <a:off x="1736749" y="-72797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36"/>
            <p:cNvSpPr/>
            <p:nvPr/>
          </p:nvSpPr>
          <p:spPr>
            <a:xfrm rot="7482786">
              <a:off x="2399768" y="-21230"/>
              <a:ext cx="233402" cy="158187"/>
            </a:xfrm>
            <a:custGeom>
              <a:rect b="b" l="l" r="r" t="t"/>
              <a:pathLst>
                <a:path extrusionOk="0" h="104443" w="154104">
                  <a:moveTo>
                    <a:pt x="72416" y="104443"/>
                  </a:moveTo>
                  <a:lnTo>
                    <a:pt x="0" y="0"/>
                  </a:lnTo>
                  <a:lnTo>
                    <a:pt x="154104" y="0"/>
                  </a:lnTo>
                  <a:lnTo>
                    <a:pt x="154104" y="55323"/>
                  </a:lnTo>
                  <a:lnTo>
                    <a:pt x="89312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36"/>
            <p:cNvSpPr/>
            <p:nvPr/>
          </p:nvSpPr>
          <p:spPr>
            <a:xfrm rot="-8510566">
              <a:off x="2721870" y="-65457"/>
              <a:ext cx="128282" cy="425303"/>
            </a:xfrm>
            <a:custGeom>
              <a:rect b="b" l="l" r="r" t="t"/>
              <a:pathLst>
                <a:path extrusionOk="0" h="281028" w="84765">
                  <a:moveTo>
                    <a:pt x="84765" y="225012"/>
                  </a:moveTo>
                  <a:lnTo>
                    <a:pt x="13471" y="281028"/>
                  </a:lnTo>
                  <a:lnTo>
                    <a:pt x="4828" y="263963"/>
                  </a:lnTo>
                  <a:cubicBezTo>
                    <a:pt x="1241" y="248168"/>
                    <a:pt x="0" y="228993"/>
                    <a:pt x="0" y="206370"/>
                  </a:cubicBez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36"/>
            <p:cNvSpPr/>
            <p:nvPr/>
          </p:nvSpPr>
          <p:spPr>
            <a:xfrm rot="8717214">
              <a:off x="5604572" y="3024273"/>
              <a:ext cx="274642" cy="132253"/>
            </a:xfrm>
            <a:custGeom>
              <a:rect b="b" l="l" r="r" t="t"/>
              <a:pathLst>
                <a:path extrusionOk="0" h="87320" w="181333">
                  <a:moveTo>
                    <a:pt x="0" y="87320"/>
                  </a:moveTo>
                  <a:lnTo>
                    <a:pt x="42309" y="36168"/>
                  </a:lnTo>
                  <a:lnTo>
                    <a:pt x="54839" y="38831"/>
                  </a:lnTo>
                  <a:cubicBezTo>
                    <a:pt x="73078" y="38242"/>
                    <a:pt x="90728" y="34712"/>
                    <a:pt x="107790" y="29417"/>
                  </a:cubicBezTo>
                  <a:cubicBezTo>
                    <a:pt x="132500" y="21768"/>
                    <a:pt x="156623" y="11767"/>
                    <a:pt x="180157" y="0"/>
                  </a:cubicBezTo>
                  <a:cubicBezTo>
                    <a:pt x="180745" y="2353"/>
                    <a:pt x="181333" y="5295"/>
                    <a:pt x="181333" y="7648"/>
                  </a:cubicBezTo>
                  <a:lnTo>
                    <a:pt x="181333" y="13532"/>
                  </a:lnTo>
                  <a:cubicBezTo>
                    <a:pt x="134560" y="53687"/>
                    <a:pt x="76865" y="74315"/>
                    <a:pt x="30340" y="83361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36"/>
            <p:cNvSpPr/>
            <p:nvPr/>
          </p:nvSpPr>
          <p:spPr>
            <a:xfrm rot="8717214">
              <a:off x="5742697" y="2375238"/>
              <a:ext cx="92480" cy="296479"/>
            </a:xfrm>
            <a:custGeom>
              <a:rect b="b" l="l" r="r" t="t"/>
              <a:pathLst>
                <a:path extrusionOk="0" h="195751" w="61060">
                  <a:moveTo>
                    <a:pt x="0" y="195751"/>
                  </a:moveTo>
                  <a:lnTo>
                    <a:pt x="0" y="67520"/>
                  </a:lnTo>
                  <a:lnTo>
                    <a:pt x="55847" y="0"/>
                  </a:lnTo>
                  <a:lnTo>
                    <a:pt x="61059" y="13486"/>
                  </a:lnTo>
                  <a:lnTo>
                    <a:pt x="61060" y="171601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36"/>
            <p:cNvSpPr/>
            <p:nvPr/>
          </p:nvSpPr>
          <p:spPr>
            <a:xfrm rot="8716038">
              <a:off x="5579041" y="246915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36"/>
            <p:cNvSpPr/>
            <p:nvPr/>
          </p:nvSpPr>
          <p:spPr>
            <a:xfrm rot="8718291">
              <a:off x="5390645" y="2153518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36"/>
            <p:cNvSpPr/>
            <p:nvPr/>
          </p:nvSpPr>
          <p:spPr>
            <a:xfrm rot="8714800">
              <a:off x="5372150" y="1943695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36"/>
            <p:cNvSpPr/>
            <p:nvPr/>
          </p:nvSpPr>
          <p:spPr>
            <a:xfrm rot="8717214">
              <a:off x="5716673" y="2550318"/>
              <a:ext cx="91097" cy="331955"/>
            </a:xfrm>
            <a:custGeom>
              <a:rect b="b" l="l" r="r" t="t"/>
              <a:pathLst>
                <a:path extrusionOk="0" h="219174" w="60147">
                  <a:moveTo>
                    <a:pt x="60147" y="219174"/>
                  </a:moveTo>
                  <a:lnTo>
                    <a:pt x="0" y="161304"/>
                  </a:lnTo>
                  <a:lnTo>
                    <a:pt x="0" y="68045"/>
                  </a:lnTo>
                  <a:lnTo>
                    <a:pt x="56210" y="87"/>
                  </a:lnTo>
                  <a:lnTo>
                    <a:pt x="60147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36"/>
            <p:cNvSpPr/>
            <p:nvPr/>
          </p:nvSpPr>
          <p:spPr>
            <a:xfrm rot="8711490">
              <a:off x="5787649" y="1926212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36"/>
            <p:cNvSpPr/>
            <p:nvPr/>
          </p:nvSpPr>
          <p:spPr>
            <a:xfrm rot="8716038">
              <a:off x="5411148" y="1336684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36"/>
            <p:cNvSpPr/>
            <p:nvPr/>
          </p:nvSpPr>
          <p:spPr>
            <a:xfrm rot="8717214">
              <a:off x="5547355" y="1388914"/>
              <a:ext cx="347031" cy="385874"/>
            </a:xfrm>
            <a:custGeom>
              <a:rect b="b" l="l" r="r" t="t"/>
              <a:pathLst>
                <a:path extrusionOk="0" h="254774" w="229128">
                  <a:moveTo>
                    <a:pt x="19979" y="254774"/>
                  </a:moveTo>
                  <a:lnTo>
                    <a:pt x="19979" y="45624"/>
                  </a:lnTo>
                  <a:lnTo>
                    <a:pt x="0" y="45624"/>
                  </a:lnTo>
                  <a:lnTo>
                    <a:pt x="36558" y="1425"/>
                  </a:lnTo>
                  <a:lnTo>
                    <a:pt x="73292" y="1425"/>
                  </a:lnTo>
                  <a:lnTo>
                    <a:pt x="73292" y="75242"/>
                  </a:lnTo>
                  <a:lnTo>
                    <a:pt x="74658" y="75242"/>
                  </a:lnTo>
                  <a:cubicBezTo>
                    <a:pt x="89240" y="31954"/>
                    <a:pt x="100631" y="15094"/>
                    <a:pt x="122503" y="5981"/>
                  </a:cubicBezTo>
                  <a:cubicBezTo>
                    <a:pt x="132528" y="1880"/>
                    <a:pt x="143008" y="-398"/>
                    <a:pt x="153944" y="57"/>
                  </a:cubicBezTo>
                  <a:cubicBezTo>
                    <a:pt x="200877" y="-854"/>
                    <a:pt x="229128" y="31954"/>
                    <a:pt x="229128" y="88456"/>
                  </a:cubicBezTo>
                  <a:lnTo>
                    <a:pt x="229128" y="94380"/>
                  </a:lnTo>
                  <a:lnTo>
                    <a:pt x="167158" y="98025"/>
                  </a:lnTo>
                  <a:lnTo>
                    <a:pt x="167158" y="81621"/>
                  </a:lnTo>
                  <a:cubicBezTo>
                    <a:pt x="167158" y="57016"/>
                    <a:pt x="153033" y="40156"/>
                    <a:pt x="133439" y="40156"/>
                  </a:cubicBezTo>
                  <a:cubicBezTo>
                    <a:pt x="104277" y="40156"/>
                    <a:pt x="80127" y="78887"/>
                    <a:pt x="80127" y="127643"/>
                  </a:cubicBezTo>
                  <a:lnTo>
                    <a:pt x="80127" y="21376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36"/>
            <p:cNvSpPr/>
            <p:nvPr/>
          </p:nvSpPr>
          <p:spPr>
            <a:xfrm rot="8716038">
              <a:off x="5478572" y="1250343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36"/>
            <p:cNvSpPr/>
            <p:nvPr/>
          </p:nvSpPr>
          <p:spPr>
            <a:xfrm rot="8716038">
              <a:off x="5241268" y="147067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36"/>
            <p:cNvSpPr/>
            <p:nvPr/>
          </p:nvSpPr>
          <p:spPr>
            <a:xfrm rot="8718291">
              <a:off x="5052872" y="1155035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36"/>
            <p:cNvSpPr/>
            <p:nvPr/>
          </p:nvSpPr>
          <p:spPr>
            <a:xfrm rot="8714800">
              <a:off x="5034377" y="945212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36"/>
            <p:cNvSpPr/>
            <p:nvPr/>
          </p:nvSpPr>
          <p:spPr>
            <a:xfrm rot="8716038">
              <a:off x="5377760" y="1532680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36"/>
            <p:cNvSpPr/>
            <p:nvPr/>
          </p:nvSpPr>
          <p:spPr>
            <a:xfrm rot="8717214">
              <a:off x="5847782" y="996468"/>
              <a:ext cx="92480" cy="315086"/>
            </a:xfrm>
            <a:custGeom>
              <a:rect b="b" l="l" r="r" t="t"/>
              <a:pathLst>
                <a:path extrusionOk="0" h="208036" w="61060">
                  <a:moveTo>
                    <a:pt x="0" y="208036"/>
                  </a:moveTo>
                  <a:lnTo>
                    <a:pt x="1" y="61780"/>
                  </a:lnTo>
                  <a:lnTo>
                    <a:pt x="51100" y="0"/>
                  </a:lnTo>
                  <a:lnTo>
                    <a:pt x="61059" y="25771"/>
                  </a:lnTo>
                  <a:lnTo>
                    <a:pt x="61060" y="183886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36"/>
            <p:cNvSpPr/>
            <p:nvPr/>
          </p:nvSpPr>
          <p:spPr>
            <a:xfrm rot="8716038">
              <a:off x="5678832" y="109206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36"/>
            <p:cNvSpPr/>
            <p:nvPr/>
          </p:nvSpPr>
          <p:spPr>
            <a:xfrm rot="8718291">
              <a:off x="5490438" y="776419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36"/>
            <p:cNvSpPr/>
            <p:nvPr/>
          </p:nvSpPr>
          <p:spPr>
            <a:xfrm rot="8717214">
              <a:off x="5816463" y="1173220"/>
              <a:ext cx="91099" cy="331957"/>
            </a:xfrm>
            <a:custGeom>
              <a:rect b="b" l="l" r="r" t="t"/>
              <a:pathLst>
                <a:path extrusionOk="0" h="219175" w="60148">
                  <a:moveTo>
                    <a:pt x="60148" y="219175"/>
                  </a:moveTo>
                  <a:lnTo>
                    <a:pt x="0" y="161305"/>
                  </a:lnTo>
                  <a:lnTo>
                    <a:pt x="0" y="50021"/>
                  </a:lnTo>
                  <a:lnTo>
                    <a:pt x="41025" y="421"/>
                  </a:lnTo>
                  <a:lnTo>
                    <a:pt x="60147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36"/>
            <p:cNvSpPr/>
            <p:nvPr/>
          </p:nvSpPr>
          <p:spPr>
            <a:xfrm rot="8711490">
              <a:off x="5449876" y="927729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36"/>
            <p:cNvSpPr/>
            <p:nvPr/>
          </p:nvSpPr>
          <p:spPr>
            <a:xfrm rot="8717214">
              <a:off x="5954679" y="1002538"/>
              <a:ext cx="48524" cy="55071"/>
            </a:xfrm>
            <a:custGeom>
              <a:rect b="b" l="l" r="r" t="t"/>
              <a:pathLst>
                <a:path extrusionOk="0" h="36361" w="32038">
                  <a:moveTo>
                    <a:pt x="0" y="35166"/>
                  </a:moveTo>
                  <a:lnTo>
                    <a:pt x="29086" y="0"/>
                  </a:lnTo>
                  <a:lnTo>
                    <a:pt x="32038" y="7028"/>
                  </a:lnTo>
                  <a:cubicBezTo>
                    <a:pt x="32039" y="14489"/>
                    <a:pt x="29191" y="22008"/>
                    <a:pt x="23495" y="27704"/>
                  </a:cubicBezTo>
                  <a:cubicBezTo>
                    <a:pt x="18027" y="33172"/>
                    <a:pt x="10736" y="36361"/>
                    <a:pt x="2990" y="36361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36"/>
            <p:cNvSpPr/>
            <p:nvPr/>
          </p:nvSpPr>
          <p:spPr>
            <a:xfrm rot="8716038">
              <a:off x="5079775" y="334631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36"/>
            <p:cNvSpPr/>
            <p:nvPr/>
          </p:nvSpPr>
          <p:spPr>
            <a:xfrm rot="8716038">
              <a:off x="5215089" y="378895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36"/>
            <p:cNvSpPr/>
            <p:nvPr/>
          </p:nvSpPr>
          <p:spPr>
            <a:xfrm rot="8716038">
              <a:off x="5147198" y="248289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36"/>
            <p:cNvSpPr/>
            <p:nvPr/>
          </p:nvSpPr>
          <p:spPr>
            <a:xfrm rot="8716038">
              <a:off x="4909895" y="46862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36"/>
            <p:cNvSpPr/>
            <p:nvPr/>
          </p:nvSpPr>
          <p:spPr>
            <a:xfrm rot="8718291">
              <a:off x="4721498" y="152981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36"/>
            <p:cNvSpPr/>
            <p:nvPr/>
          </p:nvSpPr>
          <p:spPr>
            <a:xfrm rot="8717214">
              <a:off x="4701670" y="-48065"/>
              <a:ext cx="440200" cy="516392"/>
            </a:xfrm>
            <a:custGeom>
              <a:rect b="b" l="l" r="r" t="t"/>
              <a:pathLst>
                <a:path extrusionOk="0" h="340949" w="290643">
                  <a:moveTo>
                    <a:pt x="155476" y="340949"/>
                  </a:moveTo>
                  <a:lnTo>
                    <a:pt x="1169" y="233989"/>
                  </a:lnTo>
                  <a:lnTo>
                    <a:pt x="0" y="220042"/>
                  </a:ln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9" y="300646"/>
                  </a:cubicBezTo>
                  <a:cubicBezTo>
                    <a:pt x="182388" y="300057"/>
                    <a:pt x="200038" y="296527"/>
                    <a:pt x="217100" y="291232"/>
                  </a:cubicBezTo>
                  <a:cubicBezTo>
                    <a:pt x="241810" y="283584"/>
                    <a:pt x="265933" y="273582"/>
                    <a:pt x="289467" y="261815"/>
                  </a:cubicBezTo>
                  <a:cubicBezTo>
                    <a:pt x="290055" y="264168"/>
                    <a:pt x="290643" y="267110"/>
                    <a:pt x="290643" y="269463"/>
                  </a:cubicBezTo>
                  <a:lnTo>
                    <a:pt x="290643" y="275347"/>
                  </a:lnTo>
                  <a:cubicBezTo>
                    <a:pt x="259461" y="302117"/>
                    <a:pt x="223425" y="320208"/>
                    <a:pt x="189080" y="3319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36"/>
            <p:cNvSpPr/>
            <p:nvPr/>
          </p:nvSpPr>
          <p:spPr>
            <a:xfrm rot="8716038">
              <a:off x="5046386" y="530627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36"/>
            <p:cNvSpPr/>
            <p:nvPr/>
          </p:nvSpPr>
          <p:spPr>
            <a:xfrm rot="8716038">
              <a:off x="5517338" y="-43985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36"/>
            <p:cNvSpPr/>
            <p:nvPr/>
          </p:nvSpPr>
          <p:spPr>
            <a:xfrm rot="8717214">
              <a:off x="5660084" y="29199"/>
              <a:ext cx="361725" cy="358281"/>
            </a:xfrm>
            <a:custGeom>
              <a:rect b="b" l="l" r="r" t="t"/>
              <a:pathLst>
                <a:path extrusionOk="0" h="236556" w="238830">
                  <a:moveTo>
                    <a:pt x="56401" y="236556"/>
                  </a:moveTo>
                  <a:lnTo>
                    <a:pt x="29681" y="218034"/>
                  </a:lnTo>
                  <a:lnTo>
                    <a:pt x="29681" y="45624"/>
                  </a:lnTo>
                  <a:lnTo>
                    <a:pt x="0" y="45624"/>
                  </a:lnTo>
                  <a:lnTo>
                    <a:pt x="36558" y="1425"/>
                  </a:lnTo>
                  <a:lnTo>
                    <a:pt x="82994" y="1425"/>
                  </a:lnTo>
                  <a:lnTo>
                    <a:pt x="82994" y="75242"/>
                  </a:lnTo>
                  <a:lnTo>
                    <a:pt x="84360" y="75242"/>
                  </a:lnTo>
                  <a:cubicBezTo>
                    <a:pt x="98942" y="31954"/>
                    <a:pt x="110333" y="15095"/>
                    <a:pt x="132205" y="5981"/>
                  </a:cubicBezTo>
                  <a:cubicBezTo>
                    <a:pt x="142230" y="1880"/>
                    <a:pt x="152710" y="-398"/>
                    <a:pt x="163646" y="57"/>
                  </a:cubicBezTo>
                  <a:cubicBezTo>
                    <a:pt x="210579" y="-854"/>
                    <a:pt x="238830" y="31954"/>
                    <a:pt x="238830" y="88456"/>
                  </a:cubicBezTo>
                  <a:lnTo>
                    <a:pt x="238830" y="94380"/>
                  </a:lnTo>
                  <a:lnTo>
                    <a:pt x="176860" y="98025"/>
                  </a:lnTo>
                  <a:lnTo>
                    <a:pt x="176860" y="81621"/>
                  </a:lnTo>
                  <a:cubicBezTo>
                    <a:pt x="176860" y="57016"/>
                    <a:pt x="162735" y="40156"/>
                    <a:pt x="143141" y="40156"/>
                  </a:cubicBezTo>
                  <a:cubicBezTo>
                    <a:pt x="113979" y="40156"/>
                    <a:pt x="89829" y="78887"/>
                    <a:pt x="89829" y="127643"/>
                  </a:cubicBezTo>
                  <a:lnTo>
                    <a:pt x="89829" y="21376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36"/>
            <p:cNvSpPr/>
            <p:nvPr/>
          </p:nvSpPr>
          <p:spPr>
            <a:xfrm rot="8716038">
              <a:off x="5347458" y="9000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36"/>
            <p:cNvSpPr/>
            <p:nvPr/>
          </p:nvSpPr>
          <p:spPr>
            <a:xfrm rot="8717214">
              <a:off x="5219862" y="-7120"/>
              <a:ext cx="219563" cy="84098"/>
            </a:xfrm>
            <a:custGeom>
              <a:rect b="b" l="l" r="r" t="t"/>
              <a:pathLst>
                <a:path extrusionOk="0" h="55526" w="144967">
                  <a:moveTo>
                    <a:pt x="80105" y="55526"/>
                  </a:moveTo>
                  <a:lnTo>
                    <a:pt x="0" y="0"/>
                  </a:lnTo>
                  <a:lnTo>
                    <a:pt x="144967" y="0"/>
                  </a:lnTo>
                  <a:lnTo>
                    <a:pt x="144967" y="55323"/>
                  </a:lnTo>
                  <a:lnTo>
                    <a:pt x="80175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36"/>
            <p:cNvSpPr/>
            <p:nvPr/>
          </p:nvSpPr>
          <p:spPr>
            <a:xfrm rot="8716038">
              <a:off x="5483951" y="152012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36"/>
            <p:cNvSpPr/>
            <p:nvPr/>
          </p:nvSpPr>
          <p:spPr>
            <a:xfrm rot="8717214">
              <a:off x="5128261" y="-20395"/>
              <a:ext cx="80719" cy="63809"/>
            </a:xfrm>
            <a:custGeom>
              <a:rect b="b" l="l" r="r" t="t"/>
              <a:pathLst>
                <a:path extrusionOk="0" h="42130" w="53295">
                  <a:moveTo>
                    <a:pt x="51759" y="42130"/>
                  </a:moveTo>
                  <a:lnTo>
                    <a:pt x="0" y="6252"/>
                  </a:lnTo>
                  <a:lnTo>
                    <a:pt x="14807" y="0"/>
                  </a:lnTo>
                  <a:cubicBezTo>
                    <a:pt x="25071" y="0"/>
                    <a:pt x="34731" y="4226"/>
                    <a:pt x="41975" y="11471"/>
                  </a:cubicBezTo>
                  <a:cubicBezTo>
                    <a:pt x="49522" y="18716"/>
                    <a:pt x="53295" y="28526"/>
                    <a:pt x="53295" y="38412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36"/>
            <p:cNvSpPr/>
            <p:nvPr/>
          </p:nvSpPr>
          <p:spPr>
            <a:xfrm rot="7490631">
              <a:off x="5642672" y="441205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36"/>
            <p:cNvSpPr/>
            <p:nvPr/>
          </p:nvSpPr>
          <p:spPr>
            <a:xfrm rot="-8510566">
              <a:off x="5789702" y="415253"/>
              <a:ext cx="360077" cy="446246"/>
            </a:xfrm>
            <a:custGeom>
              <a:rect b="b" l="l" r="r" t="t"/>
              <a:pathLst>
                <a:path extrusionOk="0" h="294867" w="237929">
                  <a:moveTo>
                    <a:pt x="39306" y="79955"/>
                  </a:moveTo>
                  <a:lnTo>
                    <a:pt x="0" y="20095"/>
                  </a:lnTo>
                  <a:lnTo>
                    <a:pt x="38733" y="0"/>
                  </a:lnTo>
                  <a:close/>
                  <a:moveTo>
                    <a:pt x="237929" y="258238"/>
                  </a:moveTo>
                  <a:cubicBezTo>
                    <a:pt x="223307" y="270791"/>
                    <a:pt x="207546" y="281309"/>
                    <a:pt x="191415" y="290069"/>
                  </a:cubicBezTo>
                  <a:lnTo>
                    <a:pt x="180425" y="294867"/>
                  </a:lnTo>
                  <a:lnTo>
                    <a:pt x="166448" y="273582"/>
                  </a:lnTo>
                  <a:lnTo>
                    <a:pt x="168955" y="273136"/>
                  </a:lnTo>
                  <a:cubicBezTo>
                    <a:pt x="192130" y="265963"/>
                    <a:pt x="214754" y="256582"/>
                    <a:pt x="236826" y="245547"/>
                  </a:cubicBezTo>
                  <a:cubicBezTo>
                    <a:pt x="237377" y="247754"/>
                    <a:pt x="237929" y="250513"/>
                    <a:pt x="237929" y="25272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36"/>
            <p:cNvSpPr/>
            <p:nvPr/>
          </p:nvSpPr>
          <p:spPr>
            <a:xfrm rot="8717214">
              <a:off x="5996813" y="-12753"/>
              <a:ext cx="90461" cy="122223"/>
            </a:xfrm>
            <a:custGeom>
              <a:rect b="b" l="l" r="r" t="t"/>
              <a:pathLst>
                <a:path extrusionOk="0" h="80698" w="59727">
                  <a:moveTo>
                    <a:pt x="0" y="52945"/>
                  </a:moveTo>
                  <a:lnTo>
                    <a:pt x="43791" y="0"/>
                  </a:lnTo>
                  <a:lnTo>
                    <a:pt x="59727" y="37928"/>
                  </a:lnTo>
                  <a:cubicBezTo>
                    <a:pt x="59727" y="52991"/>
                    <a:pt x="53978" y="68168"/>
                    <a:pt x="42480" y="79666"/>
                  </a:cubicBezTo>
                  <a:lnTo>
                    <a:pt x="40038" y="8069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36"/>
            <p:cNvSpPr/>
            <p:nvPr/>
          </p:nvSpPr>
          <p:spPr>
            <a:xfrm rot="8717214">
              <a:off x="5630955" y="-8224"/>
              <a:ext cx="87504" cy="82443"/>
            </a:xfrm>
            <a:custGeom>
              <a:rect b="b" l="l" r="r" t="t"/>
              <a:pathLst>
                <a:path extrusionOk="0" h="54433" w="57775">
                  <a:moveTo>
                    <a:pt x="37946" y="54433"/>
                  </a:moveTo>
                  <a:lnTo>
                    <a:pt x="0" y="28130"/>
                  </a:lnTo>
                  <a:lnTo>
                    <a:pt x="8222" y="8658"/>
                  </a:lnTo>
                  <a:cubicBezTo>
                    <a:pt x="13690" y="3190"/>
                    <a:pt x="20981" y="0"/>
                    <a:pt x="28726" y="0"/>
                  </a:cubicBezTo>
                  <a:cubicBezTo>
                    <a:pt x="36473" y="0"/>
                    <a:pt x="43764" y="3190"/>
                    <a:pt x="49232" y="8658"/>
                  </a:cubicBezTo>
                  <a:cubicBezTo>
                    <a:pt x="60624" y="19594"/>
                    <a:pt x="60623" y="38276"/>
                    <a:pt x="49232" y="49668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38" name="Google Shape;103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97194" y="3988359"/>
            <a:ext cx="2255856" cy="67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36"/>
          <p:cNvSpPr txBox="1"/>
          <p:nvPr>
            <p:ph idx="1" type="body"/>
          </p:nvPr>
        </p:nvSpPr>
        <p:spPr>
          <a:xfrm>
            <a:off x="1273141" y="526470"/>
            <a:ext cx="7379400" cy="29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</a:defRPr>
            </a:lvl1pPr>
            <a:lvl2pPr indent="-228600" lvl="1" marL="914400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9FE3"/>
              </a:buClr>
              <a:buSzPts val="5400"/>
              <a:buNone/>
              <a:defRPr b="1" sz="5400" cap="none">
                <a:solidFill>
                  <a:srgbClr val="009FE3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itre 2">
  <p:cSld name="Slide de titre 2">
    <p:bg>
      <p:bgPr>
        <a:solidFill>
          <a:schemeClr val="dk1"/>
        </a:solidFill>
      </p:bgPr>
    </p:bg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1" name="Google Shape;1041;p37"/>
          <p:cNvGrpSpPr/>
          <p:nvPr/>
        </p:nvGrpSpPr>
        <p:grpSpPr>
          <a:xfrm>
            <a:off x="-242525" y="-127450"/>
            <a:ext cx="6491684" cy="5478248"/>
            <a:chOff x="-242525" y="-127450"/>
            <a:chExt cx="6491684" cy="5478248"/>
          </a:xfrm>
        </p:grpSpPr>
        <p:sp>
          <p:nvSpPr>
            <p:cNvPr id="1042" name="Google Shape;1042;p37"/>
            <p:cNvSpPr/>
            <p:nvPr/>
          </p:nvSpPr>
          <p:spPr>
            <a:xfrm rot="8716038">
              <a:off x="1460361" y="3480101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37"/>
            <p:cNvSpPr/>
            <p:nvPr/>
          </p:nvSpPr>
          <p:spPr>
            <a:xfrm rot="8716038">
              <a:off x="1595675" y="3524365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37"/>
            <p:cNvSpPr/>
            <p:nvPr/>
          </p:nvSpPr>
          <p:spPr>
            <a:xfrm rot="8716038">
              <a:off x="1527784" y="3393760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37"/>
            <p:cNvSpPr/>
            <p:nvPr/>
          </p:nvSpPr>
          <p:spPr>
            <a:xfrm rot="8716038">
              <a:off x="1290481" y="361409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37"/>
            <p:cNvSpPr/>
            <p:nvPr/>
          </p:nvSpPr>
          <p:spPr>
            <a:xfrm rot="8718291">
              <a:off x="1102085" y="3298452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37"/>
            <p:cNvSpPr/>
            <p:nvPr/>
          </p:nvSpPr>
          <p:spPr>
            <a:xfrm rot="8714800">
              <a:off x="1083589" y="3088629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37"/>
            <p:cNvSpPr/>
            <p:nvPr/>
          </p:nvSpPr>
          <p:spPr>
            <a:xfrm rot="8716038">
              <a:off x="1426972" y="3676097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37"/>
            <p:cNvSpPr/>
            <p:nvPr/>
          </p:nvSpPr>
          <p:spPr>
            <a:xfrm rot="8716038">
              <a:off x="1897925" y="3101485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37"/>
            <p:cNvSpPr/>
            <p:nvPr/>
          </p:nvSpPr>
          <p:spPr>
            <a:xfrm rot="8716038">
              <a:off x="2033239" y="3145749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37"/>
            <p:cNvSpPr/>
            <p:nvPr/>
          </p:nvSpPr>
          <p:spPr>
            <a:xfrm rot="8716038">
              <a:off x="1728045" y="323547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37"/>
            <p:cNvSpPr/>
            <p:nvPr/>
          </p:nvSpPr>
          <p:spPr>
            <a:xfrm rot="8718291">
              <a:off x="1539650" y="2919836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37"/>
            <p:cNvSpPr/>
            <p:nvPr/>
          </p:nvSpPr>
          <p:spPr>
            <a:xfrm rot="8716038">
              <a:off x="1864537" y="3297482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37"/>
            <p:cNvSpPr/>
            <p:nvPr/>
          </p:nvSpPr>
          <p:spPr>
            <a:xfrm rot="8711490">
              <a:off x="1499088" y="3071146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37"/>
            <p:cNvSpPr/>
            <p:nvPr/>
          </p:nvSpPr>
          <p:spPr>
            <a:xfrm rot="7490631">
              <a:off x="2023259" y="3586675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37"/>
            <p:cNvSpPr/>
            <p:nvPr/>
          </p:nvSpPr>
          <p:spPr>
            <a:xfrm rot="-8509467">
              <a:off x="2181874" y="3535817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37"/>
            <p:cNvSpPr/>
            <p:nvPr/>
          </p:nvSpPr>
          <p:spPr>
            <a:xfrm rot="8714477">
              <a:off x="2462401" y="3246244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37"/>
            <p:cNvSpPr/>
            <p:nvPr/>
          </p:nvSpPr>
          <p:spPr>
            <a:xfrm rot="8718291">
              <a:off x="2384361" y="3089373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37"/>
            <p:cNvSpPr/>
            <p:nvPr/>
          </p:nvSpPr>
          <p:spPr>
            <a:xfrm rot="8716038">
              <a:off x="2016319" y="313525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37"/>
            <p:cNvSpPr/>
            <p:nvPr/>
          </p:nvSpPr>
          <p:spPr>
            <a:xfrm rot="8718291">
              <a:off x="2284779" y="2894094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37"/>
            <p:cNvSpPr/>
            <p:nvPr/>
          </p:nvSpPr>
          <p:spPr>
            <a:xfrm rot="8716038">
              <a:off x="1798134" y="4478584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37"/>
            <p:cNvSpPr/>
            <p:nvPr/>
          </p:nvSpPr>
          <p:spPr>
            <a:xfrm rot="8716038">
              <a:off x="1933448" y="4522848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37"/>
            <p:cNvSpPr/>
            <p:nvPr/>
          </p:nvSpPr>
          <p:spPr>
            <a:xfrm rot="8716038">
              <a:off x="1865557" y="4392243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37"/>
            <p:cNvSpPr/>
            <p:nvPr/>
          </p:nvSpPr>
          <p:spPr>
            <a:xfrm rot="8716038">
              <a:off x="1628254" y="4612575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37"/>
            <p:cNvSpPr/>
            <p:nvPr/>
          </p:nvSpPr>
          <p:spPr>
            <a:xfrm rot="8718291">
              <a:off x="1439858" y="4296935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37"/>
            <p:cNvSpPr/>
            <p:nvPr/>
          </p:nvSpPr>
          <p:spPr>
            <a:xfrm rot="8714800">
              <a:off x="1421362" y="4087112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37"/>
            <p:cNvSpPr/>
            <p:nvPr/>
          </p:nvSpPr>
          <p:spPr>
            <a:xfrm rot="8716038">
              <a:off x="1764745" y="4674580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37"/>
            <p:cNvSpPr/>
            <p:nvPr/>
          </p:nvSpPr>
          <p:spPr>
            <a:xfrm rot="8716038">
              <a:off x="2235698" y="4099968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37"/>
            <p:cNvSpPr/>
            <p:nvPr/>
          </p:nvSpPr>
          <p:spPr>
            <a:xfrm rot="8716038">
              <a:off x="2371012" y="4144232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37"/>
            <p:cNvSpPr/>
            <p:nvPr/>
          </p:nvSpPr>
          <p:spPr>
            <a:xfrm rot="8716038">
              <a:off x="2065818" y="423395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37"/>
            <p:cNvSpPr/>
            <p:nvPr/>
          </p:nvSpPr>
          <p:spPr>
            <a:xfrm rot="8718291">
              <a:off x="1877423" y="3918319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37"/>
            <p:cNvSpPr/>
            <p:nvPr/>
          </p:nvSpPr>
          <p:spPr>
            <a:xfrm rot="8716038">
              <a:off x="2202310" y="4295965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37"/>
            <p:cNvSpPr/>
            <p:nvPr/>
          </p:nvSpPr>
          <p:spPr>
            <a:xfrm rot="8711490">
              <a:off x="1836861" y="4069629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37"/>
            <p:cNvSpPr/>
            <p:nvPr/>
          </p:nvSpPr>
          <p:spPr>
            <a:xfrm rot="7490631">
              <a:off x="2361032" y="4585158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37"/>
            <p:cNvSpPr/>
            <p:nvPr/>
          </p:nvSpPr>
          <p:spPr>
            <a:xfrm rot="-8509467">
              <a:off x="2519647" y="4534300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37"/>
            <p:cNvSpPr/>
            <p:nvPr/>
          </p:nvSpPr>
          <p:spPr>
            <a:xfrm rot="8714477">
              <a:off x="2800174" y="4244727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37"/>
            <p:cNvSpPr/>
            <p:nvPr/>
          </p:nvSpPr>
          <p:spPr>
            <a:xfrm rot="8718291">
              <a:off x="2722134" y="4087856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37"/>
            <p:cNvSpPr/>
            <p:nvPr/>
          </p:nvSpPr>
          <p:spPr>
            <a:xfrm rot="8716038">
              <a:off x="2354092" y="413373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37"/>
            <p:cNvSpPr/>
            <p:nvPr/>
          </p:nvSpPr>
          <p:spPr>
            <a:xfrm rot="8718291">
              <a:off x="2622552" y="3892577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37"/>
            <p:cNvSpPr/>
            <p:nvPr/>
          </p:nvSpPr>
          <p:spPr>
            <a:xfrm rot="8716661">
              <a:off x="1835821" y="5051485"/>
              <a:ext cx="229627" cy="172798"/>
            </a:xfrm>
            <a:custGeom>
              <a:rect b="b" l="l" r="r" t="t"/>
              <a:pathLst>
                <a:path extrusionOk="0" h="172677" w="229466">
                  <a:moveTo>
                    <a:pt x="37429" y="127889"/>
                  </a:moveTo>
                  <a:cubicBezTo>
                    <a:pt x="14722" y="105850"/>
                    <a:pt x="4537" y="71789"/>
                    <a:pt x="864" y="25330"/>
                  </a:cubicBezTo>
                  <a:lnTo>
                    <a:pt x="0" y="0"/>
                  </a:lnTo>
                  <a:lnTo>
                    <a:pt x="229466" y="159058"/>
                  </a:lnTo>
                  <a:lnTo>
                    <a:pt x="210504" y="164122"/>
                  </a:lnTo>
                  <a:cubicBezTo>
                    <a:pt x="187032" y="168685"/>
                    <a:pt x="165437" y="171301"/>
                    <a:pt x="146960" y="172414"/>
                  </a:cubicBezTo>
                  <a:cubicBezTo>
                    <a:pt x="105998" y="175086"/>
                    <a:pt x="65926" y="157276"/>
                    <a:pt x="37429" y="127889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37"/>
            <p:cNvSpPr/>
            <p:nvPr/>
          </p:nvSpPr>
          <p:spPr>
            <a:xfrm rot="8716661">
              <a:off x="2865138" y="5107711"/>
              <a:ext cx="36981" cy="50848"/>
            </a:xfrm>
            <a:custGeom>
              <a:rect b="b" l="l" r="r" t="t"/>
              <a:pathLst>
                <a:path extrusionOk="0" h="50812" w="36955">
                  <a:moveTo>
                    <a:pt x="0" y="50812"/>
                  </a:moveTo>
                  <a:lnTo>
                    <a:pt x="0" y="0"/>
                  </a:lnTo>
                  <a:lnTo>
                    <a:pt x="36955" y="25616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37"/>
            <p:cNvSpPr/>
            <p:nvPr/>
          </p:nvSpPr>
          <p:spPr>
            <a:xfrm rot="8716661">
              <a:off x="2291357" y="4885990"/>
              <a:ext cx="209175" cy="296671"/>
            </a:xfrm>
            <a:custGeom>
              <a:rect b="b" l="l" r="r" t="t"/>
              <a:pathLst>
                <a:path extrusionOk="0" h="296463" w="209028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82199" y="0"/>
                  </a:lnTo>
                  <a:lnTo>
                    <a:pt x="209028" y="8791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37"/>
            <p:cNvSpPr/>
            <p:nvPr/>
          </p:nvSpPr>
          <p:spPr>
            <a:xfrm rot="8716661">
              <a:off x="2159502" y="5061227"/>
              <a:ext cx="112948" cy="105758"/>
            </a:xfrm>
            <a:custGeom>
              <a:rect b="b" l="l" r="r" t="t"/>
              <a:pathLst>
                <a:path extrusionOk="0" h="105684" w="112869">
                  <a:moveTo>
                    <a:pt x="17362" y="89236"/>
                  </a:moveTo>
                  <a:cubicBezTo>
                    <a:pt x="6397" y="78271"/>
                    <a:pt x="0" y="63651"/>
                    <a:pt x="0" y="48117"/>
                  </a:cubicBezTo>
                  <a:lnTo>
                    <a:pt x="0" y="47203"/>
                  </a:lnTo>
                  <a:cubicBezTo>
                    <a:pt x="0" y="31669"/>
                    <a:pt x="6397" y="17049"/>
                    <a:pt x="17362" y="6084"/>
                  </a:cubicBezTo>
                  <a:lnTo>
                    <a:pt x="31771" y="0"/>
                  </a:lnTo>
                  <a:lnTo>
                    <a:pt x="112869" y="56215"/>
                  </a:lnTo>
                  <a:lnTo>
                    <a:pt x="99601" y="88323"/>
                  </a:lnTo>
                  <a:cubicBezTo>
                    <a:pt x="88636" y="99288"/>
                    <a:pt x="74015" y="105684"/>
                    <a:pt x="58481" y="105684"/>
                  </a:cubicBezTo>
                  <a:cubicBezTo>
                    <a:pt x="42947" y="105684"/>
                    <a:pt x="28327" y="100202"/>
                    <a:pt x="17362" y="89236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37"/>
            <p:cNvSpPr/>
            <p:nvPr/>
          </p:nvSpPr>
          <p:spPr>
            <a:xfrm rot="8716661">
              <a:off x="3051826" y="5073705"/>
              <a:ext cx="145353" cy="115191"/>
            </a:xfrm>
            <a:custGeom>
              <a:rect b="b" l="l" r="r" t="t"/>
              <a:pathLst>
                <a:path extrusionOk="0" h="115110" w="145251">
                  <a:moveTo>
                    <a:pt x="26453" y="90050"/>
                  </a:moveTo>
                  <a:cubicBezTo>
                    <a:pt x="9746" y="73344"/>
                    <a:pt x="0" y="51068"/>
                    <a:pt x="0" y="27401"/>
                  </a:cubicBezTo>
                  <a:lnTo>
                    <a:pt x="0" y="26008"/>
                  </a:lnTo>
                  <a:lnTo>
                    <a:pt x="10982" y="0"/>
                  </a:lnTo>
                  <a:lnTo>
                    <a:pt x="145251" y="93071"/>
                  </a:lnTo>
                  <a:lnTo>
                    <a:pt x="123037" y="108149"/>
                  </a:lnTo>
                  <a:cubicBezTo>
                    <a:pt x="112421" y="112674"/>
                    <a:pt x="100936" y="115110"/>
                    <a:pt x="89101" y="115110"/>
                  </a:cubicBezTo>
                  <a:cubicBezTo>
                    <a:pt x="65434" y="115110"/>
                    <a:pt x="43159" y="106756"/>
                    <a:pt x="26453" y="9005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37"/>
            <p:cNvSpPr/>
            <p:nvPr/>
          </p:nvSpPr>
          <p:spPr>
            <a:xfrm rot="8718291">
              <a:off x="2953518" y="4889088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37"/>
            <p:cNvSpPr/>
            <p:nvPr/>
          </p:nvSpPr>
          <p:spPr>
            <a:xfrm rot="8716038">
              <a:off x="1125084" y="2479688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37"/>
            <p:cNvSpPr/>
            <p:nvPr/>
          </p:nvSpPr>
          <p:spPr>
            <a:xfrm rot="8716038">
              <a:off x="1260398" y="2523952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37"/>
            <p:cNvSpPr/>
            <p:nvPr/>
          </p:nvSpPr>
          <p:spPr>
            <a:xfrm rot="8716038">
              <a:off x="1192507" y="2393347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37"/>
            <p:cNvSpPr/>
            <p:nvPr/>
          </p:nvSpPr>
          <p:spPr>
            <a:xfrm rot="8716038">
              <a:off x="955204" y="261367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37"/>
            <p:cNvSpPr/>
            <p:nvPr/>
          </p:nvSpPr>
          <p:spPr>
            <a:xfrm rot="8718291">
              <a:off x="766807" y="2298039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37"/>
            <p:cNvSpPr/>
            <p:nvPr/>
          </p:nvSpPr>
          <p:spPr>
            <a:xfrm rot="8714800">
              <a:off x="748312" y="2088216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37"/>
            <p:cNvSpPr/>
            <p:nvPr/>
          </p:nvSpPr>
          <p:spPr>
            <a:xfrm rot="8716038">
              <a:off x="1091695" y="2675684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37"/>
            <p:cNvSpPr/>
            <p:nvPr/>
          </p:nvSpPr>
          <p:spPr>
            <a:xfrm rot="8716038">
              <a:off x="1562647" y="2101072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37"/>
            <p:cNvSpPr/>
            <p:nvPr/>
          </p:nvSpPr>
          <p:spPr>
            <a:xfrm rot="8716038">
              <a:off x="1697962" y="2145336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37"/>
            <p:cNvSpPr/>
            <p:nvPr/>
          </p:nvSpPr>
          <p:spPr>
            <a:xfrm rot="8716038">
              <a:off x="1392767" y="2235063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37"/>
            <p:cNvSpPr/>
            <p:nvPr/>
          </p:nvSpPr>
          <p:spPr>
            <a:xfrm rot="8718291">
              <a:off x="1204373" y="1919423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37"/>
            <p:cNvSpPr/>
            <p:nvPr/>
          </p:nvSpPr>
          <p:spPr>
            <a:xfrm rot="8716038">
              <a:off x="1529260" y="2297069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37"/>
            <p:cNvSpPr/>
            <p:nvPr/>
          </p:nvSpPr>
          <p:spPr>
            <a:xfrm rot="8711490">
              <a:off x="1163811" y="2070733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37"/>
            <p:cNvSpPr/>
            <p:nvPr/>
          </p:nvSpPr>
          <p:spPr>
            <a:xfrm rot="7490631">
              <a:off x="1687981" y="2586262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37"/>
            <p:cNvSpPr/>
            <p:nvPr/>
          </p:nvSpPr>
          <p:spPr>
            <a:xfrm rot="-8509467">
              <a:off x="1846597" y="2535404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37"/>
            <p:cNvSpPr/>
            <p:nvPr/>
          </p:nvSpPr>
          <p:spPr>
            <a:xfrm rot="8714477">
              <a:off x="2127124" y="2245831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37"/>
            <p:cNvSpPr/>
            <p:nvPr/>
          </p:nvSpPr>
          <p:spPr>
            <a:xfrm rot="8718291">
              <a:off x="2049084" y="2088960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37"/>
            <p:cNvSpPr/>
            <p:nvPr/>
          </p:nvSpPr>
          <p:spPr>
            <a:xfrm rot="8716038">
              <a:off x="1681041" y="2134843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37"/>
            <p:cNvSpPr/>
            <p:nvPr/>
          </p:nvSpPr>
          <p:spPr>
            <a:xfrm rot="8718291">
              <a:off x="1949502" y="1893681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37"/>
            <p:cNvSpPr/>
            <p:nvPr/>
          </p:nvSpPr>
          <p:spPr>
            <a:xfrm rot="8716038">
              <a:off x="787311" y="1481205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37"/>
            <p:cNvSpPr/>
            <p:nvPr/>
          </p:nvSpPr>
          <p:spPr>
            <a:xfrm rot="8716038">
              <a:off x="922625" y="1525469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37"/>
            <p:cNvSpPr/>
            <p:nvPr/>
          </p:nvSpPr>
          <p:spPr>
            <a:xfrm rot="8716038">
              <a:off x="854734" y="1394864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37"/>
            <p:cNvSpPr/>
            <p:nvPr/>
          </p:nvSpPr>
          <p:spPr>
            <a:xfrm rot="8716038">
              <a:off x="617431" y="161519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37"/>
            <p:cNvSpPr/>
            <p:nvPr/>
          </p:nvSpPr>
          <p:spPr>
            <a:xfrm rot="8718291">
              <a:off x="429034" y="1299556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37"/>
            <p:cNvSpPr/>
            <p:nvPr/>
          </p:nvSpPr>
          <p:spPr>
            <a:xfrm rot="8714800">
              <a:off x="410539" y="1089733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37"/>
            <p:cNvSpPr/>
            <p:nvPr/>
          </p:nvSpPr>
          <p:spPr>
            <a:xfrm rot="8716038">
              <a:off x="753922" y="1677201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37"/>
            <p:cNvSpPr/>
            <p:nvPr/>
          </p:nvSpPr>
          <p:spPr>
            <a:xfrm rot="8716038">
              <a:off x="1224875" y="1102589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37"/>
            <p:cNvSpPr/>
            <p:nvPr/>
          </p:nvSpPr>
          <p:spPr>
            <a:xfrm rot="8716038">
              <a:off x="1360189" y="1146853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37"/>
            <p:cNvSpPr/>
            <p:nvPr/>
          </p:nvSpPr>
          <p:spPr>
            <a:xfrm rot="8716038">
              <a:off x="1054994" y="123658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37"/>
            <p:cNvSpPr/>
            <p:nvPr/>
          </p:nvSpPr>
          <p:spPr>
            <a:xfrm rot="8718291">
              <a:off x="866600" y="920940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37"/>
            <p:cNvSpPr/>
            <p:nvPr/>
          </p:nvSpPr>
          <p:spPr>
            <a:xfrm rot="8716038">
              <a:off x="1191487" y="1298586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37"/>
            <p:cNvSpPr/>
            <p:nvPr/>
          </p:nvSpPr>
          <p:spPr>
            <a:xfrm rot="8711490">
              <a:off x="826038" y="1072250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37"/>
            <p:cNvSpPr/>
            <p:nvPr/>
          </p:nvSpPr>
          <p:spPr>
            <a:xfrm rot="7490631">
              <a:off x="1350208" y="1587779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37"/>
            <p:cNvSpPr/>
            <p:nvPr/>
          </p:nvSpPr>
          <p:spPr>
            <a:xfrm rot="-8509467">
              <a:off x="1508824" y="1536921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37"/>
            <p:cNvSpPr/>
            <p:nvPr/>
          </p:nvSpPr>
          <p:spPr>
            <a:xfrm rot="8714477">
              <a:off x="1789351" y="1247348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37"/>
            <p:cNvSpPr/>
            <p:nvPr/>
          </p:nvSpPr>
          <p:spPr>
            <a:xfrm rot="8718291">
              <a:off x="1711311" y="1090477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37"/>
            <p:cNvSpPr/>
            <p:nvPr/>
          </p:nvSpPr>
          <p:spPr>
            <a:xfrm rot="8716038">
              <a:off x="1343269" y="113636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37"/>
            <p:cNvSpPr/>
            <p:nvPr/>
          </p:nvSpPr>
          <p:spPr>
            <a:xfrm rot="8718291">
              <a:off x="1611729" y="895198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37"/>
            <p:cNvSpPr/>
            <p:nvPr/>
          </p:nvSpPr>
          <p:spPr>
            <a:xfrm rot="8716038">
              <a:off x="455937" y="479152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37"/>
            <p:cNvSpPr/>
            <p:nvPr/>
          </p:nvSpPr>
          <p:spPr>
            <a:xfrm rot="8716038">
              <a:off x="591252" y="523416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37"/>
            <p:cNvSpPr/>
            <p:nvPr/>
          </p:nvSpPr>
          <p:spPr>
            <a:xfrm rot="8716038">
              <a:off x="523360" y="392810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37"/>
            <p:cNvSpPr/>
            <p:nvPr/>
          </p:nvSpPr>
          <p:spPr>
            <a:xfrm rot="8716038">
              <a:off x="286057" y="613143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37"/>
            <p:cNvSpPr/>
            <p:nvPr/>
          </p:nvSpPr>
          <p:spPr>
            <a:xfrm rot="8718291">
              <a:off x="97661" y="297502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37"/>
            <p:cNvSpPr/>
            <p:nvPr/>
          </p:nvSpPr>
          <p:spPr>
            <a:xfrm rot="8714800">
              <a:off x="79165" y="87680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37"/>
            <p:cNvSpPr/>
            <p:nvPr/>
          </p:nvSpPr>
          <p:spPr>
            <a:xfrm rot="8716038">
              <a:off x="422548" y="675147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37"/>
            <p:cNvSpPr/>
            <p:nvPr/>
          </p:nvSpPr>
          <p:spPr>
            <a:xfrm rot="8716038">
              <a:off x="893501" y="100536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37"/>
            <p:cNvSpPr/>
            <p:nvPr/>
          </p:nvSpPr>
          <p:spPr>
            <a:xfrm rot="8716038">
              <a:off x="1028816" y="144800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37"/>
            <p:cNvSpPr/>
            <p:nvPr/>
          </p:nvSpPr>
          <p:spPr>
            <a:xfrm rot="8716038">
              <a:off x="723621" y="234527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37"/>
            <p:cNvSpPr/>
            <p:nvPr/>
          </p:nvSpPr>
          <p:spPr>
            <a:xfrm rot="8717214">
              <a:off x="547569" y="-17420"/>
              <a:ext cx="308741" cy="226186"/>
            </a:xfrm>
            <a:custGeom>
              <a:rect b="b" l="l" r="r" t="t"/>
              <a:pathLst>
                <a:path extrusionOk="0" h="149340" w="203847">
                  <a:moveTo>
                    <a:pt x="106716" y="149340"/>
                  </a:moveTo>
                  <a:lnTo>
                    <a:pt x="50038" y="110053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37"/>
            <p:cNvSpPr/>
            <p:nvPr/>
          </p:nvSpPr>
          <p:spPr>
            <a:xfrm rot="8716038">
              <a:off x="860113" y="296532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37"/>
            <p:cNvSpPr/>
            <p:nvPr/>
          </p:nvSpPr>
          <p:spPr>
            <a:xfrm rot="8711490">
              <a:off x="494665" y="70196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37"/>
            <p:cNvSpPr/>
            <p:nvPr/>
          </p:nvSpPr>
          <p:spPr>
            <a:xfrm rot="7490631">
              <a:off x="1018835" y="585726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37"/>
            <p:cNvSpPr/>
            <p:nvPr/>
          </p:nvSpPr>
          <p:spPr>
            <a:xfrm rot="-8509467">
              <a:off x="1177450" y="534867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37"/>
            <p:cNvSpPr/>
            <p:nvPr/>
          </p:nvSpPr>
          <p:spPr>
            <a:xfrm rot="8714477">
              <a:off x="1457977" y="245295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37"/>
            <p:cNvSpPr/>
            <p:nvPr/>
          </p:nvSpPr>
          <p:spPr>
            <a:xfrm rot="8718291">
              <a:off x="1379937" y="88423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37"/>
            <p:cNvSpPr/>
            <p:nvPr/>
          </p:nvSpPr>
          <p:spPr>
            <a:xfrm rot="8716038">
              <a:off x="1011895" y="13430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37"/>
            <p:cNvSpPr/>
            <p:nvPr/>
          </p:nvSpPr>
          <p:spPr>
            <a:xfrm rot="8717214">
              <a:off x="1291550" y="-36512"/>
              <a:ext cx="134288" cy="107020"/>
            </a:xfrm>
            <a:custGeom>
              <a:rect b="b" l="l" r="r" t="t"/>
              <a:pathLst>
                <a:path extrusionOk="0" h="70660" w="88664">
                  <a:moveTo>
                    <a:pt x="83649" y="70660"/>
                  </a:moveTo>
                  <a:lnTo>
                    <a:pt x="0" y="12677"/>
                  </a:lnTo>
                  <a:lnTo>
                    <a:pt x="30024" y="0"/>
                  </a:lnTo>
                  <a:cubicBezTo>
                    <a:pt x="45662" y="0"/>
                    <a:pt x="60379" y="6439"/>
                    <a:pt x="71417" y="17477"/>
                  </a:cubicBezTo>
                  <a:cubicBezTo>
                    <a:pt x="82915" y="28515"/>
                    <a:pt x="88664" y="43462"/>
                    <a:pt x="88664" y="5852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37"/>
            <p:cNvSpPr/>
            <p:nvPr/>
          </p:nvSpPr>
          <p:spPr>
            <a:xfrm rot="-8510566">
              <a:off x="990171" y="-39734"/>
              <a:ext cx="111265" cy="115583"/>
            </a:xfrm>
            <a:custGeom>
              <a:rect b="b" l="l" r="r" t="t"/>
              <a:pathLst>
                <a:path extrusionOk="0" h="76374" w="73521">
                  <a:moveTo>
                    <a:pt x="73521" y="18609"/>
                  </a:moveTo>
                  <a:lnTo>
                    <a:pt x="0" y="76374"/>
                  </a:lnTo>
                  <a:lnTo>
                    <a:pt x="0" y="38074"/>
                  </a:lnTo>
                  <a:lnTo>
                    <a:pt x="73388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37"/>
            <p:cNvSpPr/>
            <p:nvPr/>
          </p:nvSpPr>
          <p:spPr>
            <a:xfrm rot="8716038">
              <a:off x="121305" y="4141382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37"/>
            <p:cNvSpPr/>
            <p:nvPr/>
          </p:nvSpPr>
          <p:spPr>
            <a:xfrm rot="8716038">
              <a:off x="256619" y="4185646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37"/>
            <p:cNvSpPr/>
            <p:nvPr/>
          </p:nvSpPr>
          <p:spPr>
            <a:xfrm rot="8716038">
              <a:off x="188728" y="4055040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37"/>
            <p:cNvSpPr/>
            <p:nvPr/>
          </p:nvSpPr>
          <p:spPr>
            <a:xfrm rot="8716661">
              <a:off x="-22458" y="4277974"/>
              <a:ext cx="57453" cy="71977"/>
            </a:xfrm>
            <a:custGeom>
              <a:rect b="b" l="l" r="r" t="t"/>
              <a:pathLst>
                <a:path extrusionOk="0" h="71926" w="57413">
                  <a:moveTo>
                    <a:pt x="11441" y="71926"/>
                  </a:moveTo>
                  <a:lnTo>
                    <a:pt x="0" y="44829"/>
                  </a:lnTo>
                  <a:lnTo>
                    <a:pt x="0" y="44139"/>
                  </a:lnTo>
                  <a:cubicBezTo>
                    <a:pt x="0" y="32415"/>
                    <a:pt x="4828" y="21380"/>
                    <a:pt x="13104" y="13104"/>
                  </a:cubicBezTo>
                  <a:cubicBezTo>
                    <a:pt x="21380" y="4828"/>
                    <a:pt x="32415" y="0"/>
                    <a:pt x="44139" y="0"/>
                  </a:cubicBezTo>
                  <a:lnTo>
                    <a:pt x="57413" y="5605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37"/>
            <p:cNvSpPr/>
            <p:nvPr/>
          </p:nvSpPr>
          <p:spPr>
            <a:xfrm rot="8716661">
              <a:off x="-37081" y="4107215"/>
              <a:ext cx="147376" cy="83793"/>
            </a:xfrm>
            <a:custGeom>
              <a:rect b="b" l="l" r="r" t="t"/>
              <a:pathLst>
                <a:path extrusionOk="0" h="83734" w="147272">
                  <a:moveTo>
                    <a:pt x="0" y="83734"/>
                  </a:moveTo>
                  <a:lnTo>
                    <a:pt x="0" y="0"/>
                  </a:lnTo>
                  <a:lnTo>
                    <a:pt x="147272" y="0"/>
                  </a:lnTo>
                  <a:lnTo>
                    <a:pt x="89230" y="8373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37"/>
            <p:cNvSpPr/>
            <p:nvPr/>
          </p:nvSpPr>
          <p:spPr>
            <a:xfrm rot="8716661">
              <a:off x="43220" y="3712236"/>
              <a:ext cx="125625" cy="469092"/>
            </a:xfrm>
            <a:custGeom>
              <a:rect b="b" l="l" r="r" t="t"/>
              <a:pathLst>
                <a:path extrusionOk="0" h="468763" w="125537">
                  <a:moveTo>
                    <a:pt x="29455" y="468763"/>
                  </a:moveTo>
                  <a:lnTo>
                    <a:pt x="7792" y="425988"/>
                  </a:lnTo>
                  <a:cubicBezTo>
                    <a:pt x="2003" y="400498"/>
                    <a:pt x="0" y="369553"/>
                    <a:pt x="0" y="333043"/>
                  </a:cubicBezTo>
                  <a:lnTo>
                    <a:pt x="0" y="61444"/>
                  </a:lnTo>
                  <a:lnTo>
                    <a:pt x="118434" y="0"/>
                  </a:lnTo>
                  <a:lnTo>
                    <a:pt x="120216" y="248447"/>
                  </a:lnTo>
                  <a:cubicBezTo>
                    <a:pt x="118880" y="273381"/>
                    <a:pt x="120216" y="298537"/>
                    <a:pt x="123889" y="323359"/>
                  </a:cubicBezTo>
                  <a:lnTo>
                    <a:pt x="125537" y="33015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37"/>
            <p:cNvSpPr/>
            <p:nvPr/>
          </p:nvSpPr>
          <p:spPr>
            <a:xfrm rot="8716038">
              <a:off x="87916" y="4337378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37"/>
            <p:cNvSpPr/>
            <p:nvPr/>
          </p:nvSpPr>
          <p:spPr>
            <a:xfrm rot="8716038">
              <a:off x="558868" y="3762766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37"/>
            <p:cNvSpPr/>
            <p:nvPr/>
          </p:nvSpPr>
          <p:spPr>
            <a:xfrm rot="8716038">
              <a:off x="694183" y="3807030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37"/>
            <p:cNvSpPr/>
            <p:nvPr/>
          </p:nvSpPr>
          <p:spPr>
            <a:xfrm rot="8716038">
              <a:off x="388988" y="3896757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37"/>
            <p:cNvSpPr/>
            <p:nvPr/>
          </p:nvSpPr>
          <p:spPr>
            <a:xfrm rot="8718291">
              <a:off x="200594" y="3581116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37"/>
            <p:cNvSpPr/>
            <p:nvPr/>
          </p:nvSpPr>
          <p:spPr>
            <a:xfrm rot="8716038">
              <a:off x="525481" y="3958763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37"/>
            <p:cNvSpPr/>
            <p:nvPr/>
          </p:nvSpPr>
          <p:spPr>
            <a:xfrm rot="8711490">
              <a:off x="160032" y="3732427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37"/>
            <p:cNvSpPr/>
            <p:nvPr/>
          </p:nvSpPr>
          <p:spPr>
            <a:xfrm rot="7490631">
              <a:off x="684202" y="4247956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37"/>
            <p:cNvSpPr/>
            <p:nvPr/>
          </p:nvSpPr>
          <p:spPr>
            <a:xfrm rot="-8509467">
              <a:off x="842818" y="4197098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37"/>
            <p:cNvSpPr/>
            <p:nvPr/>
          </p:nvSpPr>
          <p:spPr>
            <a:xfrm rot="8714477">
              <a:off x="1123345" y="3907525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37"/>
            <p:cNvSpPr/>
            <p:nvPr/>
          </p:nvSpPr>
          <p:spPr>
            <a:xfrm rot="8718291">
              <a:off x="1045305" y="3750654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37"/>
            <p:cNvSpPr/>
            <p:nvPr/>
          </p:nvSpPr>
          <p:spPr>
            <a:xfrm rot="8716038">
              <a:off x="677262" y="379653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37"/>
            <p:cNvSpPr/>
            <p:nvPr/>
          </p:nvSpPr>
          <p:spPr>
            <a:xfrm rot="8718291">
              <a:off x="945723" y="3555375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37"/>
            <p:cNvSpPr/>
            <p:nvPr/>
          </p:nvSpPr>
          <p:spPr>
            <a:xfrm rot="8716661">
              <a:off x="601439" y="5027902"/>
              <a:ext cx="169799" cy="113109"/>
            </a:xfrm>
            <a:custGeom>
              <a:rect b="b" l="l" r="r" t="t"/>
              <a:pathLst>
                <a:path extrusionOk="0" h="113030" w="169680">
                  <a:moveTo>
                    <a:pt x="8965" y="113030"/>
                  </a:moveTo>
                  <a:lnTo>
                    <a:pt x="0" y="100616"/>
                  </a:lnTo>
                  <a:lnTo>
                    <a:pt x="106933" y="0"/>
                  </a:lnTo>
                  <a:lnTo>
                    <a:pt x="169680" y="4349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37"/>
            <p:cNvSpPr/>
            <p:nvPr/>
          </p:nvSpPr>
          <p:spPr>
            <a:xfrm rot="8716661">
              <a:off x="197134" y="4925197"/>
              <a:ext cx="194503" cy="296671"/>
            </a:xfrm>
            <a:custGeom>
              <a:rect b="b" l="l" r="r" t="t"/>
              <a:pathLst>
                <a:path extrusionOk="0" h="296463" w="194366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6043" y="0"/>
                  </a:lnTo>
                  <a:lnTo>
                    <a:pt x="194366" y="13053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37"/>
            <p:cNvSpPr/>
            <p:nvPr/>
          </p:nvSpPr>
          <p:spPr>
            <a:xfrm rot="8714800">
              <a:off x="82306" y="4748393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37"/>
            <p:cNvSpPr/>
            <p:nvPr/>
          </p:nvSpPr>
          <p:spPr>
            <a:xfrm rot="8716038">
              <a:off x="896641" y="4761249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37"/>
            <p:cNvSpPr/>
            <p:nvPr/>
          </p:nvSpPr>
          <p:spPr>
            <a:xfrm rot="8716661">
              <a:off x="1032162" y="4798810"/>
              <a:ext cx="390127" cy="383725"/>
            </a:xfrm>
            <a:custGeom>
              <a:rect b="b" l="l" r="r" t="t"/>
              <a:pathLst>
                <a:path extrusionOk="0" h="383455" w="389853">
                  <a:moveTo>
                    <a:pt x="77932" y="383455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111726"/>
                  </a:lnTo>
                  <a:lnTo>
                    <a:pt x="160692" y="111726"/>
                  </a:lnTo>
                  <a:cubicBezTo>
                    <a:pt x="171727" y="78967"/>
                    <a:pt x="181555" y="56208"/>
                    <a:pt x="192762" y="39914"/>
                  </a:cubicBezTo>
                  <a:lnTo>
                    <a:pt x="216292" y="20658"/>
                  </a:lnTo>
                  <a:lnTo>
                    <a:pt x="389853" y="140965"/>
                  </a:lnTo>
                  <a:lnTo>
                    <a:pt x="300695" y="146210"/>
                  </a:lnTo>
                  <a:lnTo>
                    <a:pt x="300694" y="121382"/>
                  </a:lnTo>
                  <a:cubicBezTo>
                    <a:pt x="300695" y="84140"/>
                    <a:pt x="279315" y="58621"/>
                    <a:pt x="249659" y="58622"/>
                  </a:cubicBezTo>
                  <a:cubicBezTo>
                    <a:pt x="205521" y="58621"/>
                    <a:pt x="168969" y="117244"/>
                    <a:pt x="168969" y="191038"/>
                  </a:cubicBezTo>
                  <a:lnTo>
                    <a:pt x="168969" y="321385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37"/>
            <p:cNvSpPr/>
            <p:nvPr/>
          </p:nvSpPr>
          <p:spPr>
            <a:xfrm rot="8716038">
              <a:off x="726761" y="489524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37"/>
            <p:cNvSpPr/>
            <p:nvPr/>
          </p:nvSpPr>
          <p:spPr>
            <a:xfrm rot="8718291">
              <a:off x="538367" y="4579600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37"/>
            <p:cNvSpPr/>
            <p:nvPr/>
          </p:nvSpPr>
          <p:spPr>
            <a:xfrm rot="8716661">
              <a:off x="826484" y="4988357"/>
              <a:ext cx="91099" cy="198788"/>
            </a:xfrm>
            <a:custGeom>
              <a:rect b="b" l="l" r="r" t="t"/>
              <a:pathLst>
                <a:path extrusionOk="0" h="198648" w="91035">
                  <a:moveTo>
                    <a:pt x="91035" y="198648"/>
                  </a:moveTo>
                  <a:lnTo>
                    <a:pt x="0" y="111060"/>
                  </a:lnTo>
                  <a:lnTo>
                    <a:pt x="0" y="0"/>
                  </a:lnTo>
                  <a:lnTo>
                    <a:pt x="91035" y="6310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37"/>
            <p:cNvSpPr/>
            <p:nvPr/>
          </p:nvSpPr>
          <p:spPr>
            <a:xfrm rot="8711490">
              <a:off x="497805" y="4730910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37"/>
            <p:cNvSpPr/>
            <p:nvPr/>
          </p:nvSpPr>
          <p:spPr>
            <a:xfrm rot="8716661">
              <a:off x="1458993" y="4904259"/>
              <a:ext cx="328235" cy="223226"/>
            </a:xfrm>
            <a:custGeom>
              <a:rect b="b" l="l" r="r" t="t"/>
              <a:pathLst>
                <a:path extrusionOk="0" h="223069" w="328004">
                  <a:moveTo>
                    <a:pt x="10574" y="223069"/>
                  </a:moveTo>
                  <a:lnTo>
                    <a:pt x="0" y="208428"/>
                  </a:lnTo>
                  <a:lnTo>
                    <a:pt x="192781" y="27035"/>
                  </a:lnTo>
                  <a:lnTo>
                    <a:pt x="227094" y="0"/>
                  </a:lnTo>
                  <a:lnTo>
                    <a:pt x="328004" y="69948"/>
                  </a:lnTo>
                  <a:lnTo>
                    <a:pt x="326080" y="74925"/>
                  </a:lnTo>
                  <a:cubicBezTo>
                    <a:pt x="317843" y="85805"/>
                    <a:pt x="306659" y="94549"/>
                    <a:pt x="293645" y="100243"/>
                  </a:cubicBezTo>
                  <a:lnTo>
                    <a:pt x="294458" y="10024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37"/>
            <p:cNvSpPr/>
            <p:nvPr/>
          </p:nvSpPr>
          <p:spPr>
            <a:xfrm rot="8718291">
              <a:off x="1383078" y="4749137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37"/>
            <p:cNvSpPr/>
            <p:nvPr/>
          </p:nvSpPr>
          <p:spPr>
            <a:xfrm rot="8716038">
              <a:off x="1015035" y="479501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37"/>
            <p:cNvSpPr/>
            <p:nvPr/>
          </p:nvSpPr>
          <p:spPr>
            <a:xfrm rot="8718291">
              <a:off x="1283496" y="4553858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37"/>
            <p:cNvSpPr/>
            <p:nvPr/>
          </p:nvSpPr>
          <p:spPr>
            <a:xfrm rot="8716661">
              <a:off x="-30459" y="3359353"/>
              <a:ext cx="98566" cy="75916"/>
            </a:xfrm>
            <a:custGeom>
              <a:rect b="b" l="l" r="r" t="t"/>
              <a:pathLst>
                <a:path extrusionOk="0" h="75863" w="98497">
                  <a:moveTo>
                    <a:pt x="0" y="75863"/>
                  </a:moveTo>
                  <a:lnTo>
                    <a:pt x="0" y="0"/>
                  </a:lnTo>
                  <a:lnTo>
                    <a:pt x="98497" y="0"/>
                  </a:lnTo>
                  <a:lnTo>
                    <a:pt x="45911" y="7586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37"/>
            <p:cNvSpPr/>
            <p:nvPr/>
          </p:nvSpPr>
          <p:spPr>
            <a:xfrm rot="8716661">
              <a:off x="-77656" y="3178279"/>
              <a:ext cx="389926" cy="385882"/>
            </a:xfrm>
            <a:custGeom>
              <a:rect b="b" l="l" r="r" t="t"/>
              <a:pathLst>
                <a:path extrusionOk="0" h="385611" w="389652">
                  <a:moveTo>
                    <a:pt x="77932" y="385611"/>
                  </a:moveTo>
                  <a:lnTo>
                    <a:pt x="77932" y="69054"/>
                  </a:lnTo>
                  <a:lnTo>
                    <a:pt x="0" y="69054"/>
                  </a:lnTo>
                  <a:lnTo>
                    <a:pt x="0" y="2156"/>
                  </a:lnTo>
                  <a:lnTo>
                    <a:pt x="158623" y="2156"/>
                  </a:lnTo>
                  <a:lnTo>
                    <a:pt x="158623" y="113882"/>
                  </a:lnTo>
                  <a:lnTo>
                    <a:pt x="160692" y="113882"/>
                  </a:lnTo>
                  <a:cubicBezTo>
                    <a:pt x="182762" y="48364"/>
                    <a:pt x="200003" y="22846"/>
                    <a:pt x="233107" y="9053"/>
                  </a:cubicBezTo>
                  <a:cubicBezTo>
                    <a:pt x="248280" y="2846"/>
                    <a:pt x="264142" y="-602"/>
                    <a:pt x="280694" y="87"/>
                  </a:cubicBezTo>
                  <a:cubicBezTo>
                    <a:pt x="316212" y="-603"/>
                    <a:pt x="344661" y="11466"/>
                    <a:pt x="364230" y="34398"/>
                  </a:cubicBezTo>
                  <a:lnTo>
                    <a:pt x="389652" y="117977"/>
                  </a:lnTo>
                  <a:lnTo>
                    <a:pt x="371473" y="144202"/>
                  </a:lnTo>
                  <a:lnTo>
                    <a:pt x="300695" y="148366"/>
                  </a:lnTo>
                  <a:lnTo>
                    <a:pt x="300695" y="123538"/>
                  </a:lnTo>
                  <a:cubicBezTo>
                    <a:pt x="300695" y="86296"/>
                    <a:pt x="279315" y="60778"/>
                    <a:pt x="249659" y="60778"/>
                  </a:cubicBezTo>
                  <a:cubicBezTo>
                    <a:pt x="205521" y="60778"/>
                    <a:pt x="168969" y="119400"/>
                    <a:pt x="168969" y="193194"/>
                  </a:cubicBezTo>
                  <a:lnTo>
                    <a:pt x="168969" y="323541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37"/>
            <p:cNvSpPr/>
            <p:nvPr/>
          </p:nvSpPr>
          <p:spPr>
            <a:xfrm rot="8716661">
              <a:off x="-71512" y="3028918"/>
              <a:ext cx="193730" cy="190093"/>
            </a:xfrm>
            <a:custGeom>
              <a:rect b="b" l="l" r="r" t="t"/>
              <a:pathLst>
                <a:path extrusionOk="0" h="189959" w="193594">
                  <a:moveTo>
                    <a:pt x="8965" y="189959"/>
                  </a:moveTo>
                  <a:lnTo>
                    <a:pt x="0" y="177545"/>
                  </a:lnTo>
                  <a:lnTo>
                    <a:pt x="163451" y="23749"/>
                  </a:lnTo>
                  <a:lnTo>
                    <a:pt x="193594" y="0"/>
                  </a:lnTo>
                  <a:lnTo>
                    <a:pt x="84606" y="157232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37"/>
            <p:cNvSpPr/>
            <p:nvPr/>
          </p:nvSpPr>
          <p:spPr>
            <a:xfrm rot="8716038">
              <a:off x="223591" y="2762353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" name="Google Shape;1180;p37"/>
            <p:cNvSpPr/>
            <p:nvPr/>
          </p:nvSpPr>
          <p:spPr>
            <a:xfrm rot="8716038">
              <a:off x="358906" y="2806617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37"/>
            <p:cNvSpPr/>
            <p:nvPr/>
          </p:nvSpPr>
          <p:spPr>
            <a:xfrm rot="8716038">
              <a:off x="53711" y="2896344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" name="Google Shape;1182;p37"/>
            <p:cNvSpPr/>
            <p:nvPr/>
          </p:nvSpPr>
          <p:spPr>
            <a:xfrm rot="8716661">
              <a:off x="-92421" y="2622370"/>
              <a:ext cx="271923" cy="238890"/>
            </a:xfrm>
            <a:custGeom>
              <a:rect b="b" l="l" r="r" t="t"/>
              <a:pathLst>
                <a:path extrusionOk="0" h="238722" w="271732">
                  <a:moveTo>
                    <a:pt x="106257" y="238722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271732" y="0"/>
                  </a:lnTo>
                  <a:lnTo>
                    <a:pt x="213690" y="83734"/>
                  </a:lnTo>
                  <a:lnTo>
                    <a:pt x="210465" y="83734"/>
                  </a:lnTo>
                  <a:lnTo>
                    <a:pt x="207289" y="9296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" name="Google Shape;1183;p37"/>
            <p:cNvSpPr/>
            <p:nvPr/>
          </p:nvSpPr>
          <p:spPr>
            <a:xfrm rot="8716038">
              <a:off x="190204" y="2958350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37"/>
            <p:cNvSpPr/>
            <p:nvPr/>
          </p:nvSpPr>
          <p:spPr>
            <a:xfrm rot="7490631">
              <a:off x="348925" y="3247543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37"/>
            <p:cNvSpPr/>
            <p:nvPr/>
          </p:nvSpPr>
          <p:spPr>
            <a:xfrm rot="-8509467">
              <a:off x="507541" y="3196685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37"/>
            <p:cNvSpPr/>
            <p:nvPr/>
          </p:nvSpPr>
          <p:spPr>
            <a:xfrm rot="8714477">
              <a:off x="788068" y="2907112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37"/>
            <p:cNvSpPr/>
            <p:nvPr/>
          </p:nvSpPr>
          <p:spPr>
            <a:xfrm rot="8718291">
              <a:off x="710028" y="2750241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37"/>
            <p:cNvSpPr/>
            <p:nvPr/>
          </p:nvSpPr>
          <p:spPr>
            <a:xfrm rot="8716038">
              <a:off x="341985" y="2796123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37"/>
            <p:cNvSpPr/>
            <p:nvPr/>
          </p:nvSpPr>
          <p:spPr>
            <a:xfrm rot="8718291">
              <a:off x="610446" y="2554962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37"/>
            <p:cNvSpPr/>
            <p:nvPr/>
          </p:nvSpPr>
          <p:spPr>
            <a:xfrm rot="8716661">
              <a:off x="-24355" y="2374312"/>
              <a:ext cx="58991" cy="66945"/>
            </a:xfrm>
            <a:custGeom>
              <a:rect b="b" l="l" r="r" t="t"/>
              <a:pathLst>
                <a:path extrusionOk="0" h="66898" w="58950">
                  <a:moveTo>
                    <a:pt x="0" y="66898"/>
                  </a:moveTo>
                  <a:lnTo>
                    <a:pt x="0" y="0"/>
                  </a:lnTo>
                  <a:lnTo>
                    <a:pt x="58950" y="0"/>
                  </a:lnTo>
                  <a:lnTo>
                    <a:pt x="12579" y="6689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37"/>
            <p:cNvSpPr/>
            <p:nvPr/>
          </p:nvSpPr>
          <p:spPr>
            <a:xfrm rot="8716661">
              <a:off x="-39748" y="1952009"/>
              <a:ext cx="198189" cy="140263"/>
            </a:xfrm>
            <a:custGeom>
              <a:rect b="b" l="l" r="r" t="t"/>
              <a:pathLst>
                <a:path extrusionOk="0" h="140164" w="198050">
                  <a:moveTo>
                    <a:pt x="0" y="75863"/>
                  </a:moveTo>
                  <a:lnTo>
                    <a:pt x="0" y="0"/>
                  </a:lnTo>
                  <a:lnTo>
                    <a:pt x="128968" y="0"/>
                  </a:lnTo>
                  <a:cubicBezTo>
                    <a:pt x="156900" y="0"/>
                    <a:pt x="178452" y="6034"/>
                    <a:pt x="193021" y="18535"/>
                  </a:cubicBezTo>
                  <a:lnTo>
                    <a:pt x="198050" y="31548"/>
                  </a:lnTo>
                  <a:lnTo>
                    <a:pt x="122761" y="140164"/>
                  </a:ln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4"/>
                    <a:pt x="91726" y="7586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37"/>
            <p:cNvSpPr/>
            <p:nvPr/>
          </p:nvSpPr>
          <p:spPr>
            <a:xfrm rot="8716038">
              <a:off x="21133" y="1808134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37"/>
            <p:cNvSpPr/>
            <p:nvPr/>
          </p:nvSpPr>
          <p:spPr>
            <a:xfrm rot="8716661">
              <a:off x="-24407" y="2197762"/>
              <a:ext cx="102580" cy="53400"/>
            </a:xfrm>
            <a:custGeom>
              <a:rect b="b" l="l" r="r" t="t"/>
              <a:pathLst>
                <a:path extrusionOk="0" h="53362" w="102508">
                  <a:moveTo>
                    <a:pt x="0" y="23637"/>
                  </a:moveTo>
                  <a:lnTo>
                    <a:pt x="0" y="2258"/>
                  </a:lnTo>
                  <a:lnTo>
                    <a:pt x="102508" y="0"/>
                  </a:lnTo>
                  <a:lnTo>
                    <a:pt x="65519" y="53362"/>
                  </a:lnTo>
                  <a:lnTo>
                    <a:pt x="65519" y="2363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37"/>
            <p:cNvSpPr/>
            <p:nvPr/>
          </p:nvSpPr>
          <p:spPr>
            <a:xfrm rot="7490631">
              <a:off x="11152" y="2249060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37"/>
            <p:cNvSpPr/>
            <p:nvPr/>
          </p:nvSpPr>
          <p:spPr>
            <a:xfrm rot="-8509467">
              <a:off x="169768" y="2198202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37"/>
            <p:cNvSpPr/>
            <p:nvPr/>
          </p:nvSpPr>
          <p:spPr>
            <a:xfrm rot="8714477">
              <a:off x="450295" y="1908629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37"/>
            <p:cNvSpPr/>
            <p:nvPr/>
          </p:nvSpPr>
          <p:spPr>
            <a:xfrm rot="8718291">
              <a:off x="372255" y="1751758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37"/>
            <p:cNvSpPr/>
            <p:nvPr/>
          </p:nvSpPr>
          <p:spPr>
            <a:xfrm rot="8716038">
              <a:off x="4212" y="179764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37"/>
            <p:cNvSpPr/>
            <p:nvPr/>
          </p:nvSpPr>
          <p:spPr>
            <a:xfrm rot="8718291">
              <a:off x="272673" y="1556479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37"/>
            <p:cNvSpPr/>
            <p:nvPr/>
          </p:nvSpPr>
          <p:spPr>
            <a:xfrm rot="8716661">
              <a:off x="-35280" y="938074"/>
              <a:ext cx="158734" cy="159128"/>
            </a:xfrm>
            <a:custGeom>
              <a:rect b="b" l="l" r="r" t="t"/>
              <a:pathLst>
                <a:path extrusionOk="0" h="159016" w="158623">
                  <a:moveTo>
                    <a:pt x="77932" y="159016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42606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37"/>
            <p:cNvSpPr/>
            <p:nvPr/>
          </p:nvSpPr>
          <p:spPr>
            <a:xfrm rot="7483339">
              <a:off x="-33025" y="1345539"/>
              <a:ext cx="66007" cy="45766"/>
            </a:xfrm>
            <a:custGeom>
              <a:rect b="b" l="l" r="r" t="t"/>
              <a:pathLst>
                <a:path extrusionOk="0" h="45734" w="65961">
                  <a:moveTo>
                    <a:pt x="0" y="45734"/>
                  </a:moveTo>
                  <a:lnTo>
                    <a:pt x="0" y="0"/>
                  </a:lnTo>
                  <a:lnTo>
                    <a:pt x="65961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37"/>
            <p:cNvSpPr/>
            <p:nvPr/>
          </p:nvSpPr>
          <p:spPr>
            <a:xfrm rot="-8513943">
              <a:off x="-135151" y="1200354"/>
              <a:ext cx="387103" cy="481697"/>
            </a:xfrm>
            <a:custGeom>
              <a:rect b="b" l="l" r="r" t="t"/>
              <a:pathLst>
                <a:path extrusionOk="0" h="481345" w="386820">
                  <a:moveTo>
                    <a:pt x="386820" y="391818"/>
                  </a:moveTo>
                  <a:lnTo>
                    <a:pt x="342166" y="422376"/>
                  </a:lnTo>
                  <a:cubicBezTo>
                    <a:pt x="268920" y="462151"/>
                    <a:pt x="190624" y="477966"/>
                    <a:pt x="138636" y="481098"/>
                  </a:cubicBezTo>
                  <a:cubicBezTo>
                    <a:pt x="100219" y="483604"/>
                    <a:pt x="62637" y="466901"/>
                    <a:pt x="35911" y="439340"/>
                  </a:cubicBezTo>
                  <a:cubicBezTo>
                    <a:pt x="7516" y="411780"/>
                    <a:pt x="0" y="364176"/>
                    <a:pt x="0" y="295693"/>
                  </a:cubicBezTo>
                  <a:lnTo>
                    <a:pt x="0" y="40970"/>
                  </a:lnTo>
                  <a:lnTo>
                    <a:pt x="78970" y="0"/>
                  </a:lnTo>
                  <a:lnTo>
                    <a:pt x="111492" y="41392"/>
                  </a:lnTo>
                  <a:lnTo>
                    <a:pt x="112747" y="216353"/>
                  </a:lnTo>
                  <a:cubicBezTo>
                    <a:pt x="110241" y="263122"/>
                    <a:pt x="117757" y="310726"/>
                    <a:pt x="132789" y="354990"/>
                  </a:cubicBezTo>
                  <a:cubicBezTo>
                    <a:pt x="146153" y="391736"/>
                    <a:pt x="180394" y="410110"/>
                    <a:pt x="233008" y="410110"/>
                  </a:cubicBezTo>
                  <a:cubicBezTo>
                    <a:pt x="258899" y="409274"/>
                    <a:pt x="283953" y="404263"/>
                    <a:pt x="308173" y="396747"/>
                  </a:cubicBezTo>
                  <a:lnTo>
                    <a:pt x="370717" y="371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37"/>
            <p:cNvSpPr/>
            <p:nvPr/>
          </p:nvSpPr>
          <p:spPr>
            <a:xfrm rot="8714477">
              <a:off x="118921" y="906575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37"/>
            <p:cNvSpPr/>
            <p:nvPr/>
          </p:nvSpPr>
          <p:spPr>
            <a:xfrm rot="8718291">
              <a:off x="40881" y="749704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37"/>
            <p:cNvSpPr/>
            <p:nvPr/>
          </p:nvSpPr>
          <p:spPr>
            <a:xfrm rot="8716661">
              <a:off x="-45062" y="551854"/>
              <a:ext cx="152699" cy="165528"/>
            </a:xfrm>
            <a:custGeom>
              <a:rect b="b" l="l" r="r" t="t"/>
              <a:pathLst>
                <a:path extrusionOk="0" h="165412" w="152592">
                  <a:moveTo>
                    <a:pt x="26453" y="153143"/>
                  </a:moveTo>
                  <a:cubicBezTo>
                    <a:pt x="9746" y="136436"/>
                    <a:pt x="0" y="114161"/>
                    <a:pt x="0" y="90494"/>
                  </a:cubicBezTo>
                  <a:lnTo>
                    <a:pt x="0" y="89101"/>
                  </a:lnTo>
                  <a:cubicBezTo>
                    <a:pt x="0" y="65434"/>
                    <a:pt x="9746" y="43159"/>
                    <a:pt x="26453" y="26453"/>
                  </a:cubicBezTo>
                  <a:cubicBezTo>
                    <a:pt x="43159" y="9746"/>
                    <a:pt x="65435" y="0"/>
                    <a:pt x="89101" y="0"/>
                  </a:cubicBezTo>
                  <a:cubicBezTo>
                    <a:pt x="112770" y="0"/>
                    <a:pt x="135045" y="9746"/>
                    <a:pt x="151752" y="26453"/>
                  </a:cubicBezTo>
                  <a:lnTo>
                    <a:pt x="152592" y="27688"/>
                  </a:lnTo>
                  <a:lnTo>
                    <a:pt x="57126" y="165412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37"/>
            <p:cNvSpPr/>
            <p:nvPr/>
          </p:nvSpPr>
          <p:spPr>
            <a:xfrm rot="8716661">
              <a:off x="-69959" y="4586930"/>
              <a:ext cx="183939" cy="187726"/>
            </a:xfrm>
            <a:custGeom>
              <a:rect b="b" l="l" r="r" t="t"/>
              <a:pathLst>
                <a:path extrusionOk="0" h="187594" w="183810">
                  <a:moveTo>
                    <a:pt x="10574" y="187594"/>
                  </a:moveTo>
                  <a:lnTo>
                    <a:pt x="0" y="172952"/>
                  </a:lnTo>
                  <a:lnTo>
                    <a:pt x="183810" y="0"/>
                  </a:lnTo>
                  <a:lnTo>
                    <a:pt x="72284" y="16089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37"/>
            <p:cNvSpPr/>
            <p:nvPr/>
          </p:nvSpPr>
          <p:spPr>
            <a:xfrm rot="8716038">
              <a:off x="4450638" y="3074983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37"/>
            <p:cNvSpPr/>
            <p:nvPr/>
          </p:nvSpPr>
          <p:spPr>
            <a:xfrm rot="8716038">
              <a:off x="4585953" y="3119247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37"/>
            <p:cNvSpPr/>
            <p:nvPr/>
          </p:nvSpPr>
          <p:spPr>
            <a:xfrm rot="8716038">
              <a:off x="4518062" y="2988642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37"/>
            <p:cNvSpPr/>
            <p:nvPr/>
          </p:nvSpPr>
          <p:spPr>
            <a:xfrm rot="8716038">
              <a:off x="4280758" y="3208974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37"/>
            <p:cNvSpPr/>
            <p:nvPr/>
          </p:nvSpPr>
          <p:spPr>
            <a:xfrm rot="8718291">
              <a:off x="4092362" y="2893334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37"/>
            <p:cNvSpPr/>
            <p:nvPr/>
          </p:nvSpPr>
          <p:spPr>
            <a:xfrm rot="8714800">
              <a:off x="4073867" y="2683511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37"/>
            <p:cNvSpPr/>
            <p:nvPr/>
          </p:nvSpPr>
          <p:spPr>
            <a:xfrm rot="8716038">
              <a:off x="4417250" y="3270979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37"/>
            <p:cNvSpPr/>
            <p:nvPr/>
          </p:nvSpPr>
          <p:spPr>
            <a:xfrm rot="8716038">
              <a:off x="4888202" y="2696367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37"/>
            <p:cNvSpPr/>
            <p:nvPr/>
          </p:nvSpPr>
          <p:spPr>
            <a:xfrm rot="8716038">
              <a:off x="5023517" y="2740631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37"/>
            <p:cNvSpPr/>
            <p:nvPr/>
          </p:nvSpPr>
          <p:spPr>
            <a:xfrm rot="8716038">
              <a:off x="4718322" y="2830358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37"/>
            <p:cNvSpPr/>
            <p:nvPr/>
          </p:nvSpPr>
          <p:spPr>
            <a:xfrm rot="8718291">
              <a:off x="4529928" y="2514718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37"/>
            <p:cNvSpPr/>
            <p:nvPr/>
          </p:nvSpPr>
          <p:spPr>
            <a:xfrm rot="8716038">
              <a:off x="4854815" y="2892364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37"/>
            <p:cNvSpPr/>
            <p:nvPr/>
          </p:nvSpPr>
          <p:spPr>
            <a:xfrm rot="8711490">
              <a:off x="4489366" y="2666028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37"/>
            <p:cNvSpPr/>
            <p:nvPr/>
          </p:nvSpPr>
          <p:spPr>
            <a:xfrm rot="7490631">
              <a:off x="5013536" y="3181557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37"/>
            <p:cNvSpPr/>
            <p:nvPr/>
          </p:nvSpPr>
          <p:spPr>
            <a:xfrm rot="-8509467">
              <a:off x="5172152" y="3130699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37"/>
            <p:cNvSpPr/>
            <p:nvPr/>
          </p:nvSpPr>
          <p:spPr>
            <a:xfrm rot="8714477">
              <a:off x="5452679" y="2841126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37"/>
            <p:cNvSpPr/>
            <p:nvPr/>
          </p:nvSpPr>
          <p:spPr>
            <a:xfrm rot="8718291">
              <a:off x="5374639" y="2684255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37"/>
            <p:cNvSpPr/>
            <p:nvPr/>
          </p:nvSpPr>
          <p:spPr>
            <a:xfrm rot="8716038">
              <a:off x="5006596" y="2730137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37"/>
            <p:cNvSpPr/>
            <p:nvPr/>
          </p:nvSpPr>
          <p:spPr>
            <a:xfrm rot="8718291">
              <a:off x="5275057" y="2488976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37"/>
            <p:cNvSpPr/>
            <p:nvPr/>
          </p:nvSpPr>
          <p:spPr>
            <a:xfrm rot="8716038">
              <a:off x="4788411" y="4073466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37"/>
            <p:cNvSpPr/>
            <p:nvPr/>
          </p:nvSpPr>
          <p:spPr>
            <a:xfrm rot="8716038">
              <a:off x="4923726" y="4117730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37"/>
            <p:cNvSpPr/>
            <p:nvPr/>
          </p:nvSpPr>
          <p:spPr>
            <a:xfrm rot="8716038">
              <a:off x="4855835" y="3987125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37"/>
            <p:cNvSpPr/>
            <p:nvPr/>
          </p:nvSpPr>
          <p:spPr>
            <a:xfrm rot="8716038">
              <a:off x="4618531" y="4207457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37"/>
            <p:cNvSpPr/>
            <p:nvPr/>
          </p:nvSpPr>
          <p:spPr>
            <a:xfrm rot="8718291">
              <a:off x="4430135" y="3891817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37"/>
            <p:cNvSpPr/>
            <p:nvPr/>
          </p:nvSpPr>
          <p:spPr>
            <a:xfrm rot="8714800">
              <a:off x="4411640" y="3681994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37"/>
            <p:cNvSpPr/>
            <p:nvPr/>
          </p:nvSpPr>
          <p:spPr>
            <a:xfrm rot="8716038">
              <a:off x="4755023" y="4269462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37"/>
            <p:cNvSpPr/>
            <p:nvPr/>
          </p:nvSpPr>
          <p:spPr>
            <a:xfrm rot="8716038">
              <a:off x="5225975" y="3694850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37"/>
            <p:cNvSpPr/>
            <p:nvPr/>
          </p:nvSpPr>
          <p:spPr>
            <a:xfrm rot="8716661">
              <a:off x="5364070" y="3753167"/>
              <a:ext cx="325769" cy="385882"/>
            </a:xfrm>
            <a:custGeom>
              <a:rect b="b" l="l" r="r" t="t"/>
              <a:pathLst>
                <a:path extrusionOk="0" h="385611" w="325540">
                  <a:moveTo>
                    <a:pt x="8983" y="385611"/>
                  </a:moveTo>
                  <a:lnTo>
                    <a:pt x="8983" y="69053"/>
                  </a:lnTo>
                  <a:lnTo>
                    <a:pt x="0" y="69053"/>
                  </a:lnTo>
                  <a:lnTo>
                    <a:pt x="55019" y="2157"/>
                  </a:lnTo>
                  <a:lnTo>
                    <a:pt x="89675" y="2156"/>
                  </a:lnTo>
                  <a:lnTo>
                    <a:pt x="89674" y="113882"/>
                  </a:lnTo>
                  <a:lnTo>
                    <a:pt x="91743" y="113882"/>
                  </a:lnTo>
                  <a:cubicBezTo>
                    <a:pt x="113813" y="48363"/>
                    <a:pt x="131055" y="22846"/>
                    <a:pt x="164159" y="9053"/>
                  </a:cubicBezTo>
                  <a:cubicBezTo>
                    <a:pt x="179331" y="2846"/>
                    <a:pt x="195193" y="-602"/>
                    <a:pt x="211745" y="87"/>
                  </a:cubicBezTo>
                  <a:cubicBezTo>
                    <a:pt x="282781" y="-1293"/>
                    <a:pt x="325540" y="48363"/>
                    <a:pt x="325540" y="133882"/>
                  </a:cubicBezTo>
                  <a:lnTo>
                    <a:pt x="325540" y="142848"/>
                  </a:lnTo>
                  <a:lnTo>
                    <a:pt x="231746" y="148366"/>
                  </a:lnTo>
                  <a:lnTo>
                    <a:pt x="231746" y="123538"/>
                  </a:lnTo>
                  <a:cubicBezTo>
                    <a:pt x="231746" y="86296"/>
                    <a:pt x="210367" y="60778"/>
                    <a:pt x="180710" y="60778"/>
                  </a:cubicBezTo>
                  <a:cubicBezTo>
                    <a:pt x="136572" y="60777"/>
                    <a:pt x="100020" y="119400"/>
                    <a:pt x="100020" y="193194"/>
                  </a:cubicBezTo>
                  <a:lnTo>
                    <a:pt x="100020" y="323541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37"/>
            <p:cNvSpPr/>
            <p:nvPr/>
          </p:nvSpPr>
          <p:spPr>
            <a:xfrm rot="8716038">
              <a:off x="5056095" y="3828841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37"/>
            <p:cNvSpPr/>
            <p:nvPr/>
          </p:nvSpPr>
          <p:spPr>
            <a:xfrm rot="8718291">
              <a:off x="4867701" y="3513201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37"/>
            <p:cNvSpPr/>
            <p:nvPr/>
          </p:nvSpPr>
          <p:spPr>
            <a:xfrm rot="8716038">
              <a:off x="5192588" y="3890847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37"/>
            <p:cNvSpPr/>
            <p:nvPr/>
          </p:nvSpPr>
          <p:spPr>
            <a:xfrm rot="8711490">
              <a:off x="4827139" y="3664511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37"/>
            <p:cNvSpPr/>
            <p:nvPr/>
          </p:nvSpPr>
          <p:spPr>
            <a:xfrm rot="7490631">
              <a:off x="5351309" y="4180040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" name="Google Shape;1240;p37"/>
            <p:cNvSpPr/>
            <p:nvPr/>
          </p:nvSpPr>
          <p:spPr>
            <a:xfrm rot="-8510566">
              <a:off x="5497088" y="4157691"/>
              <a:ext cx="336119" cy="433923"/>
            </a:xfrm>
            <a:custGeom>
              <a:rect b="b" l="l" r="r" t="t"/>
              <a:pathLst>
                <a:path extrusionOk="0" h="286724" w="222098">
                  <a:moveTo>
                    <a:pt x="23241" y="47275"/>
                  </a:moveTo>
                  <a:lnTo>
                    <a:pt x="0" y="11882"/>
                  </a:lnTo>
                  <a:lnTo>
                    <a:pt x="22902" y="0"/>
                  </a:lnTo>
                  <a:close/>
                  <a:moveTo>
                    <a:pt x="222098" y="258238"/>
                  </a:moveTo>
                  <a:lnTo>
                    <a:pt x="180472" y="286724"/>
                  </a:lnTo>
                  <a:lnTo>
                    <a:pt x="167667" y="267224"/>
                  </a:lnTo>
                  <a:lnTo>
                    <a:pt x="220995" y="245547"/>
                  </a:lnTo>
                  <a:cubicBezTo>
                    <a:pt x="221546" y="247754"/>
                    <a:pt x="222098" y="250513"/>
                    <a:pt x="222098" y="25272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37"/>
            <p:cNvSpPr/>
            <p:nvPr/>
          </p:nvSpPr>
          <p:spPr>
            <a:xfrm rot="8717214">
              <a:off x="5689056" y="3701633"/>
              <a:ext cx="105454" cy="119171"/>
            </a:xfrm>
            <a:custGeom>
              <a:rect b="b" l="l" r="r" t="t"/>
              <a:pathLst>
                <a:path extrusionOk="0" h="78683" w="69626">
                  <a:moveTo>
                    <a:pt x="0" y="74288"/>
                  </a:moveTo>
                  <a:lnTo>
                    <a:pt x="61446" y="0"/>
                  </a:lnTo>
                  <a:lnTo>
                    <a:pt x="69626" y="19468"/>
                  </a:lnTo>
                  <a:cubicBezTo>
                    <a:pt x="69626" y="34531"/>
                    <a:pt x="63877" y="49708"/>
                    <a:pt x="52380" y="61206"/>
                  </a:cubicBezTo>
                  <a:cubicBezTo>
                    <a:pt x="41341" y="72244"/>
                    <a:pt x="26624" y="78683"/>
                    <a:pt x="10986" y="7868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37"/>
            <p:cNvSpPr/>
            <p:nvPr/>
          </p:nvSpPr>
          <p:spPr>
            <a:xfrm rot="8716038">
              <a:off x="5344369" y="3728621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37"/>
            <p:cNvSpPr/>
            <p:nvPr/>
          </p:nvSpPr>
          <p:spPr>
            <a:xfrm rot="8717214">
              <a:off x="5599804" y="3480412"/>
              <a:ext cx="177976" cy="178324"/>
            </a:xfrm>
            <a:custGeom>
              <a:rect b="b" l="l" r="r" t="t"/>
              <a:pathLst>
                <a:path extrusionOk="0" h="117739" w="117509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lnTo>
                    <a:pt x="2091" y="48678"/>
                  </a:lnTo>
                  <a:lnTo>
                    <a:pt x="38978" y="4080"/>
                  </a:lnTo>
                  <a:lnTo>
                    <a:pt x="58869" y="0"/>
                  </a:lnTo>
                  <a:cubicBezTo>
                    <a:pt x="74507" y="0"/>
                    <a:pt x="89224" y="6439"/>
                    <a:pt x="100263" y="17477"/>
                  </a:cubicBezTo>
                  <a:cubicBezTo>
                    <a:pt x="123258" y="39553"/>
                    <a:pt x="123258" y="77266"/>
                    <a:pt x="100263" y="100262"/>
                  </a:cubicBezTo>
                  <a:cubicBezTo>
                    <a:pt x="89224" y="111300"/>
                    <a:pt x="74507" y="117739"/>
                    <a:pt x="58869" y="117739"/>
                  </a:cubicBezTo>
                  <a:cubicBezTo>
                    <a:pt x="43233" y="117739"/>
                    <a:pt x="28515" y="112220"/>
                    <a:pt x="17477" y="101182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37"/>
            <p:cNvSpPr/>
            <p:nvPr/>
          </p:nvSpPr>
          <p:spPr>
            <a:xfrm rot="8716661">
              <a:off x="5090715" y="5117258"/>
              <a:ext cx="37122" cy="40413"/>
            </a:xfrm>
            <a:custGeom>
              <a:rect b="b" l="l" r="r" t="t"/>
              <a:pathLst>
                <a:path extrusionOk="0" h="40385" w="37096">
                  <a:moveTo>
                    <a:pt x="0" y="40385"/>
                  </a:moveTo>
                  <a:lnTo>
                    <a:pt x="0" y="0"/>
                  </a:lnTo>
                  <a:lnTo>
                    <a:pt x="37096" y="2571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37"/>
            <p:cNvSpPr/>
            <p:nvPr/>
          </p:nvSpPr>
          <p:spPr>
            <a:xfrm rot="8716661">
              <a:off x="5405652" y="5085000"/>
              <a:ext cx="60448" cy="83116"/>
            </a:xfrm>
            <a:custGeom>
              <a:rect b="b" l="l" r="r" t="t"/>
              <a:pathLst>
                <a:path extrusionOk="0" h="83058" w="60406">
                  <a:moveTo>
                    <a:pt x="0" y="83058"/>
                  </a:moveTo>
                  <a:lnTo>
                    <a:pt x="0" y="0"/>
                  </a:lnTo>
                  <a:lnTo>
                    <a:pt x="60406" y="41872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37"/>
            <p:cNvSpPr/>
            <p:nvPr/>
          </p:nvSpPr>
          <p:spPr>
            <a:xfrm rot="8716661">
              <a:off x="5206824" y="4975148"/>
              <a:ext cx="245383" cy="162108"/>
            </a:xfrm>
            <a:custGeom>
              <a:rect b="b" l="l" r="r" t="t"/>
              <a:pathLst>
                <a:path extrusionOk="0" h="161994" w="245211">
                  <a:moveTo>
                    <a:pt x="8965" y="161994"/>
                  </a:moveTo>
                  <a:lnTo>
                    <a:pt x="0" y="149580"/>
                  </a:lnTo>
                  <a:lnTo>
                    <a:pt x="158971" y="0"/>
                  </a:lnTo>
                  <a:lnTo>
                    <a:pt x="245211" y="5977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37"/>
            <p:cNvSpPr/>
            <p:nvPr/>
          </p:nvSpPr>
          <p:spPr>
            <a:xfrm rot="8716661">
              <a:off x="4807158" y="4871028"/>
              <a:ext cx="249694" cy="296671"/>
            </a:xfrm>
            <a:custGeom>
              <a:rect b="b" l="l" r="r" t="t"/>
              <a:pathLst>
                <a:path extrusionOk="0" h="296463" w="249519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128719" y="0"/>
                  </a:lnTo>
                  <a:lnTo>
                    <a:pt x="249519" y="83734"/>
                  </a:lnTo>
                  <a:lnTo>
                    <a:pt x="210465" y="8373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37"/>
            <p:cNvSpPr/>
            <p:nvPr/>
          </p:nvSpPr>
          <p:spPr>
            <a:xfrm rot="8714800">
              <a:off x="4742607" y="4678505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37"/>
            <p:cNvSpPr/>
            <p:nvPr/>
          </p:nvSpPr>
          <p:spPr>
            <a:xfrm rot="8717214">
              <a:off x="5548103" y="4732255"/>
              <a:ext cx="92478" cy="287289"/>
            </a:xfrm>
            <a:custGeom>
              <a:rect b="b" l="l" r="r" t="t"/>
              <a:pathLst>
                <a:path extrusionOk="0" h="189683" w="61059">
                  <a:moveTo>
                    <a:pt x="0" y="189683"/>
                  </a:moveTo>
                  <a:lnTo>
                    <a:pt x="1" y="70355"/>
                  </a:lnTo>
                  <a:lnTo>
                    <a:pt x="58192" y="0"/>
                  </a:lnTo>
                  <a:lnTo>
                    <a:pt x="61059" y="7418"/>
                  </a:lnTo>
                  <a:lnTo>
                    <a:pt x="61059" y="16553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37"/>
            <p:cNvSpPr/>
            <p:nvPr/>
          </p:nvSpPr>
          <p:spPr>
            <a:xfrm rot="8716038">
              <a:off x="5387062" y="482535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37"/>
            <p:cNvSpPr/>
            <p:nvPr/>
          </p:nvSpPr>
          <p:spPr>
            <a:xfrm rot="8718291">
              <a:off x="5198667" y="4509712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37"/>
            <p:cNvSpPr/>
            <p:nvPr/>
          </p:nvSpPr>
          <p:spPr>
            <a:xfrm rot="8716661">
              <a:off x="5503895" y="4913075"/>
              <a:ext cx="91099" cy="258934"/>
            </a:xfrm>
            <a:custGeom>
              <a:rect b="b" l="l" r="r" t="t"/>
              <a:pathLst>
                <a:path extrusionOk="0" h="258752" w="91035">
                  <a:moveTo>
                    <a:pt x="91035" y="258752"/>
                  </a:moveTo>
                  <a:lnTo>
                    <a:pt x="0" y="171163"/>
                  </a:lnTo>
                  <a:lnTo>
                    <a:pt x="0" y="43487"/>
                  </a:lnTo>
                  <a:lnTo>
                    <a:pt x="35968" y="0"/>
                  </a:lnTo>
                  <a:lnTo>
                    <a:pt x="91035" y="3817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37"/>
            <p:cNvSpPr/>
            <p:nvPr/>
          </p:nvSpPr>
          <p:spPr>
            <a:xfrm rot="8711490">
              <a:off x="5158106" y="4661022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37"/>
            <p:cNvSpPr/>
            <p:nvPr/>
          </p:nvSpPr>
          <p:spPr>
            <a:xfrm rot="8716038">
              <a:off x="4115361" y="2074570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37"/>
            <p:cNvSpPr/>
            <p:nvPr/>
          </p:nvSpPr>
          <p:spPr>
            <a:xfrm rot="8716038">
              <a:off x="4250676" y="2118834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37"/>
            <p:cNvSpPr/>
            <p:nvPr/>
          </p:nvSpPr>
          <p:spPr>
            <a:xfrm rot="8716038">
              <a:off x="4182785" y="1988229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257;p37"/>
            <p:cNvSpPr/>
            <p:nvPr/>
          </p:nvSpPr>
          <p:spPr>
            <a:xfrm rot="8716038">
              <a:off x="3945481" y="2208561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37"/>
            <p:cNvSpPr/>
            <p:nvPr/>
          </p:nvSpPr>
          <p:spPr>
            <a:xfrm rot="8718291">
              <a:off x="3757085" y="1892921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37"/>
            <p:cNvSpPr/>
            <p:nvPr/>
          </p:nvSpPr>
          <p:spPr>
            <a:xfrm rot="8714800">
              <a:off x="3738590" y="1683098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37"/>
            <p:cNvSpPr/>
            <p:nvPr/>
          </p:nvSpPr>
          <p:spPr>
            <a:xfrm rot="8716038">
              <a:off x="4081973" y="2270566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37"/>
            <p:cNvSpPr/>
            <p:nvPr/>
          </p:nvSpPr>
          <p:spPr>
            <a:xfrm rot="8716038">
              <a:off x="4552925" y="1695954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37"/>
            <p:cNvSpPr/>
            <p:nvPr/>
          </p:nvSpPr>
          <p:spPr>
            <a:xfrm rot="8716038">
              <a:off x="4688240" y="1740218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37"/>
            <p:cNvSpPr/>
            <p:nvPr/>
          </p:nvSpPr>
          <p:spPr>
            <a:xfrm rot="8716038">
              <a:off x="4383045" y="1829945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37"/>
            <p:cNvSpPr/>
            <p:nvPr/>
          </p:nvSpPr>
          <p:spPr>
            <a:xfrm rot="8718291">
              <a:off x="4194651" y="1514305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37"/>
            <p:cNvSpPr/>
            <p:nvPr/>
          </p:nvSpPr>
          <p:spPr>
            <a:xfrm rot="8716038">
              <a:off x="4519537" y="1891951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37"/>
            <p:cNvSpPr/>
            <p:nvPr/>
          </p:nvSpPr>
          <p:spPr>
            <a:xfrm rot="8711490">
              <a:off x="4154089" y="1665615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37"/>
            <p:cNvSpPr/>
            <p:nvPr/>
          </p:nvSpPr>
          <p:spPr>
            <a:xfrm rot="7490631">
              <a:off x="4678259" y="2181144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37"/>
            <p:cNvSpPr/>
            <p:nvPr/>
          </p:nvSpPr>
          <p:spPr>
            <a:xfrm rot="-8509467">
              <a:off x="4836875" y="2130286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37"/>
            <p:cNvSpPr/>
            <p:nvPr/>
          </p:nvSpPr>
          <p:spPr>
            <a:xfrm rot="8714477">
              <a:off x="5117402" y="1840713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37"/>
            <p:cNvSpPr/>
            <p:nvPr/>
          </p:nvSpPr>
          <p:spPr>
            <a:xfrm rot="8718291">
              <a:off x="5039362" y="1683842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37"/>
            <p:cNvSpPr/>
            <p:nvPr/>
          </p:nvSpPr>
          <p:spPr>
            <a:xfrm rot="8716038">
              <a:off x="4671319" y="1729725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37"/>
            <p:cNvSpPr/>
            <p:nvPr/>
          </p:nvSpPr>
          <p:spPr>
            <a:xfrm rot="8718291">
              <a:off x="4939780" y="1488563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273;p37"/>
            <p:cNvSpPr/>
            <p:nvPr/>
          </p:nvSpPr>
          <p:spPr>
            <a:xfrm rot="8716038">
              <a:off x="3777588" y="1076087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37"/>
            <p:cNvSpPr/>
            <p:nvPr/>
          </p:nvSpPr>
          <p:spPr>
            <a:xfrm rot="8716038">
              <a:off x="3912903" y="1120351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37"/>
            <p:cNvSpPr/>
            <p:nvPr/>
          </p:nvSpPr>
          <p:spPr>
            <a:xfrm rot="8716038">
              <a:off x="3845012" y="989746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" name="Google Shape;1276;p37"/>
            <p:cNvSpPr/>
            <p:nvPr/>
          </p:nvSpPr>
          <p:spPr>
            <a:xfrm rot="8716038">
              <a:off x="3607708" y="1210078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" name="Google Shape;1277;p37"/>
            <p:cNvSpPr/>
            <p:nvPr/>
          </p:nvSpPr>
          <p:spPr>
            <a:xfrm rot="8718291">
              <a:off x="3419312" y="894438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37"/>
            <p:cNvSpPr/>
            <p:nvPr/>
          </p:nvSpPr>
          <p:spPr>
            <a:xfrm rot="8714800">
              <a:off x="3400817" y="684615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37"/>
            <p:cNvSpPr/>
            <p:nvPr/>
          </p:nvSpPr>
          <p:spPr>
            <a:xfrm rot="8716038">
              <a:off x="3744200" y="1272083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37"/>
            <p:cNvSpPr/>
            <p:nvPr/>
          </p:nvSpPr>
          <p:spPr>
            <a:xfrm rot="8716038">
              <a:off x="4215152" y="697471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37"/>
            <p:cNvSpPr/>
            <p:nvPr/>
          </p:nvSpPr>
          <p:spPr>
            <a:xfrm rot="8716038">
              <a:off x="4350467" y="741735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37"/>
            <p:cNvSpPr/>
            <p:nvPr/>
          </p:nvSpPr>
          <p:spPr>
            <a:xfrm rot="8716038">
              <a:off x="4045272" y="83146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37"/>
            <p:cNvSpPr/>
            <p:nvPr/>
          </p:nvSpPr>
          <p:spPr>
            <a:xfrm rot="8718291">
              <a:off x="3856878" y="515822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37"/>
            <p:cNvSpPr/>
            <p:nvPr/>
          </p:nvSpPr>
          <p:spPr>
            <a:xfrm rot="8716038">
              <a:off x="4181765" y="893468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37"/>
            <p:cNvSpPr/>
            <p:nvPr/>
          </p:nvSpPr>
          <p:spPr>
            <a:xfrm rot="8711490">
              <a:off x="3816316" y="667132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37"/>
            <p:cNvSpPr/>
            <p:nvPr/>
          </p:nvSpPr>
          <p:spPr>
            <a:xfrm rot="7490631">
              <a:off x="4340486" y="1182661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37"/>
            <p:cNvSpPr/>
            <p:nvPr/>
          </p:nvSpPr>
          <p:spPr>
            <a:xfrm rot="-8509467">
              <a:off x="4499102" y="1131803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37"/>
            <p:cNvSpPr/>
            <p:nvPr/>
          </p:nvSpPr>
          <p:spPr>
            <a:xfrm rot="8714477">
              <a:off x="4779629" y="842230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37"/>
            <p:cNvSpPr/>
            <p:nvPr/>
          </p:nvSpPr>
          <p:spPr>
            <a:xfrm rot="8718291">
              <a:off x="4701589" y="685359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37"/>
            <p:cNvSpPr/>
            <p:nvPr/>
          </p:nvSpPr>
          <p:spPr>
            <a:xfrm rot="8716038">
              <a:off x="4333546" y="73124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37"/>
            <p:cNvSpPr/>
            <p:nvPr/>
          </p:nvSpPr>
          <p:spPr>
            <a:xfrm rot="8718291">
              <a:off x="4602007" y="490080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37"/>
            <p:cNvSpPr/>
            <p:nvPr/>
          </p:nvSpPr>
          <p:spPr>
            <a:xfrm rot="8716038">
              <a:off x="3446215" y="74033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37"/>
            <p:cNvSpPr/>
            <p:nvPr/>
          </p:nvSpPr>
          <p:spPr>
            <a:xfrm rot="8716038">
              <a:off x="3581529" y="118298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37"/>
            <p:cNvSpPr/>
            <p:nvPr/>
          </p:nvSpPr>
          <p:spPr>
            <a:xfrm rot="8717214">
              <a:off x="3522419" y="36147"/>
              <a:ext cx="234835" cy="172607"/>
            </a:xfrm>
            <a:custGeom>
              <a:rect b="b" l="l" r="r" t="t"/>
              <a:pathLst>
                <a:path extrusionOk="0" h="113964" w="155050">
                  <a:moveTo>
                    <a:pt x="25756" y="113964"/>
                  </a:moveTo>
                  <a:lnTo>
                    <a:pt x="0" y="96110"/>
                  </a:lnTo>
                  <a:lnTo>
                    <a:pt x="72120" y="28251"/>
                  </a:lnTo>
                  <a:cubicBezTo>
                    <a:pt x="85790" y="12303"/>
                    <a:pt x="105383" y="2279"/>
                    <a:pt x="126799" y="0"/>
                  </a:cubicBezTo>
                  <a:cubicBezTo>
                    <a:pt x="148671" y="0"/>
                    <a:pt x="155050" y="19138"/>
                    <a:pt x="155050" y="33719"/>
                  </a:cubicBezTo>
                  <a:cubicBezTo>
                    <a:pt x="153683" y="49668"/>
                    <a:pt x="143203" y="62882"/>
                    <a:pt x="128622" y="69261"/>
                  </a:cubicBezTo>
                  <a:lnTo>
                    <a:pt x="129077" y="69261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37"/>
            <p:cNvSpPr/>
            <p:nvPr/>
          </p:nvSpPr>
          <p:spPr>
            <a:xfrm rot="8716038">
              <a:off x="3276335" y="208025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37"/>
            <p:cNvSpPr/>
            <p:nvPr/>
          </p:nvSpPr>
          <p:spPr>
            <a:xfrm rot="8717214">
              <a:off x="3107701" y="-20185"/>
              <a:ext cx="308741" cy="200130"/>
            </a:xfrm>
            <a:custGeom>
              <a:rect b="b" l="l" r="r" t="t"/>
              <a:pathLst>
                <a:path extrusionOk="0" h="132136" w="203847">
                  <a:moveTo>
                    <a:pt x="112633" y="132136"/>
                  </a:moveTo>
                  <a:lnTo>
                    <a:pt x="56185" y="93008"/>
                  </a:lnTo>
                  <a:lnTo>
                    <a:pt x="69777" y="55323"/>
                  </a:lnTo>
                  <a:lnTo>
                    <a:pt x="1818" y="55323"/>
                  </a:lnTo>
                  <a:lnTo>
                    <a:pt x="0" y="54062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37"/>
            <p:cNvSpPr/>
            <p:nvPr/>
          </p:nvSpPr>
          <p:spPr>
            <a:xfrm rot="8717214">
              <a:off x="3475550" y="-31614"/>
              <a:ext cx="98228" cy="118608"/>
            </a:xfrm>
            <a:custGeom>
              <a:rect b="b" l="l" r="r" t="t"/>
              <a:pathLst>
                <a:path extrusionOk="0" h="78311" w="64855">
                  <a:moveTo>
                    <a:pt x="64855" y="78311"/>
                  </a:moveTo>
                  <a:lnTo>
                    <a:pt x="0" y="33356"/>
                  </a:lnTo>
                  <a:lnTo>
                    <a:pt x="64294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37"/>
            <p:cNvSpPr/>
            <p:nvPr/>
          </p:nvSpPr>
          <p:spPr>
            <a:xfrm rot="8716038">
              <a:off x="3412826" y="270029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37"/>
            <p:cNvSpPr/>
            <p:nvPr/>
          </p:nvSpPr>
          <p:spPr>
            <a:xfrm rot="8717214">
              <a:off x="3966312" y="-35961"/>
              <a:ext cx="123825" cy="85832"/>
            </a:xfrm>
            <a:custGeom>
              <a:rect b="b" l="l" r="r" t="t"/>
              <a:pathLst>
                <a:path extrusionOk="0" h="56671" w="81756">
                  <a:moveTo>
                    <a:pt x="81756" y="56671"/>
                  </a:moveTo>
                  <a:lnTo>
                    <a:pt x="0" y="0"/>
                  </a:lnTo>
                  <a:lnTo>
                    <a:pt x="24798" y="0"/>
                  </a:lnTo>
                  <a:cubicBezTo>
                    <a:pt x="61707" y="0"/>
                    <a:pt x="81756" y="15949"/>
                    <a:pt x="81756" y="501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37"/>
            <p:cNvSpPr/>
            <p:nvPr/>
          </p:nvSpPr>
          <p:spPr>
            <a:xfrm rot="8717214">
              <a:off x="4088902" y="-31883"/>
              <a:ext cx="332314" cy="148466"/>
            </a:xfrm>
            <a:custGeom>
              <a:rect b="b" l="l" r="r" t="t"/>
              <a:pathLst>
                <a:path extrusionOk="0" h="98025" w="219411">
                  <a:moveTo>
                    <a:pt x="63575" y="45493"/>
                  </a:moveTo>
                  <a:lnTo>
                    <a:pt x="0" y="1425"/>
                  </a:lnTo>
                  <a:lnTo>
                    <a:pt x="63575" y="1425"/>
                  </a:lnTo>
                  <a:close/>
                  <a:moveTo>
                    <a:pt x="88634" y="62863"/>
                  </a:moveTo>
                  <a:lnTo>
                    <a:pt x="73596" y="52439"/>
                  </a:lnTo>
                  <a:lnTo>
                    <a:pt x="75493" y="47439"/>
                  </a:lnTo>
                  <a:cubicBezTo>
                    <a:pt x="85874" y="24008"/>
                    <a:pt x="96382" y="12816"/>
                    <a:pt x="112786" y="5981"/>
                  </a:cubicBezTo>
                  <a:cubicBezTo>
                    <a:pt x="122811" y="1880"/>
                    <a:pt x="133291" y="-398"/>
                    <a:pt x="144227" y="57"/>
                  </a:cubicBezTo>
                  <a:cubicBezTo>
                    <a:pt x="191160" y="-854"/>
                    <a:pt x="219411" y="31954"/>
                    <a:pt x="219411" y="88456"/>
                  </a:cubicBezTo>
                  <a:lnTo>
                    <a:pt x="219411" y="94380"/>
                  </a:lnTo>
                  <a:lnTo>
                    <a:pt x="157441" y="98025"/>
                  </a:lnTo>
                  <a:lnTo>
                    <a:pt x="157441" y="81621"/>
                  </a:lnTo>
                  <a:cubicBezTo>
                    <a:pt x="157441" y="57016"/>
                    <a:pt x="143316" y="40156"/>
                    <a:pt x="123722" y="40156"/>
                  </a:cubicBezTo>
                  <a:cubicBezTo>
                    <a:pt x="116431" y="40156"/>
                    <a:pt x="109454" y="42577"/>
                    <a:pt x="103089" y="46969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37"/>
            <p:cNvSpPr/>
            <p:nvPr/>
          </p:nvSpPr>
          <p:spPr>
            <a:xfrm rot="8716038">
              <a:off x="3850391" y="-108586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37"/>
            <p:cNvSpPr/>
            <p:nvPr/>
          </p:nvSpPr>
          <p:spPr>
            <a:xfrm rot="7490631">
              <a:off x="4009112" y="180607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37"/>
            <p:cNvSpPr/>
            <p:nvPr/>
          </p:nvSpPr>
          <p:spPr>
            <a:xfrm rot="-8509467">
              <a:off x="4167728" y="129749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37"/>
            <p:cNvSpPr/>
            <p:nvPr/>
          </p:nvSpPr>
          <p:spPr>
            <a:xfrm rot="8717214">
              <a:off x="4487927" y="-10688"/>
              <a:ext cx="169696" cy="136209"/>
            </a:xfrm>
            <a:custGeom>
              <a:rect b="b" l="l" r="r" t="t"/>
              <a:pathLst>
                <a:path extrusionOk="0" h="89932" w="112042">
                  <a:moveTo>
                    <a:pt x="62355" y="89932"/>
                  </a:moveTo>
                  <a:lnTo>
                    <a:pt x="0" y="46710"/>
                  </a:lnTo>
                  <a:lnTo>
                    <a:pt x="14231" y="33321"/>
                  </a:lnTo>
                  <a:cubicBezTo>
                    <a:pt x="30353" y="14511"/>
                    <a:pt x="53462" y="2687"/>
                    <a:pt x="78722" y="0"/>
                  </a:cubicBezTo>
                  <a:cubicBezTo>
                    <a:pt x="104518" y="0"/>
                    <a:pt x="112042" y="22572"/>
                    <a:pt x="112042" y="39770"/>
                  </a:cubicBezTo>
                  <a:cubicBezTo>
                    <a:pt x="110429" y="58580"/>
                    <a:pt x="98068" y="74165"/>
                    <a:pt x="80872" y="81689"/>
                  </a:cubicBezTo>
                  <a:lnTo>
                    <a:pt x="81408" y="8168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1305;p37"/>
            <p:cNvSpPr/>
            <p:nvPr/>
          </p:nvSpPr>
          <p:spPr>
            <a:xfrm rot="8716038">
              <a:off x="3111582" y="3736264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1306;p37"/>
            <p:cNvSpPr/>
            <p:nvPr/>
          </p:nvSpPr>
          <p:spPr>
            <a:xfrm rot="8716038">
              <a:off x="3246897" y="3780528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1307;p37"/>
            <p:cNvSpPr/>
            <p:nvPr/>
          </p:nvSpPr>
          <p:spPr>
            <a:xfrm rot="8716038">
              <a:off x="3179005" y="3649922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8" name="Google Shape;1308;p37"/>
            <p:cNvSpPr/>
            <p:nvPr/>
          </p:nvSpPr>
          <p:spPr>
            <a:xfrm rot="8716038">
              <a:off x="2941702" y="3870255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1309;p37"/>
            <p:cNvSpPr/>
            <p:nvPr/>
          </p:nvSpPr>
          <p:spPr>
            <a:xfrm rot="8718291">
              <a:off x="2753306" y="3554614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37"/>
            <p:cNvSpPr/>
            <p:nvPr/>
          </p:nvSpPr>
          <p:spPr>
            <a:xfrm rot="8714800">
              <a:off x="2734811" y="3344792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37"/>
            <p:cNvSpPr/>
            <p:nvPr/>
          </p:nvSpPr>
          <p:spPr>
            <a:xfrm rot="8716038">
              <a:off x="3078194" y="3932260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312;p37"/>
            <p:cNvSpPr/>
            <p:nvPr/>
          </p:nvSpPr>
          <p:spPr>
            <a:xfrm rot="8716038">
              <a:off x="3549146" y="3357648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37"/>
            <p:cNvSpPr/>
            <p:nvPr/>
          </p:nvSpPr>
          <p:spPr>
            <a:xfrm rot="8716038">
              <a:off x="3684461" y="3401912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37"/>
            <p:cNvSpPr/>
            <p:nvPr/>
          </p:nvSpPr>
          <p:spPr>
            <a:xfrm rot="8716038">
              <a:off x="3379266" y="349163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37"/>
            <p:cNvSpPr/>
            <p:nvPr/>
          </p:nvSpPr>
          <p:spPr>
            <a:xfrm rot="8718291">
              <a:off x="3190871" y="3175998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1316;p37"/>
            <p:cNvSpPr/>
            <p:nvPr/>
          </p:nvSpPr>
          <p:spPr>
            <a:xfrm rot="8716038">
              <a:off x="3515758" y="3553645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7" name="Google Shape;1317;p37"/>
            <p:cNvSpPr/>
            <p:nvPr/>
          </p:nvSpPr>
          <p:spPr>
            <a:xfrm rot="8711490">
              <a:off x="3150310" y="3327309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37"/>
            <p:cNvSpPr/>
            <p:nvPr/>
          </p:nvSpPr>
          <p:spPr>
            <a:xfrm rot="7490631">
              <a:off x="3674480" y="3842838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37"/>
            <p:cNvSpPr/>
            <p:nvPr/>
          </p:nvSpPr>
          <p:spPr>
            <a:xfrm rot="-8509467">
              <a:off x="3833096" y="3791979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37"/>
            <p:cNvSpPr/>
            <p:nvPr/>
          </p:nvSpPr>
          <p:spPr>
            <a:xfrm rot="8714477">
              <a:off x="4113623" y="3502407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1321;p37"/>
            <p:cNvSpPr/>
            <p:nvPr/>
          </p:nvSpPr>
          <p:spPr>
            <a:xfrm rot="8718291">
              <a:off x="4035583" y="3345535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1322;p37"/>
            <p:cNvSpPr/>
            <p:nvPr/>
          </p:nvSpPr>
          <p:spPr>
            <a:xfrm rot="8716038">
              <a:off x="3667540" y="3391418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37"/>
            <p:cNvSpPr/>
            <p:nvPr/>
          </p:nvSpPr>
          <p:spPr>
            <a:xfrm rot="8718291">
              <a:off x="3936000" y="3150257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37"/>
            <p:cNvSpPr/>
            <p:nvPr/>
          </p:nvSpPr>
          <p:spPr>
            <a:xfrm rot="8716038">
              <a:off x="3449355" y="4734747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37"/>
            <p:cNvSpPr/>
            <p:nvPr/>
          </p:nvSpPr>
          <p:spPr>
            <a:xfrm rot="8716661">
              <a:off x="3580650" y="4773629"/>
              <a:ext cx="394766" cy="383725"/>
            </a:xfrm>
            <a:custGeom>
              <a:rect b="b" l="l" r="r" t="t"/>
              <a:pathLst>
                <a:path extrusionOk="0" h="383455" w="394489">
                  <a:moveTo>
                    <a:pt x="77932" y="383455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111726"/>
                  </a:lnTo>
                  <a:lnTo>
                    <a:pt x="160692" y="111726"/>
                  </a:lnTo>
                  <a:cubicBezTo>
                    <a:pt x="182762" y="46208"/>
                    <a:pt x="200003" y="20690"/>
                    <a:pt x="233107" y="6897"/>
                  </a:cubicBezTo>
                  <a:lnTo>
                    <a:pt x="240854" y="5438"/>
                  </a:lnTo>
                  <a:lnTo>
                    <a:pt x="391511" y="109868"/>
                  </a:lnTo>
                  <a:lnTo>
                    <a:pt x="394489" y="131726"/>
                  </a:lnTo>
                  <a:lnTo>
                    <a:pt x="394489" y="140692"/>
                  </a:lnTo>
                  <a:lnTo>
                    <a:pt x="300695" y="146210"/>
                  </a:lnTo>
                  <a:lnTo>
                    <a:pt x="300695" y="121382"/>
                  </a:lnTo>
                  <a:cubicBezTo>
                    <a:pt x="300695" y="84140"/>
                    <a:pt x="279315" y="58621"/>
                    <a:pt x="249659" y="58622"/>
                  </a:cubicBezTo>
                  <a:cubicBezTo>
                    <a:pt x="205521" y="58622"/>
                    <a:pt x="168969" y="117244"/>
                    <a:pt x="168969" y="191038"/>
                  </a:cubicBezTo>
                  <a:lnTo>
                    <a:pt x="168969" y="321385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37"/>
            <p:cNvSpPr/>
            <p:nvPr/>
          </p:nvSpPr>
          <p:spPr>
            <a:xfrm rot="8716038">
              <a:off x="3516778" y="4648405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7" name="Google Shape;1327;p37"/>
            <p:cNvSpPr/>
            <p:nvPr/>
          </p:nvSpPr>
          <p:spPr>
            <a:xfrm rot="8716038">
              <a:off x="3279475" y="4868738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8" name="Google Shape;1328;p37"/>
            <p:cNvSpPr/>
            <p:nvPr/>
          </p:nvSpPr>
          <p:spPr>
            <a:xfrm rot="8718291">
              <a:off x="3091079" y="4553097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37"/>
            <p:cNvSpPr/>
            <p:nvPr/>
          </p:nvSpPr>
          <p:spPr>
            <a:xfrm rot="8714800">
              <a:off x="3072584" y="4343275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37"/>
            <p:cNvSpPr/>
            <p:nvPr/>
          </p:nvSpPr>
          <p:spPr>
            <a:xfrm rot="8716661">
              <a:off x="3388378" y="4958961"/>
              <a:ext cx="91099" cy="231056"/>
            </a:xfrm>
            <a:custGeom>
              <a:rect b="b" l="l" r="r" t="t"/>
              <a:pathLst>
                <a:path extrusionOk="0" h="230894" w="91035">
                  <a:moveTo>
                    <a:pt x="91035" y="230894"/>
                  </a:moveTo>
                  <a:lnTo>
                    <a:pt x="0" y="143306"/>
                  </a:lnTo>
                  <a:lnTo>
                    <a:pt x="0" y="0"/>
                  </a:lnTo>
                  <a:lnTo>
                    <a:pt x="91035" y="6310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37"/>
            <p:cNvSpPr/>
            <p:nvPr/>
          </p:nvSpPr>
          <p:spPr>
            <a:xfrm rot="8716038">
              <a:off x="3886919" y="4356131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2" name="Google Shape;1332;p37"/>
            <p:cNvSpPr/>
            <p:nvPr/>
          </p:nvSpPr>
          <p:spPr>
            <a:xfrm rot="8716038">
              <a:off x="4022234" y="4400395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37"/>
            <p:cNvSpPr/>
            <p:nvPr/>
          </p:nvSpPr>
          <p:spPr>
            <a:xfrm rot="8716038">
              <a:off x="3717039" y="449012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37"/>
            <p:cNvSpPr/>
            <p:nvPr/>
          </p:nvSpPr>
          <p:spPr>
            <a:xfrm rot="8718291">
              <a:off x="3528644" y="4174482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5" name="Google Shape;1335;p37"/>
            <p:cNvSpPr/>
            <p:nvPr/>
          </p:nvSpPr>
          <p:spPr>
            <a:xfrm rot="8716038">
              <a:off x="3853531" y="4552128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6" name="Google Shape;1336;p37"/>
            <p:cNvSpPr/>
            <p:nvPr/>
          </p:nvSpPr>
          <p:spPr>
            <a:xfrm rot="8711490">
              <a:off x="3488083" y="4325792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7" name="Google Shape;1337;p37"/>
            <p:cNvSpPr/>
            <p:nvPr/>
          </p:nvSpPr>
          <p:spPr>
            <a:xfrm rot="7483339">
              <a:off x="4016329" y="4837206"/>
              <a:ext cx="295374" cy="296671"/>
            </a:xfrm>
            <a:custGeom>
              <a:rect b="b" l="l" r="r" t="t"/>
              <a:pathLst>
                <a:path extrusionOk="0" h="296463" w="295167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237110" y="0"/>
                  </a:lnTo>
                  <a:lnTo>
                    <a:pt x="295167" y="83734"/>
                  </a:lnTo>
                  <a:lnTo>
                    <a:pt x="210466" y="8373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8" name="Google Shape;1338;p37"/>
            <p:cNvSpPr/>
            <p:nvPr/>
          </p:nvSpPr>
          <p:spPr>
            <a:xfrm rot="-8513943">
              <a:off x="4226005" y="4804750"/>
              <a:ext cx="412870" cy="314292"/>
            </a:xfrm>
            <a:custGeom>
              <a:rect b="b" l="l" r="r" t="t"/>
              <a:pathLst>
                <a:path extrusionOk="0" h="314062" w="412568">
                  <a:moveTo>
                    <a:pt x="412568" y="206915"/>
                  </a:moveTo>
                  <a:cubicBezTo>
                    <a:pt x="324041" y="282914"/>
                    <a:pt x="207954" y="309640"/>
                    <a:pt x="138636" y="313815"/>
                  </a:cubicBezTo>
                  <a:cubicBezTo>
                    <a:pt x="100219" y="316321"/>
                    <a:pt x="62637" y="299618"/>
                    <a:pt x="35911" y="272057"/>
                  </a:cubicBezTo>
                  <a:cubicBezTo>
                    <a:pt x="7516" y="244497"/>
                    <a:pt x="0" y="196893"/>
                    <a:pt x="0" y="128410"/>
                  </a:cubicBezTo>
                  <a:lnTo>
                    <a:pt x="0" y="88308"/>
                  </a:lnTo>
                  <a:lnTo>
                    <a:pt x="112395" y="0"/>
                  </a:lnTo>
                  <a:lnTo>
                    <a:pt x="112747" y="49070"/>
                  </a:lnTo>
                  <a:cubicBezTo>
                    <a:pt x="110241" y="95839"/>
                    <a:pt x="117756" y="143443"/>
                    <a:pt x="132789" y="187707"/>
                  </a:cubicBezTo>
                  <a:cubicBezTo>
                    <a:pt x="146153" y="224453"/>
                    <a:pt x="180394" y="242827"/>
                    <a:pt x="233008" y="242827"/>
                  </a:cubicBezTo>
                  <a:cubicBezTo>
                    <a:pt x="258899" y="241992"/>
                    <a:pt x="283953" y="236980"/>
                    <a:pt x="308172" y="229465"/>
                  </a:cubicBezTo>
                  <a:cubicBezTo>
                    <a:pt x="343249" y="218607"/>
                    <a:pt x="377491" y="204410"/>
                    <a:pt x="410898" y="187707"/>
                  </a:cubicBezTo>
                  <a:cubicBezTo>
                    <a:pt x="411732" y="191047"/>
                    <a:pt x="412568" y="195223"/>
                    <a:pt x="412568" y="19856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1339;p37"/>
            <p:cNvSpPr/>
            <p:nvPr/>
          </p:nvSpPr>
          <p:spPr>
            <a:xfrm rot="8714477">
              <a:off x="4451396" y="4500890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0" name="Google Shape;1340;p37"/>
            <p:cNvSpPr/>
            <p:nvPr/>
          </p:nvSpPr>
          <p:spPr>
            <a:xfrm rot="8718291">
              <a:off x="4373356" y="4344019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1" name="Google Shape;1341;p37"/>
            <p:cNvSpPr/>
            <p:nvPr/>
          </p:nvSpPr>
          <p:spPr>
            <a:xfrm rot="8716038">
              <a:off x="4005313" y="4389901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37"/>
            <p:cNvSpPr/>
            <p:nvPr/>
          </p:nvSpPr>
          <p:spPr>
            <a:xfrm rot="8718291">
              <a:off x="4273773" y="4148740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37"/>
            <p:cNvSpPr/>
            <p:nvPr/>
          </p:nvSpPr>
          <p:spPr>
            <a:xfrm rot="8716038">
              <a:off x="2776305" y="2735851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4" name="Google Shape;1344;p37"/>
            <p:cNvSpPr/>
            <p:nvPr/>
          </p:nvSpPr>
          <p:spPr>
            <a:xfrm rot="8716038">
              <a:off x="2911620" y="2780115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37"/>
            <p:cNvSpPr/>
            <p:nvPr/>
          </p:nvSpPr>
          <p:spPr>
            <a:xfrm rot="8716038">
              <a:off x="2843728" y="2649509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37"/>
            <p:cNvSpPr/>
            <p:nvPr/>
          </p:nvSpPr>
          <p:spPr>
            <a:xfrm rot="8716038">
              <a:off x="2606425" y="286984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37"/>
            <p:cNvSpPr/>
            <p:nvPr/>
          </p:nvSpPr>
          <p:spPr>
            <a:xfrm rot="8718291">
              <a:off x="2418029" y="2554201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37"/>
            <p:cNvSpPr/>
            <p:nvPr/>
          </p:nvSpPr>
          <p:spPr>
            <a:xfrm rot="8714800">
              <a:off x="2399534" y="2344379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37"/>
            <p:cNvSpPr/>
            <p:nvPr/>
          </p:nvSpPr>
          <p:spPr>
            <a:xfrm rot="8716038">
              <a:off x="2742916" y="2931847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0" name="Google Shape;1350;p37"/>
            <p:cNvSpPr/>
            <p:nvPr/>
          </p:nvSpPr>
          <p:spPr>
            <a:xfrm rot="8716038">
              <a:off x="3213869" y="2357235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1351;p37"/>
            <p:cNvSpPr/>
            <p:nvPr/>
          </p:nvSpPr>
          <p:spPr>
            <a:xfrm rot="8716038">
              <a:off x="3349184" y="2401499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1352;p37"/>
            <p:cNvSpPr/>
            <p:nvPr/>
          </p:nvSpPr>
          <p:spPr>
            <a:xfrm rot="8716038">
              <a:off x="3043989" y="249122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3" name="Google Shape;1353;p37"/>
            <p:cNvSpPr/>
            <p:nvPr/>
          </p:nvSpPr>
          <p:spPr>
            <a:xfrm rot="8718291">
              <a:off x="2855594" y="2175586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4" name="Google Shape;1354;p37"/>
            <p:cNvSpPr/>
            <p:nvPr/>
          </p:nvSpPr>
          <p:spPr>
            <a:xfrm rot="8716038">
              <a:off x="3180481" y="2553232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1355;p37"/>
            <p:cNvSpPr/>
            <p:nvPr/>
          </p:nvSpPr>
          <p:spPr>
            <a:xfrm rot="8711490">
              <a:off x="2815033" y="2326896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1356;p37"/>
            <p:cNvSpPr/>
            <p:nvPr/>
          </p:nvSpPr>
          <p:spPr>
            <a:xfrm rot="7490631">
              <a:off x="3339203" y="2842425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1357;p37"/>
            <p:cNvSpPr/>
            <p:nvPr/>
          </p:nvSpPr>
          <p:spPr>
            <a:xfrm rot="-8509467">
              <a:off x="3497819" y="2791567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37"/>
            <p:cNvSpPr/>
            <p:nvPr/>
          </p:nvSpPr>
          <p:spPr>
            <a:xfrm rot="8714477">
              <a:off x="3778346" y="2501994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37"/>
            <p:cNvSpPr/>
            <p:nvPr/>
          </p:nvSpPr>
          <p:spPr>
            <a:xfrm rot="8718291">
              <a:off x="3700305" y="2345123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1360;p37"/>
            <p:cNvSpPr/>
            <p:nvPr/>
          </p:nvSpPr>
          <p:spPr>
            <a:xfrm rot="8716038">
              <a:off x="3332263" y="2391005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37"/>
            <p:cNvSpPr/>
            <p:nvPr/>
          </p:nvSpPr>
          <p:spPr>
            <a:xfrm rot="8718291">
              <a:off x="3600723" y="2149844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37"/>
            <p:cNvSpPr/>
            <p:nvPr/>
          </p:nvSpPr>
          <p:spPr>
            <a:xfrm rot="8716038">
              <a:off x="2438532" y="1737368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37"/>
            <p:cNvSpPr/>
            <p:nvPr/>
          </p:nvSpPr>
          <p:spPr>
            <a:xfrm rot="8716038">
              <a:off x="2573847" y="1781632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4" name="Google Shape;1364;p37"/>
            <p:cNvSpPr/>
            <p:nvPr/>
          </p:nvSpPr>
          <p:spPr>
            <a:xfrm rot="8716038">
              <a:off x="2505955" y="1651026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1365;p37"/>
            <p:cNvSpPr/>
            <p:nvPr/>
          </p:nvSpPr>
          <p:spPr>
            <a:xfrm rot="8716038">
              <a:off x="2268652" y="187135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37"/>
            <p:cNvSpPr/>
            <p:nvPr/>
          </p:nvSpPr>
          <p:spPr>
            <a:xfrm rot="8718291">
              <a:off x="2080256" y="1555718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7" name="Google Shape;1367;p37"/>
            <p:cNvSpPr/>
            <p:nvPr/>
          </p:nvSpPr>
          <p:spPr>
            <a:xfrm rot="8714800">
              <a:off x="2061761" y="1345896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8" name="Google Shape;1368;p37"/>
            <p:cNvSpPr/>
            <p:nvPr/>
          </p:nvSpPr>
          <p:spPr>
            <a:xfrm rot="8716038">
              <a:off x="2405143" y="1933364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1369;p37"/>
            <p:cNvSpPr/>
            <p:nvPr/>
          </p:nvSpPr>
          <p:spPr>
            <a:xfrm rot="8716038">
              <a:off x="2876096" y="1358752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0" name="Google Shape;1370;p37"/>
            <p:cNvSpPr/>
            <p:nvPr/>
          </p:nvSpPr>
          <p:spPr>
            <a:xfrm rot="8716038">
              <a:off x="3011411" y="1403016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1" name="Google Shape;1371;p37"/>
            <p:cNvSpPr/>
            <p:nvPr/>
          </p:nvSpPr>
          <p:spPr>
            <a:xfrm rot="8716038">
              <a:off x="2706216" y="1492743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2" name="Google Shape;1372;p37"/>
            <p:cNvSpPr/>
            <p:nvPr/>
          </p:nvSpPr>
          <p:spPr>
            <a:xfrm rot="8718291">
              <a:off x="2517821" y="1177102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3" name="Google Shape;1373;p37"/>
            <p:cNvSpPr/>
            <p:nvPr/>
          </p:nvSpPr>
          <p:spPr>
            <a:xfrm rot="8716038">
              <a:off x="2842708" y="1554749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37"/>
            <p:cNvSpPr/>
            <p:nvPr/>
          </p:nvSpPr>
          <p:spPr>
            <a:xfrm rot="8711490">
              <a:off x="2477260" y="1328413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5" name="Google Shape;1375;p37"/>
            <p:cNvSpPr/>
            <p:nvPr/>
          </p:nvSpPr>
          <p:spPr>
            <a:xfrm rot="7490631">
              <a:off x="3001430" y="1843942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6" name="Google Shape;1376;p37"/>
            <p:cNvSpPr/>
            <p:nvPr/>
          </p:nvSpPr>
          <p:spPr>
            <a:xfrm rot="-8509467">
              <a:off x="3160046" y="1793084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7" name="Google Shape;1377;p37"/>
            <p:cNvSpPr/>
            <p:nvPr/>
          </p:nvSpPr>
          <p:spPr>
            <a:xfrm rot="8714477">
              <a:off x="3440573" y="1503511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1378;p37"/>
            <p:cNvSpPr/>
            <p:nvPr/>
          </p:nvSpPr>
          <p:spPr>
            <a:xfrm rot="8718291">
              <a:off x="3362532" y="1346639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9" name="Google Shape;1379;p37"/>
            <p:cNvSpPr/>
            <p:nvPr/>
          </p:nvSpPr>
          <p:spPr>
            <a:xfrm rot="8716038">
              <a:off x="2994490" y="139252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0" name="Google Shape;1380;p37"/>
            <p:cNvSpPr/>
            <p:nvPr/>
          </p:nvSpPr>
          <p:spPr>
            <a:xfrm rot="8718291">
              <a:off x="3262950" y="1151361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1" name="Google Shape;1381;p37"/>
            <p:cNvSpPr/>
            <p:nvPr/>
          </p:nvSpPr>
          <p:spPr>
            <a:xfrm rot="8716038">
              <a:off x="2107158" y="735314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2" name="Google Shape;1382;p37"/>
            <p:cNvSpPr/>
            <p:nvPr/>
          </p:nvSpPr>
          <p:spPr>
            <a:xfrm rot="8716038">
              <a:off x="2242473" y="779578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37"/>
            <p:cNvSpPr/>
            <p:nvPr/>
          </p:nvSpPr>
          <p:spPr>
            <a:xfrm rot="8716038">
              <a:off x="2174582" y="648973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4" name="Google Shape;1384;p37"/>
            <p:cNvSpPr/>
            <p:nvPr/>
          </p:nvSpPr>
          <p:spPr>
            <a:xfrm rot="8716038">
              <a:off x="1937278" y="869305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5" name="Google Shape;1385;p37"/>
            <p:cNvSpPr/>
            <p:nvPr/>
          </p:nvSpPr>
          <p:spPr>
            <a:xfrm rot="8718291">
              <a:off x="1748882" y="553665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6" name="Google Shape;1386;p37"/>
            <p:cNvSpPr/>
            <p:nvPr/>
          </p:nvSpPr>
          <p:spPr>
            <a:xfrm rot="8714800">
              <a:off x="1730387" y="343842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7" name="Google Shape;1387;p37"/>
            <p:cNvSpPr/>
            <p:nvPr/>
          </p:nvSpPr>
          <p:spPr>
            <a:xfrm rot="8716038">
              <a:off x="2073770" y="931310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1388;p37"/>
            <p:cNvSpPr/>
            <p:nvPr/>
          </p:nvSpPr>
          <p:spPr>
            <a:xfrm rot="8716038">
              <a:off x="2544722" y="356698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1389;p37"/>
            <p:cNvSpPr/>
            <p:nvPr/>
          </p:nvSpPr>
          <p:spPr>
            <a:xfrm rot="8716038">
              <a:off x="2680037" y="400962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37"/>
            <p:cNvSpPr/>
            <p:nvPr/>
          </p:nvSpPr>
          <p:spPr>
            <a:xfrm rot="8716038">
              <a:off x="2374842" y="49069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1" name="Google Shape;1391;p37"/>
            <p:cNvSpPr/>
            <p:nvPr/>
          </p:nvSpPr>
          <p:spPr>
            <a:xfrm rot="8718291">
              <a:off x="2186448" y="175049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1392;p37"/>
            <p:cNvSpPr/>
            <p:nvPr/>
          </p:nvSpPr>
          <p:spPr>
            <a:xfrm rot="8716038">
              <a:off x="2511335" y="552695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37"/>
            <p:cNvSpPr/>
            <p:nvPr/>
          </p:nvSpPr>
          <p:spPr>
            <a:xfrm rot="8711490">
              <a:off x="2145886" y="326359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37"/>
            <p:cNvSpPr/>
            <p:nvPr/>
          </p:nvSpPr>
          <p:spPr>
            <a:xfrm rot="7490631">
              <a:off x="2670056" y="841888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37"/>
            <p:cNvSpPr/>
            <p:nvPr/>
          </p:nvSpPr>
          <p:spPr>
            <a:xfrm rot="-8509467">
              <a:off x="2828672" y="791030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37"/>
            <p:cNvSpPr/>
            <p:nvPr/>
          </p:nvSpPr>
          <p:spPr>
            <a:xfrm rot="8714477">
              <a:off x="3109199" y="501457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37"/>
            <p:cNvSpPr/>
            <p:nvPr/>
          </p:nvSpPr>
          <p:spPr>
            <a:xfrm rot="8718291">
              <a:off x="3031159" y="344586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8" name="Google Shape;1398;p37"/>
            <p:cNvSpPr/>
            <p:nvPr/>
          </p:nvSpPr>
          <p:spPr>
            <a:xfrm rot="8716038">
              <a:off x="2663116" y="39046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9" name="Google Shape;1399;p37"/>
            <p:cNvSpPr/>
            <p:nvPr/>
          </p:nvSpPr>
          <p:spPr>
            <a:xfrm rot="8718291">
              <a:off x="2931577" y="149307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37"/>
            <p:cNvSpPr/>
            <p:nvPr/>
          </p:nvSpPr>
          <p:spPr>
            <a:xfrm rot="8717214">
              <a:off x="1834625" y="-57759"/>
              <a:ext cx="186691" cy="129408"/>
            </a:xfrm>
            <a:custGeom>
              <a:rect b="b" l="l" r="r" t="t"/>
              <a:pathLst>
                <a:path extrusionOk="0" h="85442" w="123263">
                  <a:moveTo>
                    <a:pt x="123263" y="85442"/>
                  </a:moveTo>
                  <a:lnTo>
                    <a:pt x="0" y="0"/>
                  </a:lnTo>
                  <a:lnTo>
                    <a:pt x="66305" y="0"/>
                  </a:lnTo>
                  <a:cubicBezTo>
                    <a:pt x="103214" y="0"/>
                    <a:pt x="123263" y="15948"/>
                    <a:pt x="123263" y="501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1" name="Google Shape;1401;p37"/>
            <p:cNvSpPr/>
            <p:nvPr/>
          </p:nvSpPr>
          <p:spPr>
            <a:xfrm rot="8717214">
              <a:off x="1969662" y="-13864"/>
              <a:ext cx="394757" cy="148466"/>
            </a:xfrm>
            <a:custGeom>
              <a:rect b="b" l="l" r="r" t="t"/>
              <a:pathLst>
                <a:path extrusionOk="0" h="98025" w="260639">
                  <a:moveTo>
                    <a:pt x="104802" y="74264"/>
                  </a:moveTo>
                  <a:lnTo>
                    <a:pt x="0" y="1618"/>
                  </a:lnTo>
                  <a:lnTo>
                    <a:pt x="0" y="1425"/>
                  </a:lnTo>
                  <a:lnTo>
                    <a:pt x="104803" y="1425"/>
                  </a:lnTo>
                  <a:close/>
                  <a:moveTo>
                    <a:pt x="122123" y="86270"/>
                  </a:moveTo>
                  <a:lnTo>
                    <a:pt x="106178" y="75218"/>
                  </a:lnTo>
                  <a:lnTo>
                    <a:pt x="116721" y="47439"/>
                  </a:lnTo>
                  <a:cubicBezTo>
                    <a:pt x="127102" y="24008"/>
                    <a:pt x="137610" y="12816"/>
                    <a:pt x="154014" y="5981"/>
                  </a:cubicBezTo>
                  <a:cubicBezTo>
                    <a:pt x="164038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50369" y="40156"/>
                    <a:pt x="137041" y="49839"/>
                    <a:pt x="127358" y="65616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37"/>
            <p:cNvSpPr/>
            <p:nvPr/>
          </p:nvSpPr>
          <p:spPr>
            <a:xfrm rot="8716038">
              <a:off x="1736749" y="-72797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37"/>
            <p:cNvSpPr/>
            <p:nvPr/>
          </p:nvSpPr>
          <p:spPr>
            <a:xfrm rot="7482786">
              <a:off x="2399768" y="-21230"/>
              <a:ext cx="233402" cy="158187"/>
            </a:xfrm>
            <a:custGeom>
              <a:rect b="b" l="l" r="r" t="t"/>
              <a:pathLst>
                <a:path extrusionOk="0" h="104443" w="154104">
                  <a:moveTo>
                    <a:pt x="72416" y="104443"/>
                  </a:moveTo>
                  <a:lnTo>
                    <a:pt x="0" y="0"/>
                  </a:lnTo>
                  <a:lnTo>
                    <a:pt x="154104" y="0"/>
                  </a:lnTo>
                  <a:lnTo>
                    <a:pt x="154104" y="55323"/>
                  </a:lnTo>
                  <a:lnTo>
                    <a:pt x="89312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37"/>
            <p:cNvSpPr/>
            <p:nvPr/>
          </p:nvSpPr>
          <p:spPr>
            <a:xfrm rot="-8510566">
              <a:off x="2721870" y="-65457"/>
              <a:ext cx="128282" cy="425303"/>
            </a:xfrm>
            <a:custGeom>
              <a:rect b="b" l="l" r="r" t="t"/>
              <a:pathLst>
                <a:path extrusionOk="0" h="281028" w="84765">
                  <a:moveTo>
                    <a:pt x="84765" y="225012"/>
                  </a:moveTo>
                  <a:lnTo>
                    <a:pt x="13471" y="281028"/>
                  </a:lnTo>
                  <a:lnTo>
                    <a:pt x="4828" y="263963"/>
                  </a:lnTo>
                  <a:cubicBezTo>
                    <a:pt x="1241" y="248168"/>
                    <a:pt x="0" y="228993"/>
                    <a:pt x="0" y="206370"/>
                  </a:cubicBez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37"/>
            <p:cNvSpPr/>
            <p:nvPr/>
          </p:nvSpPr>
          <p:spPr>
            <a:xfrm rot="8717214">
              <a:off x="5604572" y="3024273"/>
              <a:ext cx="274642" cy="132253"/>
            </a:xfrm>
            <a:custGeom>
              <a:rect b="b" l="l" r="r" t="t"/>
              <a:pathLst>
                <a:path extrusionOk="0" h="87320" w="181333">
                  <a:moveTo>
                    <a:pt x="0" y="87320"/>
                  </a:moveTo>
                  <a:lnTo>
                    <a:pt x="42309" y="36168"/>
                  </a:lnTo>
                  <a:lnTo>
                    <a:pt x="54839" y="38831"/>
                  </a:lnTo>
                  <a:cubicBezTo>
                    <a:pt x="73078" y="38242"/>
                    <a:pt x="90728" y="34712"/>
                    <a:pt x="107790" y="29417"/>
                  </a:cubicBezTo>
                  <a:cubicBezTo>
                    <a:pt x="132500" y="21768"/>
                    <a:pt x="156623" y="11767"/>
                    <a:pt x="180157" y="0"/>
                  </a:cubicBezTo>
                  <a:cubicBezTo>
                    <a:pt x="180745" y="2353"/>
                    <a:pt x="181333" y="5295"/>
                    <a:pt x="181333" y="7648"/>
                  </a:cubicBezTo>
                  <a:lnTo>
                    <a:pt x="181333" y="13532"/>
                  </a:lnTo>
                  <a:cubicBezTo>
                    <a:pt x="134560" y="53687"/>
                    <a:pt x="76865" y="74315"/>
                    <a:pt x="30340" y="83361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37"/>
            <p:cNvSpPr/>
            <p:nvPr/>
          </p:nvSpPr>
          <p:spPr>
            <a:xfrm rot="8717214">
              <a:off x="5742697" y="2375238"/>
              <a:ext cx="92480" cy="296479"/>
            </a:xfrm>
            <a:custGeom>
              <a:rect b="b" l="l" r="r" t="t"/>
              <a:pathLst>
                <a:path extrusionOk="0" h="195751" w="61060">
                  <a:moveTo>
                    <a:pt x="0" y="195751"/>
                  </a:moveTo>
                  <a:lnTo>
                    <a:pt x="0" y="67520"/>
                  </a:lnTo>
                  <a:lnTo>
                    <a:pt x="55847" y="0"/>
                  </a:lnTo>
                  <a:lnTo>
                    <a:pt x="61059" y="13486"/>
                  </a:lnTo>
                  <a:lnTo>
                    <a:pt x="61060" y="171601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1407;p37"/>
            <p:cNvSpPr/>
            <p:nvPr/>
          </p:nvSpPr>
          <p:spPr>
            <a:xfrm rot="8716038">
              <a:off x="5579041" y="246915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37"/>
            <p:cNvSpPr/>
            <p:nvPr/>
          </p:nvSpPr>
          <p:spPr>
            <a:xfrm rot="8718291">
              <a:off x="5390645" y="2153518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1409;p37"/>
            <p:cNvSpPr/>
            <p:nvPr/>
          </p:nvSpPr>
          <p:spPr>
            <a:xfrm rot="8714800">
              <a:off x="5372150" y="1943695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1410;p37"/>
            <p:cNvSpPr/>
            <p:nvPr/>
          </p:nvSpPr>
          <p:spPr>
            <a:xfrm rot="8717214">
              <a:off x="5716673" y="2550318"/>
              <a:ext cx="91097" cy="331955"/>
            </a:xfrm>
            <a:custGeom>
              <a:rect b="b" l="l" r="r" t="t"/>
              <a:pathLst>
                <a:path extrusionOk="0" h="219174" w="60147">
                  <a:moveTo>
                    <a:pt x="60147" y="219174"/>
                  </a:moveTo>
                  <a:lnTo>
                    <a:pt x="0" y="161304"/>
                  </a:lnTo>
                  <a:lnTo>
                    <a:pt x="0" y="68045"/>
                  </a:lnTo>
                  <a:lnTo>
                    <a:pt x="56210" y="87"/>
                  </a:lnTo>
                  <a:lnTo>
                    <a:pt x="60147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1411;p37"/>
            <p:cNvSpPr/>
            <p:nvPr/>
          </p:nvSpPr>
          <p:spPr>
            <a:xfrm rot="8711490">
              <a:off x="5787649" y="1926212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37"/>
            <p:cNvSpPr/>
            <p:nvPr/>
          </p:nvSpPr>
          <p:spPr>
            <a:xfrm rot="8716038">
              <a:off x="5411148" y="1336684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37"/>
            <p:cNvSpPr/>
            <p:nvPr/>
          </p:nvSpPr>
          <p:spPr>
            <a:xfrm rot="8717214">
              <a:off x="5547355" y="1388914"/>
              <a:ext cx="347031" cy="385874"/>
            </a:xfrm>
            <a:custGeom>
              <a:rect b="b" l="l" r="r" t="t"/>
              <a:pathLst>
                <a:path extrusionOk="0" h="254774" w="229128">
                  <a:moveTo>
                    <a:pt x="19979" y="254774"/>
                  </a:moveTo>
                  <a:lnTo>
                    <a:pt x="19979" y="45624"/>
                  </a:lnTo>
                  <a:lnTo>
                    <a:pt x="0" y="45624"/>
                  </a:lnTo>
                  <a:lnTo>
                    <a:pt x="36558" y="1425"/>
                  </a:lnTo>
                  <a:lnTo>
                    <a:pt x="73292" y="1425"/>
                  </a:lnTo>
                  <a:lnTo>
                    <a:pt x="73292" y="75242"/>
                  </a:lnTo>
                  <a:lnTo>
                    <a:pt x="74658" y="75242"/>
                  </a:lnTo>
                  <a:cubicBezTo>
                    <a:pt x="89240" y="31954"/>
                    <a:pt x="100631" y="15094"/>
                    <a:pt x="122503" y="5981"/>
                  </a:cubicBezTo>
                  <a:cubicBezTo>
                    <a:pt x="132528" y="1880"/>
                    <a:pt x="143008" y="-398"/>
                    <a:pt x="153944" y="57"/>
                  </a:cubicBezTo>
                  <a:cubicBezTo>
                    <a:pt x="200877" y="-854"/>
                    <a:pt x="229128" y="31954"/>
                    <a:pt x="229128" y="88456"/>
                  </a:cubicBezTo>
                  <a:lnTo>
                    <a:pt x="229128" y="94380"/>
                  </a:lnTo>
                  <a:lnTo>
                    <a:pt x="167158" y="98025"/>
                  </a:lnTo>
                  <a:lnTo>
                    <a:pt x="167158" y="81621"/>
                  </a:lnTo>
                  <a:cubicBezTo>
                    <a:pt x="167158" y="57016"/>
                    <a:pt x="153033" y="40156"/>
                    <a:pt x="133439" y="40156"/>
                  </a:cubicBezTo>
                  <a:cubicBezTo>
                    <a:pt x="104277" y="40156"/>
                    <a:pt x="80127" y="78887"/>
                    <a:pt x="80127" y="127643"/>
                  </a:cubicBezTo>
                  <a:lnTo>
                    <a:pt x="80127" y="21376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37"/>
            <p:cNvSpPr/>
            <p:nvPr/>
          </p:nvSpPr>
          <p:spPr>
            <a:xfrm rot="8716038">
              <a:off x="5478572" y="1250343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37"/>
            <p:cNvSpPr/>
            <p:nvPr/>
          </p:nvSpPr>
          <p:spPr>
            <a:xfrm rot="8716038">
              <a:off x="5241268" y="147067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37"/>
            <p:cNvSpPr/>
            <p:nvPr/>
          </p:nvSpPr>
          <p:spPr>
            <a:xfrm rot="8718291">
              <a:off x="5052872" y="1155035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37"/>
            <p:cNvSpPr/>
            <p:nvPr/>
          </p:nvSpPr>
          <p:spPr>
            <a:xfrm rot="8714800">
              <a:off x="5034377" y="945212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8" name="Google Shape;1418;p37"/>
            <p:cNvSpPr/>
            <p:nvPr/>
          </p:nvSpPr>
          <p:spPr>
            <a:xfrm rot="8716038">
              <a:off x="5377760" y="1532680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37"/>
            <p:cNvSpPr/>
            <p:nvPr/>
          </p:nvSpPr>
          <p:spPr>
            <a:xfrm rot="8717214">
              <a:off x="5847782" y="996468"/>
              <a:ext cx="92480" cy="315086"/>
            </a:xfrm>
            <a:custGeom>
              <a:rect b="b" l="l" r="r" t="t"/>
              <a:pathLst>
                <a:path extrusionOk="0" h="208036" w="61060">
                  <a:moveTo>
                    <a:pt x="0" y="208036"/>
                  </a:moveTo>
                  <a:lnTo>
                    <a:pt x="1" y="61780"/>
                  </a:lnTo>
                  <a:lnTo>
                    <a:pt x="51100" y="0"/>
                  </a:lnTo>
                  <a:lnTo>
                    <a:pt x="61059" y="25771"/>
                  </a:lnTo>
                  <a:lnTo>
                    <a:pt x="61060" y="183886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1420;p37"/>
            <p:cNvSpPr/>
            <p:nvPr/>
          </p:nvSpPr>
          <p:spPr>
            <a:xfrm rot="8716038">
              <a:off x="5678832" y="109206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1" name="Google Shape;1421;p37"/>
            <p:cNvSpPr/>
            <p:nvPr/>
          </p:nvSpPr>
          <p:spPr>
            <a:xfrm rot="8718291">
              <a:off x="5490438" y="776419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37"/>
            <p:cNvSpPr/>
            <p:nvPr/>
          </p:nvSpPr>
          <p:spPr>
            <a:xfrm rot="8717214">
              <a:off x="5816463" y="1173220"/>
              <a:ext cx="91099" cy="331957"/>
            </a:xfrm>
            <a:custGeom>
              <a:rect b="b" l="l" r="r" t="t"/>
              <a:pathLst>
                <a:path extrusionOk="0" h="219175" w="60148">
                  <a:moveTo>
                    <a:pt x="60148" y="219175"/>
                  </a:moveTo>
                  <a:lnTo>
                    <a:pt x="0" y="161305"/>
                  </a:lnTo>
                  <a:lnTo>
                    <a:pt x="0" y="50021"/>
                  </a:lnTo>
                  <a:lnTo>
                    <a:pt x="41025" y="421"/>
                  </a:lnTo>
                  <a:lnTo>
                    <a:pt x="60147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3" name="Google Shape;1423;p37"/>
            <p:cNvSpPr/>
            <p:nvPr/>
          </p:nvSpPr>
          <p:spPr>
            <a:xfrm rot="8711490">
              <a:off x="5449876" y="927729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1424;p37"/>
            <p:cNvSpPr/>
            <p:nvPr/>
          </p:nvSpPr>
          <p:spPr>
            <a:xfrm rot="8717214">
              <a:off x="5954679" y="1002538"/>
              <a:ext cx="48524" cy="55071"/>
            </a:xfrm>
            <a:custGeom>
              <a:rect b="b" l="l" r="r" t="t"/>
              <a:pathLst>
                <a:path extrusionOk="0" h="36361" w="32038">
                  <a:moveTo>
                    <a:pt x="0" y="35166"/>
                  </a:moveTo>
                  <a:lnTo>
                    <a:pt x="29086" y="0"/>
                  </a:lnTo>
                  <a:lnTo>
                    <a:pt x="32038" y="7028"/>
                  </a:lnTo>
                  <a:cubicBezTo>
                    <a:pt x="32039" y="14489"/>
                    <a:pt x="29191" y="22008"/>
                    <a:pt x="23495" y="27704"/>
                  </a:cubicBezTo>
                  <a:cubicBezTo>
                    <a:pt x="18027" y="33172"/>
                    <a:pt x="10736" y="36361"/>
                    <a:pt x="2990" y="36361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1425;p37"/>
            <p:cNvSpPr/>
            <p:nvPr/>
          </p:nvSpPr>
          <p:spPr>
            <a:xfrm rot="8716038">
              <a:off x="5079775" y="334631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37"/>
            <p:cNvSpPr/>
            <p:nvPr/>
          </p:nvSpPr>
          <p:spPr>
            <a:xfrm rot="8716038">
              <a:off x="5215089" y="378895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37"/>
            <p:cNvSpPr/>
            <p:nvPr/>
          </p:nvSpPr>
          <p:spPr>
            <a:xfrm rot="8716038">
              <a:off x="5147198" y="248289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37"/>
            <p:cNvSpPr/>
            <p:nvPr/>
          </p:nvSpPr>
          <p:spPr>
            <a:xfrm rot="8716038">
              <a:off x="4909895" y="46862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37"/>
            <p:cNvSpPr/>
            <p:nvPr/>
          </p:nvSpPr>
          <p:spPr>
            <a:xfrm rot="8718291">
              <a:off x="4721498" y="152981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37"/>
            <p:cNvSpPr/>
            <p:nvPr/>
          </p:nvSpPr>
          <p:spPr>
            <a:xfrm rot="8717214">
              <a:off x="4701670" y="-48065"/>
              <a:ext cx="440200" cy="516392"/>
            </a:xfrm>
            <a:custGeom>
              <a:rect b="b" l="l" r="r" t="t"/>
              <a:pathLst>
                <a:path extrusionOk="0" h="340949" w="290643">
                  <a:moveTo>
                    <a:pt x="155476" y="340949"/>
                  </a:moveTo>
                  <a:lnTo>
                    <a:pt x="1169" y="233989"/>
                  </a:lnTo>
                  <a:lnTo>
                    <a:pt x="0" y="220042"/>
                  </a:ln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9" y="300646"/>
                  </a:cubicBezTo>
                  <a:cubicBezTo>
                    <a:pt x="182388" y="300057"/>
                    <a:pt x="200038" y="296527"/>
                    <a:pt x="217100" y="291232"/>
                  </a:cubicBezTo>
                  <a:cubicBezTo>
                    <a:pt x="241810" y="283584"/>
                    <a:pt x="265933" y="273582"/>
                    <a:pt x="289467" y="261815"/>
                  </a:cubicBezTo>
                  <a:cubicBezTo>
                    <a:pt x="290055" y="264168"/>
                    <a:pt x="290643" y="267110"/>
                    <a:pt x="290643" y="269463"/>
                  </a:cubicBezTo>
                  <a:lnTo>
                    <a:pt x="290643" y="275347"/>
                  </a:lnTo>
                  <a:cubicBezTo>
                    <a:pt x="259461" y="302117"/>
                    <a:pt x="223425" y="320208"/>
                    <a:pt x="189080" y="3319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1431;p37"/>
            <p:cNvSpPr/>
            <p:nvPr/>
          </p:nvSpPr>
          <p:spPr>
            <a:xfrm rot="8716038">
              <a:off x="5046386" y="530627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2" name="Google Shape;1432;p37"/>
            <p:cNvSpPr/>
            <p:nvPr/>
          </p:nvSpPr>
          <p:spPr>
            <a:xfrm rot="8716038">
              <a:off x="5517338" y="-43985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1433;p37"/>
            <p:cNvSpPr/>
            <p:nvPr/>
          </p:nvSpPr>
          <p:spPr>
            <a:xfrm rot="8717214">
              <a:off x="5660084" y="29199"/>
              <a:ext cx="361725" cy="358281"/>
            </a:xfrm>
            <a:custGeom>
              <a:rect b="b" l="l" r="r" t="t"/>
              <a:pathLst>
                <a:path extrusionOk="0" h="236556" w="238830">
                  <a:moveTo>
                    <a:pt x="56401" y="236556"/>
                  </a:moveTo>
                  <a:lnTo>
                    <a:pt x="29681" y="218034"/>
                  </a:lnTo>
                  <a:lnTo>
                    <a:pt x="29681" y="45624"/>
                  </a:lnTo>
                  <a:lnTo>
                    <a:pt x="0" y="45624"/>
                  </a:lnTo>
                  <a:lnTo>
                    <a:pt x="36558" y="1425"/>
                  </a:lnTo>
                  <a:lnTo>
                    <a:pt x="82994" y="1425"/>
                  </a:lnTo>
                  <a:lnTo>
                    <a:pt x="82994" y="75242"/>
                  </a:lnTo>
                  <a:lnTo>
                    <a:pt x="84360" y="75242"/>
                  </a:lnTo>
                  <a:cubicBezTo>
                    <a:pt x="98942" y="31954"/>
                    <a:pt x="110333" y="15095"/>
                    <a:pt x="132205" y="5981"/>
                  </a:cubicBezTo>
                  <a:cubicBezTo>
                    <a:pt x="142230" y="1880"/>
                    <a:pt x="152710" y="-398"/>
                    <a:pt x="163646" y="57"/>
                  </a:cubicBezTo>
                  <a:cubicBezTo>
                    <a:pt x="210579" y="-854"/>
                    <a:pt x="238830" y="31954"/>
                    <a:pt x="238830" y="88456"/>
                  </a:cubicBezTo>
                  <a:lnTo>
                    <a:pt x="238830" y="94380"/>
                  </a:lnTo>
                  <a:lnTo>
                    <a:pt x="176860" y="98025"/>
                  </a:lnTo>
                  <a:lnTo>
                    <a:pt x="176860" y="81621"/>
                  </a:lnTo>
                  <a:cubicBezTo>
                    <a:pt x="176860" y="57016"/>
                    <a:pt x="162735" y="40156"/>
                    <a:pt x="143141" y="40156"/>
                  </a:cubicBezTo>
                  <a:cubicBezTo>
                    <a:pt x="113979" y="40156"/>
                    <a:pt x="89829" y="78887"/>
                    <a:pt x="89829" y="127643"/>
                  </a:cubicBezTo>
                  <a:lnTo>
                    <a:pt x="89829" y="21376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4" name="Google Shape;1434;p37"/>
            <p:cNvSpPr/>
            <p:nvPr/>
          </p:nvSpPr>
          <p:spPr>
            <a:xfrm rot="8716038">
              <a:off x="5347458" y="9000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37"/>
            <p:cNvSpPr/>
            <p:nvPr/>
          </p:nvSpPr>
          <p:spPr>
            <a:xfrm rot="8717214">
              <a:off x="5219862" y="-7120"/>
              <a:ext cx="219563" cy="84098"/>
            </a:xfrm>
            <a:custGeom>
              <a:rect b="b" l="l" r="r" t="t"/>
              <a:pathLst>
                <a:path extrusionOk="0" h="55526" w="144967">
                  <a:moveTo>
                    <a:pt x="80105" y="55526"/>
                  </a:moveTo>
                  <a:lnTo>
                    <a:pt x="0" y="0"/>
                  </a:lnTo>
                  <a:lnTo>
                    <a:pt x="144967" y="0"/>
                  </a:lnTo>
                  <a:lnTo>
                    <a:pt x="144967" y="55323"/>
                  </a:lnTo>
                  <a:lnTo>
                    <a:pt x="80175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37"/>
            <p:cNvSpPr/>
            <p:nvPr/>
          </p:nvSpPr>
          <p:spPr>
            <a:xfrm rot="8716038">
              <a:off x="5483951" y="152012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37"/>
            <p:cNvSpPr/>
            <p:nvPr/>
          </p:nvSpPr>
          <p:spPr>
            <a:xfrm rot="8717214">
              <a:off x="5128261" y="-20395"/>
              <a:ext cx="80719" cy="63809"/>
            </a:xfrm>
            <a:custGeom>
              <a:rect b="b" l="l" r="r" t="t"/>
              <a:pathLst>
                <a:path extrusionOk="0" h="42130" w="53295">
                  <a:moveTo>
                    <a:pt x="51759" y="42130"/>
                  </a:moveTo>
                  <a:lnTo>
                    <a:pt x="0" y="6252"/>
                  </a:lnTo>
                  <a:lnTo>
                    <a:pt x="14807" y="0"/>
                  </a:lnTo>
                  <a:cubicBezTo>
                    <a:pt x="25071" y="0"/>
                    <a:pt x="34731" y="4226"/>
                    <a:pt x="41975" y="11471"/>
                  </a:cubicBezTo>
                  <a:cubicBezTo>
                    <a:pt x="49522" y="18716"/>
                    <a:pt x="53295" y="28526"/>
                    <a:pt x="53295" y="38412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37"/>
            <p:cNvSpPr/>
            <p:nvPr/>
          </p:nvSpPr>
          <p:spPr>
            <a:xfrm rot="7490631">
              <a:off x="5642672" y="441205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1439;p37"/>
            <p:cNvSpPr/>
            <p:nvPr/>
          </p:nvSpPr>
          <p:spPr>
            <a:xfrm rot="-8510566">
              <a:off x="5789702" y="415253"/>
              <a:ext cx="360077" cy="446246"/>
            </a:xfrm>
            <a:custGeom>
              <a:rect b="b" l="l" r="r" t="t"/>
              <a:pathLst>
                <a:path extrusionOk="0" h="294867" w="237929">
                  <a:moveTo>
                    <a:pt x="39306" y="79955"/>
                  </a:moveTo>
                  <a:lnTo>
                    <a:pt x="0" y="20095"/>
                  </a:lnTo>
                  <a:lnTo>
                    <a:pt x="38733" y="0"/>
                  </a:lnTo>
                  <a:close/>
                  <a:moveTo>
                    <a:pt x="237929" y="258238"/>
                  </a:moveTo>
                  <a:cubicBezTo>
                    <a:pt x="223307" y="270791"/>
                    <a:pt x="207546" y="281309"/>
                    <a:pt x="191415" y="290069"/>
                  </a:cubicBezTo>
                  <a:lnTo>
                    <a:pt x="180425" y="294867"/>
                  </a:lnTo>
                  <a:lnTo>
                    <a:pt x="166448" y="273582"/>
                  </a:lnTo>
                  <a:lnTo>
                    <a:pt x="168955" y="273136"/>
                  </a:lnTo>
                  <a:cubicBezTo>
                    <a:pt x="192130" y="265963"/>
                    <a:pt x="214754" y="256582"/>
                    <a:pt x="236826" y="245547"/>
                  </a:cubicBezTo>
                  <a:cubicBezTo>
                    <a:pt x="237377" y="247754"/>
                    <a:pt x="237929" y="250513"/>
                    <a:pt x="237929" y="25272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37"/>
            <p:cNvSpPr/>
            <p:nvPr/>
          </p:nvSpPr>
          <p:spPr>
            <a:xfrm rot="8717214">
              <a:off x="5996813" y="-12753"/>
              <a:ext cx="90461" cy="122223"/>
            </a:xfrm>
            <a:custGeom>
              <a:rect b="b" l="l" r="r" t="t"/>
              <a:pathLst>
                <a:path extrusionOk="0" h="80698" w="59727">
                  <a:moveTo>
                    <a:pt x="0" y="52945"/>
                  </a:moveTo>
                  <a:lnTo>
                    <a:pt x="43791" y="0"/>
                  </a:lnTo>
                  <a:lnTo>
                    <a:pt x="59727" y="37928"/>
                  </a:lnTo>
                  <a:cubicBezTo>
                    <a:pt x="59727" y="52991"/>
                    <a:pt x="53978" y="68168"/>
                    <a:pt x="42480" y="79666"/>
                  </a:cubicBezTo>
                  <a:lnTo>
                    <a:pt x="40038" y="8069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37"/>
            <p:cNvSpPr/>
            <p:nvPr/>
          </p:nvSpPr>
          <p:spPr>
            <a:xfrm rot="8717214">
              <a:off x="5630955" y="-8224"/>
              <a:ext cx="87504" cy="82443"/>
            </a:xfrm>
            <a:custGeom>
              <a:rect b="b" l="l" r="r" t="t"/>
              <a:pathLst>
                <a:path extrusionOk="0" h="54433" w="57775">
                  <a:moveTo>
                    <a:pt x="37946" y="54433"/>
                  </a:moveTo>
                  <a:lnTo>
                    <a:pt x="0" y="28130"/>
                  </a:lnTo>
                  <a:lnTo>
                    <a:pt x="8222" y="8658"/>
                  </a:lnTo>
                  <a:cubicBezTo>
                    <a:pt x="13690" y="3190"/>
                    <a:pt x="20981" y="0"/>
                    <a:pt x="28726" y="0"/>
                  </a:cubicBezTo>
                  <a:cubicBezTo>
                    <a:pt x="36473" y="0"/>
                    <a:pt x="43764" y="3190"/>
                    <a:pt x="49232" y="8658"/>
                  </a:cubicBezTo>
                  <a:cubicBezTo>
                    <a:pt x="60624" y="19594"/>
                    <a:pt x="60623" y="38276"/>
                    <a:pt x="49232" y="49668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2" name="Google Shape;1442;p37"/>
          <p:cNvSpPr txBox="1"/>
          <p:nvPr>
            <p:ph idx="1" type="body"/>
          </p:nvPr>
        </p:nvSpPr>
        <p:spPr>
          <a:xfrm>
            <a:off x="663541" y="526470"/>
            <a:ext cx="7379400" cy="29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9FE3"/>
              </a:buClr>
              <a:buSzPts val="5400"/>
              <a:buNone/>
              <a:defRPr b="1" sz="5400" cap="none">
                <a:solidFill>
                  <a:srgbClr val="009FE3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pic>
        <p:nvPicPr>
          <p:cNvPr id="1443" name="Google Shape;1443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97194" y="3988359"/>
            <a:ext cx="2255856" cy="67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itre 3">
  <p:cSld name="Slide de titre 3">
    <p:bg>
      <p:bgPr>
        <a:solidFill>
          <a:schemeClr val="dk1"/>
        </a:solidFill>
      </p:bgPr>
    </p:bg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5" name="Google Shape;1445;p38"/>
          <p:cNvGrpSpPr/>
          <p:nvPr/>
        </p:nvGrpSpPr>
        <p:grpSpPr>
          <a:xfrm>
            <a:off x="-242525" y="-127450"/>
            <a:ext cx="6491684" cy="5478248"/>
            <a:chOff x="-242525" y="-127450"/>
            <a:chExt cx="6491684" cy="5478248"/>
          </a:xfrm>
        </p:grpSpPr>
        <p:sp>
          <p:nvSpPr>
            <p:cNvPr id="1446" name="Google Shape;1446;p38"/>
            <p:cNvSpPr/>
            <p:nvPr/>
          </p:nvSpPr>
          <p:spPr>
            <a:xfrm rot="8716038">
              <a:off x="1460361" y="3480101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38"/>
            <p:cNvSpPr/>
            <p:nvPr/>
          </p:nvSpPr>
          <p:spPr>
            <a:xfrm rot="8716038">
              <a:off x="1595675" y="3524365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38"/>
            <p:cNvSpPr/>
            <p:nvPr/>
          </p:nvSpPr>
          <p:spPr>
            <a:xfrm rot="8716038">
              <a:off x="1527784" y="3393760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38"/>
            <p:cNvSpPr/>
            <p:nvPr/>
          </p:nvSpPr>
          <p:spPr>
            <a:xfrm rot="8716038">
              <a:off x="1290481" y="361409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38"/>
            <p:cNvSpPr/>
            <p:nvPr/>
          </p:nvSpPr>
          <p:spPr>
            <a:xfrm rot="8718291">
              <a:off x="1102085" y="3298452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38"/>
            <p:cNvSpPr/>
            <p:nvPr/>
          </p:nvSpPr>
          <p:spPr>
            <a:xfrm rot="8714800">
              <a:off x="1083589" y="3088629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1452;p38"/>
            <p:cNvSpPr/>
            <p:nvPr/>
          </p:nvSpPr>
          <p:spPr>
            <a:xfrm rot="8716038">
              <a:off x="1426972" y="3676097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1453;p38"/>
            <p:cNvSpPr/>
            <p:nvPr/>
          </p:nvSpPr>
          <p:spPr>
            <a:xfrm rot="8716038">
              <a:off x="1897925" y="3101485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1454;p38"/>
            <p:cNvSpPr/>
            <p:nvPr/>
          </p:nvSpPr>
          <p:spPr>
            <a:xfrm rot="8716038">
              <a:off x="2033239" y="3145749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38"/>
            <p:cNvSpPr/>
            <p:nvPr/>
          </p:nvSpPr>
          <p:spPr>
            <a:xfrm rot="8716038">
              <a:off x="1728045" y="323547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38"/>
            <p:cNvSpPr/>
            <p:nvPr/>
          </p:nvSpPr>
          <p:spPr>
            <a:xfrm rot="8718291">
              <a:off x="1539650" y="2919836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7" name="Google Shape;1457;p38"/>
            <p:cNvSpPr/>
            <p:nvPr/>
          </p:nvSpPr>
          <p:spPr>
            <a:xfrm rot="8716038">
              <a:off x="1864537" y="3297482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38"/>
            <p:cNvSpPr/>
            <p:nvPr/>
          </p:nvSpPr>
          <p:spPr>
            <a:xfrm rot="8711490">
              <a:off x="1499088" y="3071146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1459;p38"/>
            <p:cNvSpPr/>
            <p:nvPr/>
          </p:nvSpPr>
          <p:spPr>
            <a:xfrm rot="7490631">
              <a:off x="2023259" y="3586675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0" name="Google Shape;1460;p38"/>
            <p:cNvSpPr/>
            <p:nvPr/>
          </p:nvSpPr>
          <p:spPr>
            <a:xfrm rot="-8509467">
              <a:off x="2181874" y="3535817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1" name="Google Shape;1461;p38"/>
            <p:cNvSpPr/>
            <p:nvPr/>
          </p:nvSpPr>
          <p:spPr>
            <a:xfrm rot="8714477">
              <a:off x="2462401" y="3246244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2" name="Google Shape;1462;p38"/>
            <p:cNvSpPr/>
            <p:nvPr/>
          </p:nvSpPr>
          <p:spPr>
            <a:xfrm rot="8718291">
              <a:off x="2384361" y="3089373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38"/>
            <p:cNvSpPr/>
            <p:nvPr/>
          </p:nvSpPr>
          <p:spPr>
            <a:xfrm rot="8716038">
              <a:off x="2016319" y="313525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38"/>
            <p:cNvSpPr/>
            <p:nvPr/>
          </p:nvSpPr>
          <p:spPr>
            <a:xfrm rot="8718291">
              <a:off x="2284779" y="2894094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1465;p38"/>
            <p:cNvSpPr/>
            <p:nvPr/>
          </p:nvSpPr>
          <p:spPr>
            <a:xfrm rot="8716038">
              <a:off x="1798134" y="4478584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6" name="Google Shape;1466;p38"/>
            <p:cNvSpPr/>
            <p:nvPr/>
          </p:nvSpPr>
          <p:spPr>
            <a:xfrm rot="8716038">
              <a:off x="1933448" y="4522848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1467;p38"/>
            <p:cNvSpPr/>
            <p:nvPr/>
          </p:nvSpPr>
          <p:spPr>
            <a:xfrm rot="8716038">
              <a:off x="1865557" y="4392243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38"/>
            <p:cNvSpPr/>
            <p:nvPr/>
          </p:nvSpPr>
          <p:spPr>
            <a:xfrm rot="8716038">
              <a:off x="1628254" y="4612575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1469;p38"/>
            <p:cNvSpPr/>
            <p:nvPr/>
          </p:nvSpPr>
          <p:spPr>
            <a:xfrm rot="8718291">
              <a:off x="1439858" y="4296935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0" name="Google Shape;1470;p38"/>
            <p:cNvSpPr/>
            <p:nvPr/>
          </p:nvSpPr>
          <p:spPr>
            <a:xfrm rot="8714800">
              <a:off x="1421362" y="4087112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1" name="Google Shape;1471;p38"/>
            <p:cNvSpPr/>
            <p:nvPr/>
          </p:nvSpPr>
          <p:spPr>
            <a:xfrm rot="8716038">
              <a:off x="1764745" y="4674580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2" name="Google Shape;1472;p38"/>
            <p:cNvSpPr/>
            <p:nvPr/>
          </p:nvSpPr>
          <p:spPr>
            <a:xfrm rot="8716038">
              <a:off x="2235698" y="4099968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3" name="Google Shape;1473;p38"/>
            <p:cNvSpPr/>
            <p:nvPr/>
          </p:nvSpPr>
          <p:spPr>
            <a:xfrm rot="8716038">
              <a:off x="2371012" y="4144232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4" name="Google Shape;1474;p38"/>
            <p:cNvSpPr/>
            <p:nvPr/>
          </p:nvSpPr>
          <p:spPr>
            <a:xfrm rot="8716038">
              <a:off x="2065818" y="423395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5" name="Google Shape;1475;p38"/>
            <p:cNvSpPr/>
            <p:nvPr/>
          </p:nvSpPr>
          <p:spPr>
            <a:xfrm rot="8718291">
              <a:off x="1877423" y="3918319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6" name="Google Shape;1476;p38"/>
            <p:cNvSpPr/>
            <p:nvPr/>
          </p:nvSpPr>
          <p:spPr>
            <a:xfrm rot="8716038">
              <a:off x="2202310" y="4295965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7" name="Google Shape;1477;p38"/>
            <p:cNvSpPr/>
            <p:nvPr/>
          </p:nvSpPr>
          <p:spPr>
            <a:xfrm rot="8711490">
              <a:off x="1836861" y="4069629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8" name="Google Shape;1478;p38"/>
            <p:cNvSpPr/>
            <p:nvPr/>
          </p:nvSpPr>
          <p:spPr>
            <a:xfrm rot="7490631">
              <a:off x="2361032" y="4585158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9" name="Google Shape;1479;p38"/>
            <p:cNvSpPr/>
            <p:nvPr/>
          </p:nvSpPr>
          <p:spPr>
            <a:xfrm rot="-8509467">
              <a:off x="2519647" y="4534300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0" name="Google Shape;1480;p38"/>
            <p:cNvSpPr/>
            <p:nvPr/>
          </p:nvSpPr>
          <p:spPr>
            <a:xfrm rot="8714477">
              <a:off x="2800174" y="4244727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1" name="Google Shape;1481;p38"/>
            <p:cNvSpPr/>
            <p:nvPr/>
          </p:nvSpPr>
          <p:spPr>
            <a:xfrm rot="8718291">
              <a:off x="2722134" y="4087856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2" name="Google Shape;1482;p38"/>
            <p:cNvSpPr/>
            <p:nvPr/>
          </p:nvSpPr>
          <p:spPr>
            <a:xfrm rot="8716038">
              <a:off x="2354092" y="413373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3" name="Google Shape;1483;p38"/>
            <p:cNvSpPr/>
            <p:nvPr/>
          </p:nvSpPr>
          <p:spPr>
            <a:xfrm rot="8718291">
              <a:off x="2622552" y="3892577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1484;p38"/>
            <p:cNvSpPr/>
            <p:nvPr/>
          </p:nvSpPr>
          <p:spPr>
            <a:xfrm rot="8716661">
              <a:off x="1835821" y="5051485"/>
              <a:ext cx="229627" cy="172798"/>
            </a:xfrm>
            <a:custGeom>
              <a:rect b="b" l="l" r="r" t="t"/>
              <a:pathLst>
                <a:path extrusionOk="0" h="172677" w="229466">
                  <a:moveTo>
                    <a:pt x="37429" y="127889"/>
                  </a:moveTo>
                  <a:cubicBezTo>
                    <a:pt x="14722" y="105850"/>
                    <a:pt x="4537" y="71789"/>
                    <a:pt x="864" y="25330"/>
                  </a:cubicBezTo>
                  <a:lnTo>
                    <a:pt x="0" y="0"/>
                  </a:lnTo>
                  <a:lnTo>
                    <a:pt x="229466" y="159058"/>
                  </a:lnTo>
                  <a:lnTo>
                    <a:pt x="210504" y="164122"/>
                  </a:lnTo>
                  <a:cubicBezTo>
                    <a:pt x="187032" y="168685"/>
                    <a:pt x="165437" y="171301"/>
                    <a:pt x="146960" y="172414"/>
                  </a:cubicBezTo>
                  <a:cubicBezTo>
                    <a:pt x="105998" y="175086"/>
                    <a:pt x="65926" y="157276"/>
                    <a:pt x="37429" y="127889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5" name="Google Shape;1485;p38"/>
            <p:cNvSpPr/>
            <p:nvPr/>
          </p:nvSpPr>
          <p:spPr>
            <a:xfrm rot="8716661">
              <a:off x="2865138" y="5107711"/>
              <a:ext cx="36981" cy="50848"/>
            </a:xfrm>
            <a:custGeom>
              <a:rect b="b" l="l" r="r" t="t"/>
              <a:pathLst>
                <a:path extrusionOk="0" h="50812" w="36955">
                  <a:moveTo>
                    <a:pt x="0" y="50812"/>
                  </a:moveTo>
                  <a:lnTo>
                    <a:pt x="0" y="0"/>
                  </a:lnTo>
                  <a:lnTo>
                    <a:pt x="36955" y="25616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6" name="Google Shape;1486;p38"/>
            <p:cNvSpPr/>
            <p:nvPr/>
          </p:nvSpPr>
          <p:spPr>
            <a:xfrm rot="8716661">
              <a:off x="2291357" y="4885990"/>
              <a:ext cx="209175" cy="296671"/>
            </a:xfrm>
            <a:custGeom>
              <a:rect b="b" l="l" r="r" t="t"/>
              <a:pathLst>
                <a:path extrusionOk="0" h="296463" w="209028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82199" y="0"/>
                  </a:lnTo>
                  <a:lnTo>
                    <a:pt x="209028" y="8791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7" name="Google Shape;1487;p38"/>
            <p:cNvSpPr/>
            <p:nvPr/>
          </p:nvSpPr>
          <p:spPr>
            <a:xfrm rot="8716661">
              <a:off x="2159502" y="5061227"/>
              <a:ext cx="112948" cy="105758"/>
            </a:xfrm>
            <a:custGeom>
              <a:rect b="b" l="l" r="r" t="t"/>
              <a:pathLst>
                <a:path extrusionOk="0" h="105684" w="112869">
                  <a:moveTo>
                    <a:pt x="17362" y="89236"/>
                  </a:moveTo>
                  <a:cubicBezTo>
                    <a:pt x="6397" y="78271"/>
                    <a:pt x="0" y="63651"/>
                    <a:pt x="0" y="48117"/>
                  </a:cubicBezTo>
                  <a:lnTo>
                    <a:pt x="0" y="47203"/>
                  </a:lnTo>
                  <a:cubicBezTo>
                    <a:pt x="0" y="31669"/>
                    <a:pt x="6397" y="17049"/>
                    <a:pt x="17362" y="6084"/>
                  </a:cubicBezTo>
                  <a:lnTo>
                    <a:pt x="31771" y="0"/>
                  </a:lnTo>
                  <a:lnTo>
                    <a:pt x="112869" y="56215"/>
                  </a:lnTo>
                  <a:lnTo>
                    <a:pt x="99601" y="88323"/>
                  </a:lnTo>
                  <a:cubicBezTo>
                    <a:pt x="88636" y="99288"/>
                    <a:pt x="74015" y="105684"/>
                    <a:pt x="58481" y="105684"/>
                  </a:cubicBezTo>
                  <a:cubicBezTo>
                    <a:pt x="42947" y="105684"/>
                    <a:pt x="28327" y="100202"/>
                    <a:pt x="17362" y="89236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8" name="Google Shape;1488;p38"/>
            <p:cNvSpPr/>
            <p:nvPr/>
          </p:nvSpPr>
          <p:spPr>
            <a:xfrm rot="8716661">
              <a:off x="3051826" y="5073705"/>
              <a:ext cx="145353" cy="115191"/>
            </a:xfrm>
            <a:custGeom>
              <a:rect b="b" l="l" r="r" t="t"/>
              <a:pathLst>
                <a:path extrusionOk="0" h="115110" w="145251">
                  <a:moveTo>
                    <a:pt x="26453" y="90050"/>
                  </a:moveTo>
                  <a:cubicBezTo>
                    <a:pt x="9746" y="73344"/>
                    <a:pt x="0" y="51068"/>
                    <a:pt x="0" y="27401"/>
                  </a:cubicBezTo>
                  <a:lnTo>
                    <a:pt x="0" y="26008"/>
                  </a:lnTo>
                  <a:lnTo>
                    <a:pt x="10982" y="0"/>
                  </a:lnTo>
                  <a:lnTo>
                    <a:pt x="145251" y="93071"/>
                  </a:lnTo>
                  <a:lnTo>
                    <a:pt x="123037" y="108149"/>
                  </a:lnTo>
                  <a:cubicBezTo>
                    <a:pt x="112421" y="112674"/>
                    <a:pt x="100936" y="115110"/>
                    <a:pt x="89101" y="115110"/>
                  </a:cubicBezTo>
                  <a:cubicBezTo>
                    <a:pt x="65434" y="115110"/>
                    <a:pt x="43159" y="106756"/>
                    <a:pt x="26453" y="9005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9" name="Google Shape;1489;p38"/>
            <p:cNvSpPr/>
            <p:nvPr/>
          </p:nvSpPr>
          <p:spPr>
            <a:xfrm rot="8718291">
              <a:off x="2953518" y="4889088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0" name="Google Shape;1490;p38"/>
            <p:cNvSpPr/>
            <p:nvPr/>
          </p:nvSpPr>
          <p:spPr>
            <a:xfrm rot="8716038">
              <a:off x="1125084" y="2479688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1" name="Google Shape;1491;p38"/>
            <p:cNvSpPr/>
            <p:nvPr/>
          </p:nvSpPr>
          <p:spPr>
            <a:xfrm rot="8716038">
              <a:off x="1260398" y="2523952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2" name="Google Shape;1492;p38"/>
            <p:cNvSpPr/>
            <p:nvPr/>
          </p:nvSpPr>
          <p:spPr>
            <a:xfrm rot="8716038">
              <a:off x="1192507" y="2393347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3" name="Google Shape;1493;p38"/>
            <p:cNvSpPr/>
            <p:nvPr/>
          </p:nvSpPr>
          <p:spPr>
            <a:xfrm rot="8716038">
              <a:off x="955204" y="261367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4" name="Google Shape;1494;p38"/>
            <p:cNvSpPr/>
            <p:nvPr/>
          </p:nvSpPr>
          <p:spPr>
            <a:xfrm rot="8718291">
              <a:off x="766807" y="2298039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5" name="Google Shape;1495;p38"/>
            <p:cNvSpPr/>
            <p:nvPr/>
          </p:nvSpPr>
          <p:spPr>
            <a:xfrm rot="8714800">
              <a:off x="748312" y="2088216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6" name="Google Shape;1496;p38"/>
            <p:cNvSpPr/>
            <p:nvPr/>
          </p:nvSpPr>
          <p:spPr>
            <a:xfrm rot="8716038">
              <a:off x="1091695" y="2675684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7" name="Google Shape;1497;p38"/>
            <p:cNvSpPr/>
            <p:nvPr/>
          </p:nvSpPr>
          <p:spPr>
            <a:xfrm rot="8716038">
              <a:off x="1562647" y="2101072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8" name="Google Shape;1498;p38"/>
            <p:cNvSpPr/>
            <p:nvPr/>
          </p:nvSpPr>
          <p:spPr>
            <a:xfrm rot="8716038">
              <a:off x="1697962" y="2145336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9" name="Google Shape;1499;p38"/>
            <p:cNvSpPr/>
            <p:nvPr/>
          </p:nvSpPr>
          <p:spPr>
            <a:xfrm rot="8716038">
              <a:off x="1392767" y="2235063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0" name="Google Shape;1500;p38"/>
            <p:cNvSpPr/>
            <p:nvPr/>
          </p:nvSpPr>
          <p:spPr>
            <a:xfrm rot="8718291">
              <a:off x="1204373" y="1919423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1" name="Google Shape;1501;p38"/>
            <p:cNvSpPr/>
            <p:nvPr/>
          </p:nvSpPr>
          <p:spPr>
            <a:xfrm rot="8716038">
              <a:off x="1529260" y="2297069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2" name="Google Shape;1502;p38"/>
            <p:cNvSpPr/>
            <p:nvPr/>
          </p:nvSpPr>
          <p:spPr>
            <a:xfrm rot="8711490">
              <a:off x="1163811" y="2070733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3" name="Google Shape;1503;p38"/>
            <p:cNvSpPr/>
            <p:nvPr/>
          </p:nvSpPr>
          <p:spPr>
            <a:xfrm rot="7490631">
              <a:off x="1687981" y="2586262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4" name="Google Shape;1504;p38"/>
            <p:cNvSpPr/>
            <p:nvPr/>
          </p:nvSpPr>
          <p:spPr>
            <a:xfrm rot="-8509467">
              <a:off x="1846597" y="2535404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5" name="Google Shape;1505;p38"/>
            <p:cNvSpPr/>
            <p:nvPr/>
          </p:nvSpPr>
          <p:spPr>
            <a:xfrm rot="8714477">
              <a:off x="2127124" y="2245831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6" name="Google Shape;1506;p38"/>
            <p:cNvSpPr/>
            <p:nvPr/>
          </p:nvSpPr>
          <p:spPr>
            <a:xfrm rot="8718291">
              <a:off x="2049084" y="2088960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7" name="Google Shape;1507;p38"/>
            <p:cNvSpPr/>
            <p:nvPr/>
          </p:nvSpPr>
          <p:spPr>
            <a:xfrm rot="8716038">
              <a:off x="1681041" y="2134843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8" name="Google Shape;1508;p38"/>
            <p:cNvSpPr/>
            <p:nvPr/>
          </p:nvSpPr>
          <p:spPr>
            <a:xfrm rot="8718291">
              <a:off x="1949502" y="1893681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9" name="Google Shape;1509;p38"/>
            <p:cNvSpPr/>
            <p:nvPr/>
          </p:nvSpPr>
          <p:spPr>
            <a:xfrm rot="8716038">
              <a:off x="787311" y="1481205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1510;p38"/>
            <p:cNvSpPr/>
            <p:nvPr/>
          </p:nvSpPr>
          <p:spPr>
            <a:xfrm rot="8716038">
              <a:off x="922625" y="1525469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38"/>
            <p:cNvSpPr/>
            <p:nvPr/>
          </p:nvSpPr>
          <p:spPr>
            <a:xfrm rot="8716038">
              <a:off x="854734" y="1394864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2" name="Google Shape;1512;p38"/>
            <p:cNvSpPr/>
            <p:nvPr/>
          </p:nvSpPr>
          <p:spPr>
            <a:xfrm rot="8716038">
              <a:off x="617431" y="161519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1513;p38"/>
            <p:cNvSpPr/>
            <p:nvPr/>
          </p:nvSpPr>
          <p:spPr>
            <a:xfrm rot="8718291">
              <a:off x="429034" y="1299556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38"/>
            <p:cNvSpPr/>
            <p:nvPr/>
          </p:nvSpPr>
          <p:spPr>
            <a:xfrm rot="8714800">
              <a:off x="410539" y="1089733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1515;p38"/>
            <p:cNvSpPr/>
            <p:nvPr/>
          </p:nvSpPr>
          <p:spPr>
            <a:xfrm rot="8716038">
              <a:off x="753922" y="1677201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38"/>
            <p:cNvSpPr/>
            <p:nvPr/>
          </p:nvSpPr>
          <p:spPr>
            <a:xfrm rot="8716038">
              <a:off x="1224875" y="1102589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38"/>
            <p:cNvSpPr/>
            <p:nvPr/>
          </p:nvSpPr>
          <p:spPr>
            <a:xfrm rot="8716038">
              <a:off x="1360189" y="1146853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38"/>
            <p:cNvSpPr/>
            <p:nvPr/>
          </p:nvSpPr>
          <p:spPr>
            <a:xfrm rot="8716038">
              <a:off x="1054994" y="123658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38"/>
            <p:cNvSpPr/>
            <p:nvPr/>
          </p:nvSpPr>
          <p:spPr>
            <a:xfrm rot="8718291">
              <a:off x="866600" y="920940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38"/>
            <p:cNvSpPr/>
            <p:nvPr/>
          </p:nvSpPr>
          <p:spPr>
            <a:xfrm rot="8716038">
              <a:off x="1191487" y="1298586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38"/>
            <p:cNvSpPr/>
            <p:nvPr/>
          </p:nvSpPr>
          <p:spPr>
            <a:xfrm rot="8711490">
              <a:off x="826038" y="1072250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38"/>
            <p:cNvSpPr/>
            <p:nvPr/>
          </p:nvSpPr>
          <p:spPr>
            <a:xfrm rot="7490631">
              <a:off x="1350208" y="1587779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3" name="Google Shape;1523;p38"/>
            <p:cNvSpPr/>
            <p:nvPr/>
          </p:nvSpPr>
          <p:spPr>
            <a:xfrm rot="-8509467">
              <a:off x="1508824" y="1536921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4" name="Google Shape;1524;p38"/>
            <p:cNvSpPr/>
            <p:nvPr/>
          </p:nvSpPr>
          <p:spPr>
            <a:xfrm rot="8714477">
              <a:off x="1789351" y="1247348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5" name="Google Shape;1525;p38"/>
            <p:cNvSpPr/>
            <p:nvPr/>
          </p:nvSpPr>
          <p:spPr>
            <a:xfrm rot="8718291">
              <a:off x="1711311" y="1090477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1526;p38"/>
            <p:cNvSpPr/>
            <p:nvPr/>
          </p:nvSpPr>
          <p:spPr>
            <a:xfrm rot="8716038">
              <a:off x="1343269" y="113636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38"/>
            <p:cNvSpPr/>
            <p:nvPr/>
          </p:nvSpPr>
          <p:spPr>
            <a:xfrm rot="8718291">
              <a:off x="1611729" y="895198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8" name="Google Shape;1528;p38"/>
            <p:cNvSpPr/>
            <p:nvPr/>
          </p:nvSpPr>
          <p:spPr>
            <a:xfrm rot="8716038">
              <a:off x="455937" y="479152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9" name="Google Shape;1529;p38"/>
            <p:cNvSpPr/>
            <p:nvPr/>
          </p:nvSpPr>
          <p:spPr>
            <a:xfrm rot="8716038">
              <a:off x="591252" y="523416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0" name="Google Shape;1530;p38"/>
            <p:cNvSpPr/>
            <p:nvPr/>
          </p:nvSpPr>
          <p:spPr>
            <a:xfrm rot="8716038">
              <a:off x="523360" y="392810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1" name="Google Shape;1531;p38"/>
            <p:cNvSpPr/>
            <p:nvPr/>
          </p:nvSpPr>
          <p:spPr>
            <a:xfrm rot="8716038">
              <a:off x="286057" y="613143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2" name="Google Shape;1532;p38"/>
            <p:cNvSpPr/>
            <p:nvPr/>
          </p:nvSpPr>
          <p:spPr>
            <a:xfrm rot="8718291">
              <a:off x="97661" y="297502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3" name="Google Shape;1533;p38"/>
            <p:cNvSpPr/>
            <p:nvPr/>
          </p:nvSpPr>
          <p:spPr>
            <a:xfrm rot="8714800">
              <a:off x="79165" y="87680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4" name="Google Shape;1534;p38"/>
            <p:cNvSpPr/>
            <p:nvPr/>
          </p:nvSpPr>
          <p:spPr>
            <a:xfrm rot="8716038">
              <a:off x="422548" y="675147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5" name="Google Shape;1535;p38"/>
            <p:cNvSpPr/>
            <p:nvPr/>
          </p:nvSpPr>
          <p:spPr>
            <a:xfrm rot="8716038">
              <a:off x="893501" y="100536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6" name="Google Shape;1536;p38"/>
            <p:cNvSpPr/>
            <p:nvPr/>
          </p:nvSpPr>
          <p:spPr>
            <a:xfrm rot="8716038">
              <a:off x="1028816" y="144800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7" name="Google Shape;1537;p38"/>
            <p:cNvSpPr/>
            <p:nvPr/>
          </p:nvSpPr>
          <p:spPr>
            <a:xfrm rot="8716038">
              <a:off x="723621" y="234527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8" name="Google Shape;1538;p38"/>
            <p:cNvSpPr/>
            <p:nvPr/>
          </p:nvSpPr>
          <p:spPr>
            <a:xfrm rot="8717214">
              <a:off x="547569" y="-17420"/>
              <a:ext cx="308741" cy="226186"/>
            </a:xfrm>
            <a:custGeom>
              <a:rect b="b" l="l" r="r" t="t"/>
              <a:pathLst>
                <a:path extrusionOk="0" h="149340" w="203847">
                  <a:moveTo>
                    <a:pt x="106716" y="149340"/>
                  </a:moveTo>
                  <a:lnTo>
                    <a:pt x="50038" y="110053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9" name="Google Shape;1539;p38"/>
            <p:cNvSpPr/>
            <p:nvPr/>
          </p:nvSpPr>
          <p:spPr>
            <a:xfrm rot="8716038">
              <a:off x="860113" y="296532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0" name="Google Shape;1540;p38"/>
            <p:cNvSpPr/>
            <p:nvPr/>
          </p:nvSpPr>
          <p:spPr>
            <a:xfrm rot="8711490">
              <a:off x="494665" y="70196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1" name="Google Shape;1541;p38"/>
            <p:cNvSpPr/>
            <p:nvPr/>
          </p:nvSpPr>
          <p:spPr>
            <a:xfrm rot="7490631">
              <a:off x="1018835" y="585726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1542;p38"/>
            <p:cNvSpPr/>
            <p:nvPr/>
          </p:nvSpPr>
          <p:spPr>
            <a:xfrm rot="-8509467">
              <a:off x="1177450" y="534867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1543;p38"/>
            <p:cNvSpPr/>
            <p:nvPr/>
          </p:nvSpPr>
          <p:spPr>
            <a:xfrm rot="8714477">
              <a:off x="1457977" y="245295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4" name="Google Shape;1544;p38"/>
            <p:cNvSpPr/>
            <p:nvPr/>
          </p:nvSpPr>
          <p:spPr>
            <a:xfrm rot="8718291">
              <a:off x="1379937" y="88423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5" name="Google Shape;1545;p38"/>
            <p:cNvSpPr/>
            <p:nvPr/>
          </p:nvSpPr>
          <p:spPr>
            <a:xfrm rot="8716038">
              <a:off x="1011895" y="13430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6" name="Google Shape;1546;p38"/>
            <p:cNvSpPr/>
            <p:nvPr/>
          </p:nvSpPr>
          <p:spPr>
            <a:xfrm rot="8717214">
              <a:off x="1291550" y="-36512"/>
              <a:ext cx="134288" cy="107020"/>
            </a:xfrm>
            <a:custGeom>
              <a:rect b="b" l="l" r="r" t="t"/>
              <a:pathLst>
                <a:path extrusionOk="0" h="70660" w="88664">
                  <a:moveTo>
                    <a:pt x="83649" y="70660"/>
                  </a:moveTo>
                  <a:lnTo>
                    <a:pt x="0" y="12677"/>
                  </a:lnTo>
                  <a:lnTo>
                    <a:pt x="30024" y="0"/>
                  </a:lnTo>
                  <a:cubicBezTo>
                    <a:pt x="45662" y="0"/>
                    <a:pt x="60379" y="6439"/>
                    <a:pt x="71417" y="17477"/>
                  </a:cubicBezTo>
                  <a:cubicBezTo>
                    <a:pt x="82915" y="28515"/>
                    <a:pt x="88664" y="43462"/>
                    <a:pt x="88664" y="5852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7" name="Google Shape;1547;p38"/>
            <p:cNvSpPr/>
            <p:nvPr/>
          </p:nvSpPr>
          <p:spPr>
            <a:xfrm rot="-8510566">
              <a:off x="990171" y="-39734"/>
              <a:ext cx="111265" cy="115583"/>
            </a:xfrm>
            <a:custGeom>
              <a:rect b="b" l="l" r="r" t="t"/>
              <a:pathLst>
                <a:path extrusionOk="0" h="76374" w="73521">
                  <a:moveTo>
                    <a:pt x="73521" y="18609"/>
                  </a:moveTo>
                  <a:lnTo>
                    <a:pt x="0" y="76374"/>
                  </a:lnTo>
                  <a:lnTo>
                    <a:pt x="0" y="38074"/>
                  </a:lnTo>
                  <a:lnTo>
                    <a:pt x="73388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8" name="Google Shape;1548;p38"/>
            <p:cNvSpPr/>
            <p:nvPr/>
          </p:nvSpPr>
          <p:spPr>
            <a:xfrm rot="8716038">
              <a:off x="121305" y="4141382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9" name="Google Shape;1549;p38"/>
            <p:cNvSpPr/>
            <p:nvPr/>
          </p:nvSpPr>
          <p:spPr>
            <a:xfrm rot="8716038">
              <a:off x="256619" y="4185646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0" name="Google Shape;1550;p38"/>
            <p:cNvSpPr/>
            <p:nvPr/>
          </p:nvSpPr>
          <p:spPr>
            <a:xfrm rot="8716038">
              <a:off x="188728" y="4055040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1" name="Google Shape;1551;p38"/>
            <p:cNvSpPr/>
            <p:nvPr/>
          </p:nvSpPr>
          <p:spPr>
            <a:xfrm rot="8716661">
              <a:off x="-22458" y="4277974"/>
              <a:ext cx="57453" cy="71977"/>
            </a:xfrm>
            <a:custGeom>
              <a:rect b="b" l="l" r="r" t="t"/>
              <a:pathLst>
                <a:path extrusionOk="0" h="71926" w="57413">
                  <a:moveTo>
                    <a:pt x="11441" y="71926"/>
                  </a:moveTo>
                  <a:lnTo>
                    <a:pt x="0" y="44829"/>
                  </a:lnTo>
                  <a:lnTo>
                    <a:pt x="0" y="44139"/>
                  </a:lnTo>
                  <a:cubicBezTo>
                    <a:pt x="0" y="32415"/>
                    <a:pt x="4828" y="21380"/>
                    <a:pt x="13104" y="13104"/>
                  </a:cubicBezTo>
                  <a:cubicBezTo>
                    <a:pt x="21380" y="4828"/>
                    <a:pt x="32415" y="0"/>
                    <a:pt x="44139" y="0"/>
                  </a:cubicBezTo>
                  <a:lnTo>
                    <a:pt x="57413" y="5605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2" name="Google Shape;1552;p38"/>
            <p:cNvSpPr/>
            <p:nvPr/>
          </p:nvSpPr>
          <p:spPr>
            <a:xfrm rot="8716661">
              <a:off x="-37081" y="4107215"/>
              <a:ext cx="147376" cy="83793"/>
            </a:xfrm>
            <a:custGeom>
              <a:rect b="b" l="l" r="r" t="t"/>
              <a:pathLst>
                <a:path extrusionOk="0" h="83734" w="147272">
                  <a:moveTo>
                    <a:pt x="0" y="83734"/>
                  </a:moveTo>
                  <a:lnTo>
                    <a:pt x="0" y="0"/>
                  </a:lnTo>
                  <a:lnTo>
                    <a:pt x="147272" y="0"/>
                  </a:lnTo>
                  <a:lnTo>
                    <a:pt x="89230" y="8373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3" name="Google Shape;1553;p38"/>
            <p:cNvSpPr/>
            <p:nvPr/>
          </p:nvSpPr>
          <p:spPr>
            <a:xfrm rot="8716661">
              <a:off x="43220" y="3712236"/>
              <a:ext cx="125625" cy="469092"/>
            </a:xfrm>
            <a:custGeom>
              <a:rect b="b" l="l" r="r" t="t"/>
              <a:pathLst>
                <a:path extrusionOk="0" h="468763" w="125537">
                  <a:moveTo>
                    <a:pt x="29455" y="468763"/>
                  </a:moveTo>
                  <a:lnTo>
                    <a:pt x="7792" y="425988"/>
                  </a:lnTo>
                  <a:cubicBezTo>
                    <a:pt x="2003" y="400498"/>
                    <a:pt x="0" y="369553"/>
                    <a:pt x="0" y="333043"/>
                  </a:cubicBezTo>
                  <a:lnTo>
                    <a:pt x="0" y="61444"/>
                  </a:lnTo>
                  <a:lnTo>
                    <a:pt x="118434" y="0"/>
                  </a:lnTo>
                  <a:lnTo>
                    <a:pt x="120216" y="248447"/>
                  </a:lnTo>
                  <a:cubicBezTo>
                    <a:pt x="118880" y="273381"/>
                    <a:pt x="120216" y="298537"/>
                    <a:pt x="123889" y="323359"/>
                  </a:cubicBezTo>
                  <a:lnTo>
                    <a:pt x="125537" y="33015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4" name="Google Shape;1554;p38"/>
            <p:cNvSpPr/>
            <p:nvPr/>
          </p:nvSpPr>
          <p:spPr>
            <a:xfrm rot="8716038">
              <a:off x="87916" y="4337378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1555;p38"/>
            <p:cNvSpPr/>
            <p:nvPr/>
          </p:nvSpPr>
          <p:spPr>
            <a:xfrm rot="8716038">
              <a:off x="558868" y="3762766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6" name="Google Shape;1556;p38"/>
            <p:cNvSpPr/>
            <p:nvPr/>
          </p:nvSpPr>
          <p:spPr>
            <a:xfrm rot="8716038">
              <a:off x="694183" y="3807030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7" name="Google Shape;1557;p38"/>
            <p:cNvSpPr/>
            <p:nvPr/>
          </p:nvSpPr>
          <p:spPr>
            <a:xfrm rot="8716038">
              <a:off x="388988" y="3896757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8" name="Google Shape;1558;p38"/>
            <p:cNvSpPr/>
            <p:nvPr/>
          </p:nvSpPr>
          <p:spPr>
            <a:xfrm rot="8718291">
              <a:off x="200594" y="3581116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9" name="Google Shape;1559;p38"/>
            <p:cNvSpPr/>
            <p:nvPr/>
          </p:nvSpPr>
          <p:spPr>
            <a:xfrm rot="8716038">
              <a:off x="525481" y="3958763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0" name="Google Shape;1560;p38"/>
            <p:cNvSpPr/>
            <p:nvPr/>
          </p:nvSpPr>
          <p:spPr>
            <a:xfrm rot="8711490">
              <a:off x="160032" y="3732427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1" name="Google Shape;1561;p38"/>
            <p:cNvSpPr/>
            <p:nvPr/>
          </p:nvSpPr>
          <p:spPr>
            <a:xfrm rot="7490631">
              <a:off x="684202" y="4247956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2" name="Google Shape;1562;p38"/>
            <p:cNvSpPr/>
            <p:nvPr/>
          </p:nvSpPr>
          <p:spPr>
            <a:xfrm rot="-8509467">
              <a:off x="842818" y="4197098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3" name="Google Shape;1563;p38"/>
            <p:cNvSpPr/>
            <p:nvPr/>
          </p:nvSpPr>
          <p:spPr>
            <a:xfrm rot="8714477">
              <a:off x="1123345" y="3907525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4" name="Google Shape;1564;p38"/>
            <p:cNvSpPr/>
            <p:nvPr/>
          </p:nvSpPr>
          <p:spPr>
            <a:xfrm rot="8718291">
              <a:off x="1045305" y="3750654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5" name="Google Shape;1565;p38"/>
            <p:cNvSpPr/>
            <p:nvPr/>
          </p:nvSpPr>
          <p:spPr>
            <a:xfrm rot="8716038">
              <a:off x="677262" y="379653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6" name="Google Shape;1566;p38"/>
            <p:cNvSpPr/>
            <p:nvPr/>
          </p:nvSpPr>
          <p:spPr>
            <a:xfrm rot="8718291">
              <a:off x="945723" y="3555375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7" name="Google Shape;1567;p38"/>
            <p:cNvSpPr/>
            <p:nvPr/>
          </p:nvSpPr>
          <p:spPr>
            <a:xfrm rot="8716661">
              <a:off x="601439" y="5027902"/>
              <a:ext cx="169799" cy="113109"/>
            </a:xfrm>
            <a:custGeom>
              <a:rect b="b" l="l" r="r" t="t"/>
              <a:pathLst>
                <a:path extrusionOk="0" h="113030" w="169680">
                  <a:moveTo>
                    <a:pt x="8965" y="113030"/>
                  </a:moveTo>
                  <a:lnTo>
                    <a:pt x="0" y="100616"/>
                  </a:lnTo>
                  <a:lnTo>
                    <a:pt x="106933" y="0"/>
                  </a:lnTo>
                  <a:lnTo>
                    <a:pt x="169680" y="4349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8" name="Google Shape;1568;p38"/>
            <p:cNvSpPr/>
            <p:nvPr/>
          </p:nvSpPr>
          <p:spPr>
            <a:xfrm rot="8716661">
              <a:off x="197134" y="4925197"/>
              <a:ext cx="194503" cy="296671"/>
            </a:xfrm>
            <a:custGeom>
              <a:rect b="b" l="l" r="r" t="t"/>
              <a:pathLst>
                <a:path extrusionOk="0" h="296463" w="194366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6043" y="0"/>
                  </a:lnTo>
                  <a:lnTo>
                    <a:pt x="194366" y="13053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9" name="Google Shape;1569;p38"/>
            <p:cNvSpPr/>
            <p:nvPr/>
          </p:nvSpPr>
          <p:spPr>
            <a:xfrm rot="8714800">
              <a:off x="82306" y="4748393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0" name="Google Shape;1570;p38"/>
            <p:cNvSpPr/>
            <p:nvPr/>
          </p:nvSpPr>
          <p:spPr>
            <a:xfrm rot="8716038">
              <a:off x="896641" y="4761249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1" name="Google Shape;1571;p38"/>
            <p:cNvSpPr/>
            <p:nvPr/>
          </p:nvSpPr>
          <p:spPr>
            <a:xfrm rot="8716661">
              <a:off x="1032162" y="4798810"/>
              <a:ext cx="390127" cy="383725"/>
            </a:xfrm>
            <a:custGeom>
              <a:rect b="b" l="l" r="r" t="t"/>
              <a:pathLst>
                <a:path extrusionOk="0" h="383455" w="389853">
                  <a:moveTo>
                    <a:pt x="77932" y="383455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111726"/>
                  </a:lnTo>
                  <a:lnTo>
                    <a:pt x="160692" y="111726"/>
                  </a:lnTo>
                  <a:cubicBezTo>
                    <a:pt x="171727" y="78967"/>
                    <a:pt x="181555" y="56208"/>
                    <a:pt x="192762" y="39914"/>
                  </a:cubicBezTo>
                  <a:lnTo>
                    <a:pt x="216292" y="20658"/>
                  </a:lnTo>
                  <a:lnTo>
                    <a:pt x="389853" y="140965"/>
                  </a:lnTo>
                  <a:lnTo>
                    <a:pt x="300695" y="146210"/>
                  </a:lnTo>
                  <a:lnTo>
                    <a:pt x="300694" y="121382"/>
                  </a:lnTo>
                  <a:cubicBezTo>
                    <a:pt x="300695" y="84140"/>
                    <a:pt x="279315" y="58621"/>
                    <a:pt x="249659" y="58622"/>
                  </a:cubicBezTo>
                  <a:cubicBezTo>
                    <a:pt x="205521" y="58621"/>
                    <a:pt x="168969" y="117244"/>
                    <a:pt x="168969" y="191038"/>
                  </a:cubicBezTo>
                  <a:lnTo>
                    <a:pt x="168969" y="321385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2" name="Google Shape;1572;p38"/>
            <p:cNvSpPr/>
            <p:nvPr/>
          </p:nvSpPr>
          <p:spPr>
            <a:xfrm rot="8716038">
              <a:off x="726761" y="489524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3" name="Google Shape;1573;p38"/>
            <p:cNvSpPr/>
            <p:nvPr/>
          </p:nvSpPr>
          <p:spPr>
            <a:xfrm rot="8718291">
              <a:off x="538367" y="4579600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4" name="Google Shape;1574;p38"/>
            <p:cNvSpPr/>
            <p:nvPr/>
          </p:nvSpPr>
          <p:spPr>
            <a:xfrm rot="8716661">
              <a:off x="826484" y="4988357"/>
              <a:ext cx="91099" cy="198788"/>
            </a:xfrm>
            <a:custGeom>
              <a:rect b="b" l="l" r="r" t="t"/>
              <a:pathLst>
                <a:path extrusionOk="0" h="198648" w="91035">
                  <a:moveTo>
                    <a:pt x="91035" y="198648"/>
                  </a:moveTo>
                  <a:lnTo>
                    <a:pt x="0" y="111060"/>
                  </a:lnTo>
                  <a:lnTo>
                    <a:pt x="0" y="0"/>
                  </a:lnTo>
                  <a:lnTo>
                    <a:pt x="91035" y="6310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5" name="Google Shape;1575;p38"/>
            <p:cNvSpPr/>
            <p:nvPr/>
          </p:nvSpPr>
          <p:spPr>
            <a:xfrm rot="8711490">
              <a:off x="497805" y="4730910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6" name="Google Shape;1576;p38"/>
            <p:cNvSpPr/>
            <p:nvPr/>
          </p:nvSpPr>
          <p:spPr>
            <a:xfrm rot="8716661">
              <a:off x="1458993" y="4904259"/>
              <a:ext cx="328235" cy="223226"/>
            </a:xfrm>
            <a:custGeom>
              <a:rect b="b" l="l" r="r" t="t"/>
              <a:pathLst>
                <a:path extrusionOk="0" h="223069" w="328004">
                  <a:moveTo>
                    <a:pt x="10574" y="223069"/>
                  </a:moveTo>
                  <a:lnTo>
                    <a:pt x="0" y="208428"/>
                  </a:lnTo>
                  <a:lnTo>
                    <a:pt x="192781" y="27035"/>
                  </a:lnTo>
                  <a:lnTo>
                    <a:pt x="227094" y="0"/>
                  </a:lnTo>
                  <a:lnTo>
                    <a:pt x="328004" y="69948"/>
                  </a:lnTo>
                  <a:lnTo>
                    <a:pt x="326080" y="74925"/>
                  </a:lnTo>
                  <a:cubicBezTo>
                    <a:pt x="317843" y="85805"/>
                    <a:pt x="306659" y="94549"/>
                    <a:pt x="293645" y="100243"/>
                  </a:cubicBezTo>
                  <a:lnTo>
                    <a:pt x="294458" y="10024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7" name="Google Shape;1577;p38"/>
            <p:cNvSpPr/>
            <p:nvPr/>
          </p:nvSpPr>
          <p:spPr>
            <a:xfrm rot="8718291">
              <a:off x="1383078" y="4749137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8" name="Google Shape;1578;p38"/>
            <p:cNvSpPr/>
            <p:nvPr/>
          </p:nvSpPr>
          <p:spPr>
            <a:xfrm rot="8716038">
              <a:off x="1015035" y="479501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9" name="Google Shape;1579;p38"/>
            <p:cNvSpPr/>
            <p:nvPr/>
          </p:nvSpPr>
          <p:spPr>
            <a:xfrm rot="8718291">
              <a:off x="1283496" y="4553858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0" name="Google Shape;1580;p38"/>
            <p:cNvSpPr/>
            <p:nvPr/>
          </p:nvSpPr>
          <p:spPr>
            <a:xfrm rot="8716661">
              <a:off x="-30459" y="3359353"/>
              <a:ext cx="98566" cy="75916"/>
            </a:xfrm>
            <a:custGeom>
              <a:rect b="b" l="l" r="r" t="t"/>
              <a:pathLst>
                <a:path extrusionOk="0" h="75863" w="98497">
                  <a:moveTo>
                    <a:pt x="0" y="75863"/>
                  </a:moveTo>
                  <a:lnTo>
                    <a:pt x="0" y="0"/>
                  </a:lnTo>
                  <a:lnTo>
                    <a:pt x="98497" y="0"/>
                  </a:lnTo>
                  <a:lnTo>
                    <a:pt x="45911" y="7586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1" name="Google Shape;1581;p38"/>
            <p:cNvSpPr/>
            <p:nvPr/>
          </p:nvSpPr>
          <p:spPr>
            <a:xfrm rot="8716661">
              <a:off x="-77656" y="3178279"/>
              <a:ext cx="389926" cy="385882"/>
            </a:xfrm>
            <a:custGeom>
              <a:rect b="b" l="l" r="r" t="t"/>
              <a:pathLst>
                <a:path extrusionOk="0" h="385611" w="389652">
                  <a:moveTo>
                    <a:pt x="77932" y="385611"/>
                  </a:moveTo>
                  <a:lnTo>
                    <a:pt x="77932" y="69054"/>
                  </a:lnTo>
                  <a:lnTo>
                    <a:pt x="0" y="69054"/>
                  </a:lnTo>
                  <a:lnTo>
                    <a:pt x="0" y="2156"/>
                  </a:lnTo>
                  <a:lnTo>
                    <a:pt x="158623" y="2156"/>
                  </a:lnTo>
                  <a:lnTo>
                    <a:pt x="158623" y="113882"/>
                  </a:lnTo>
                  <a:lnTo>
                    <a:pt x="160692" y="113882"/>
                  </a:lnTo>
                  <a:cubicBezTo>
                    <a:pt x="182762" y="48364"/>
                    <a:pt x="200003" y="22846"/>
                    <a:pt x="233107" y="9053"/>
                  </a:cubicBezTo>
                  <a:cubicBezTo>
                    <a:pt x="248280" y="2846"/>
                    <a:pt x="264142" y="-602"/>
                    <a:pt x="280694" y="87"/>
                  </a:cubicBezTo>
                  <a:cubicBezTo>
                    <a:pt x="316212" y="-603"/>
                    <a:pt x="344661" y="11466"/>
                    <a:pt x="364230" y="34398"/>
                  </a:cubicBezTo>
                  <a:lnTo>
                    <a:pt x="389652" y="117977"/>
                  </a:lnTo>
                  <a:lnTo>
                    <a:pt x="371473" y="144202"/>
                  </a:lnTo>
                  <a:lnTo>
                    <a:pt x="300695" y="148366"/>
                  </a:lnTo>
                  <a:lnTo>
                    <a:pt x="300695" y="123538"/>
                  </a:lnTo>
                  <a:cubicBezTo>
                    <a:pt x="300695" y="86296"/>
                    <a:pt x="279315" y="60778"/>
                    <a:pt x="249659" y="60778"/>
                  </a:cubicBezTo>
                  <a:cubicBezTo>
                    <a:pt x="205521" y="60778"/>
                    <a:pt x="168969" y="119400"/>
                    <a:pt x="168969" y="193194"/>
                  </a:cubicBezTo>
                  <a:lnTo>
                    <a:pt x="168969" y="323541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2" name="Google Shape;1582;p38"/>
            <p:cNvSpPr/>
            <p:nvPr/>
          </p:nvSpPr>
          <p:spPr>
            <a:xfrm rot="8716661">
              <a:off x="-71512" y="3028918"/>
              <a:ext cx="193730" cy="190093"/>
            </a:xfrm>
            <a:custGeom>
              <a:rect b="b" l="l" r="r" t="t"/>
              <a:pathLst>
                <a:path extrusionOk="0" h="189959" w="193594">
                  <a:moveTo>
                    <a:pt x="8965" y="189959"/>
                  </a:moveTo>
                  <a:lnTo>
                    <a:pt x="0" y="177545"/>
                  </a:lnTo>
                  <a:lnTo>
                    <a:pt x="163451" y="23749"/>
                  </a:lnTo>
                  <a:lnTo>
                    <a:pt x="193594" y="0"/>
                  </a:lnTo>
                  <a:lnTo>
                    <a:pt x="84606" y="157232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3" name="Google Shape;1583;p38"/>
            <p:cNvSpPr/>
            <p:nvPr/>
          </p:nvSpPr>
          <p:spPr>
            <a:xfrm rot="8716038">
              <a:off x="223591" y="2762353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4" name="Google Shape;1584;p38"/>
            <p:cNvSpPr/>
            <p:nvPr/>
          </p:nvSpPr>
          <p:spPr>
            <a:xfrm rot="8716038">
              <a:off x="358906" y="2806617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5" name="Google Shape;1585;p38"/>
            <p:cNvSpPr/>
            <p:nvPr/>
          </p:nvSpPr>
          <p:spPr>
            <a:xfrm rot="8716038">
              <a:off x="53711" y="2896344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6" name="Google Shape;1586;p38"/>
            <p:cNvSpPr/>
            <p:nvPr/>
          </p:nvSpPr>
          <p:spPr>
            <a:xfrm rot="8716661">
              <a:off x="-92421" y="2622370"/>
              <a:ext cx="271923" cy="238890"/>
            </a:xfrm>
            <a:custGeom>
              <a:rect b="b" l="l" r="r" t="t"/>
              <a:pathLst>
                <a:path extrusionOk="0" h="238722" w="271732">
                  <a:moveTo>
                    <a:pt x="106257" y="238722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271732" y="0"/>
                  </a:lnTo>
                  <a:lnTo>
                    <a:pt x="213690" y="83734"/>
                  </a:lnTo>
                  <a:lnTo>
                    <a:pt x="210465" y="83734"/>
                  </a:lnTo>
                  <a:lnTo>
                    <a:pt x="207289" y="9296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7" name="Google Shape;1587;p38"/>
            <p:cNvSpPr/>
            <p:nvPr/>
          </p:nvSpPr>
          <p:spPr>
            <a:xfrm rot="8716038">
              <a:off x="190204" y="2958350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8" name="Google Shape;1588;p38"/>
            <p:cNvSpPr/>
            <p:nvPr/>
          </p:nvSpPr>
          <p:spPr>
            <a:xfrm rot="7490631">
              <a:off x="348925" y="3247543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9" name="Google Shape;1589;p38"/>
            <p:cNvSpPr/>
            <p:nvPr/>
          </p:nvSpPr>
          <p:spPr>
            <a:xfrm rot="-8509467">
              <a:off x="507541" y="3196685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0" name="Google Shape;1590;p38"/>
            <p:cNvSpPr/>
            <p:nvPr/>
          </p:nvSpPr>
          <p:spPr>
            <a:xfrm rot="8714477">
              <a:off x="788068" y="2907112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1" name="Google Shape;1591;p38"/>
            <p:cNvSpPr/>
            <p:nvPr/>
          </p:nvSpPr>
          <p:spPr>
            <a:xfrm rot="8718291">
              <a:off x="710028" y="2750241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2" name="Google Shape;1592;p38"/>
            <p:cNvSpPr/>
            <p:nvPr/>
          </p:nvSpPr>
          <p:spPr>
            <a:xfrm rot="8716038">
              <a:off x="341985" y="2796123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3" name="Google Shape;1593;p38"/>
            <p:cNvSpPr/>
            <p:nvPr/>
          </p:nvSpPr>
          <p:spPr>
            <a:xfrm rot="8718291">
              <a:off x="610446" y="2554962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4" name="Google Shape;1594;p38"/>
            <p:cNvSpPr/>
            <p:nvPr/>
          </p:nvSpPr>
          <p:spPr>
            <a:xfrm rot="8716661">
              <a:off x="-24355" y="2374312"/>
              <a:ext cx="58991" cy="66945"/>
            </a:xfrm>
            <a:custGeom>
              <a:rect b="b" l="l" r="r" t="t"/>
              <a:pathLst>
                <a:path extrusionOk="0" h="66898" w="58950">
                  <a:moveTo>
                    <a:pt x="0" y="66898"/>
                  </a:moveTo>
                  <a:lnTo>
                    <a:pt x="0" y="0"/>
                  </a:lnTo>
                  <a:lnTo>
                    <a:pt x="58950" y="0"/>
                  </a:lnTo>
                  <a:lnTo>
                    <a:pt x="12579" y="6689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5" name="Google Shape;1595;p38"/>
            <p:cNvSpPr/>
            <p:nvPr/>
          </p:nvSpPr>
          <p:spPr>
            <a:xfrm rot="8716661">
              <a:off x="-39748" y="1952009"/>
              <a:ext cx="198189" cy="140263"/>
            </a:xfrm>
            <a:custGeom>
              <a:rect b="b" l="l" r="r" t="t"/>
              <a:pathLst>
                <a:path extrusionOk="0" h="140164" w="198050">
                  <a:moveTo>
                    <a:pt x="0" y="75863"/>
                  </a:moveTo>
                  <a:lnTo>
                    <a:pt x="0" y="0"/>
                  </a:lnTo>
                  <a:lnTo>
                    <a:pt x="128968" y="0"/>
                  </a:lnTo>
                  <a:cubicBezTo>
                    <a:pt x="156900" y="0"/>
                    <a:pt x="178452" y="6034"/>
                    <a:pt x="193021" y="18535"/>
                  </a:cubicBezTo>
                  <a:lnTo>
                    <a:pt x="198050" y="31548"/>
                  </a:lnTo>
                  <a:lnTo>
                    <a:pt x="122761" y="140164"/>
                  </a:ln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4"/>
                    <a:pt x="91726" y="7586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6" name="Google Shape;1596;p38"/>
            <p:cNvSpPr/>
            <p:nvPr/>
          </p:nvSpPr>
          <p:spPr>
            <a:xfrm rot="8716038">
              <a:off x="21133" y="1808134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7" name="Google Shape;1597;p38"/>
            <p:cNvSpPr/>
            <p:nvPr/>
          </p:nvSpPr>
          <p:spPr>
            <a:xfrm rot="8716661">
              <a:off x="-24407" y="2197762"/>
              <a:ext cx="102580" cy="53400"/>
            </a:xfrm>
            <a:custGeom>
              <a:rect b="b" l="l" r="r" t="t"/>
              <a:pathLst>
                <a:path extrusionOk="0" h="53362" w="102508">
                  <a:moveTo>
                    <a:pt x="0" y="23637"/>
                  </a:moveTo>
                  <a:lnTo>
                    <a:pt x="0" y="2258"/>
                  </a:lnTo>
                  <a:lnTo>
                    <a:pt x="102508" y="0"/>
                  </a:lnTo>
                  <a:lnTo>
                    <a:pt x="65519" y="53362"/>
                  </a:lnTo>
                  <a:lnTo>
                    <a:pt x="65519" y="2363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8" name="Google Shape;1598;p38"/>
            <p:cNvSpPr/>
            <p:nvPr/>
          </p:nvSpPr>
          <p:spPr>
            <a:xfrm rot="7490631">
              <a:off x="11152" y="2249060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9" name="Google Shape;1599;p38"/>
            <p:cNvSpPr/>
            <p:nvPr/>
          </p:nvSpPr>
          <p:spPr>
            <a:xfrm rot="-8509467">
              <a:off x="169768" y="2198202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0" name="Google Shape;1600;p38"/>
            <p:cNvSpPr/>
            <p:nvPr/>
          </p:nvSpPr>
          <p:spPr>
            <a:xfrm rot="8714477">
              <a:off x="450295" y="1908629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1" name="Google Shape;1601;p38"/>
            <p:cNvSpPr/>
            <p:nvPr/>
          </p:nvSpPr>
          <p:spPr>
            <a:xfrm rot="8718291">
              <a:off x="372255" y="1751758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2" name="Google Shape;1602;p38"/>
            <p:cNvSpPr/>
            <p:nvPr/>
          </p:nvSpPr>
          <p:spPr>
            <a:xfrm rot="8716038">
              <a:off x="4212" y="179764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3" name="Google Shape;1603;p38"/>
            <p:cNvSpPr/>
            <p:nvPr/>
          </p:nvSpPr>
          <p:spPr>
            <a:xfrm rot="8718291">
              <a:off x="272673" y="1556479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4" name="Google Shape;1604;p38"/>
            <p:cNvSpPr/>
            <p:nvPr/>
          </p:nvSpPr>
          <p:spPr>
            <a:xfrm rot="8716661">
              <a:off x="-35280" y="938074"/>
              <a:ext cx="158734" cy="159128"/>
            </a:xfrm>
            <a:custGeom>
              <a:rect b="b" l="l" r="r" t="t"/>
              <a:pathLst>
                <a:path extrusionOk="0" h="159016" w="158623">
                  <a:moveTo>
                    <a:pt x="77932" y="159016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42606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5" name="Google Shape;1605;p38"/>
            <p:cNvSpPr/>
            <p:nvPr/>
          </p:nvSpPr>
          <p:spPr>
            <a:xfrm rot="7483339">
              <a:off x="-33025" y="1345539"/>
              <a:ext cx="66007" cy="45766"/>
            </a:xfrm>
            <a:custGeom>
              <a:rect b="b" l="l" r="r" t="t"/>
              <a:pathLst>
                <a:path extrusionOk="0" h="45734" w="65961">
                  <a:moveTo>
                    <a:pt x="0" y="45734"/>
                  </a:moveTo>
                  <a:lnTo>
                    <a:pt x="0" y="0"/>
                  </a:lnTo>
                  <a:lnTo>
                    <a:pt x="65961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6" name="Google Shape;1606;p38"/>
            <p:cNvSpPr/>
            <p:nvPr/>
          </p:nvSpPr>
          <p:spPr>
            <a:xfrm rot="-8513943">
              <a:off x="-135151" y="1200354"/>
              <a:ext cx="387103" cy="481697"/>
            </a:xfrm>
            <a:custGeom>
              <a:rect b="b" l="l" r="r" t="t"/>
              <a:pathLst>
                <a:path extrusionOk="0" h="481345" w="386820">
                  <a:moveTo>
                    <a:pt x="386820" y="391818"/>
                  </a:moveTo>
                  <a:lnTo>
                    <a:pt x="342166" y="422376"/>
                  </a:lnTo>
                  <a:cubicBezTo>
                    <a:pt x="268920" y="462151"/>
                    <a:pt x="190624" y="477966"/>
                    <a:pt x="138636" y="481098"/>
                  </a:cubicBezTo>
                  <a:cubicBezTo>
                    <a:pt x="100219" y="483604"/>
                    <a:pt x="62637" y="466901"/>
                    <a:pt x="35911" y="439340"/>
                  </a:cubicBezTo>
                  <a:cubicBezTo>
                    <a:pt x="7516" y="411780"/>
                    <a:pt x="0" y="364176"/>
                    <a:pt x="0" y="295693"/>
                  </a:cubicBezTo>
                  <a:lnTo>
                    <a:pt x="0" y="40970"/>
                  </a:lnTo>
                  <a:lnTo>
                    <a:pt x="78970" y="0"/>
                  </a:lnTo>
                  <a:lnTo>
                    <a:pt x="111492" y="41392"/>
                  </a:lnTo>
                  <a:lnTo>
                    <a:pt x="112747" y="216353"/>
                  </a:lnTo>
                  <a:cubicBezTo>
                    <a:pt x="110241" y="263122"/>
                    <a:pt x="117757" y="310726"/>
                    <a:pt x="132789" y="354990"/>
                  </a:cubicBezTo>
                  <a:cubicBezTo>
                    <a:pt x="146153" y="391736"/>
                    <a:pt x="180394" y="410110"/>
                    <a:pt x="233008" y="410110"/>
                  </a:cubicBezTo>
                  <a:cubicBezTo>
                    <a:pt x="258899" y="409274"/>
                    <a:pt x="283953" y="404263"/>
                    <a:pt x="308173" y="396747"/>
                  </a:cubicBezTo>
                  <a:lnTo>
                    <a:pt x="370717" y="371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7" name="Google Shape;1607;p38"/>
            <p:cNvSpPr/>
            <p:nvPr/>
          </p:nvSpPr>
          <p:spPr>
            <a:xfrm rot="8714477">
              <a:off x="118921" y="906575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8" name="Google Shape;1608;p38"/>
            <p:cNvSpPr/>
            <p:nvPr/>
          </p:nvSpPr>
          <p:spPr>
            <a:xfrm rot="8718291">
              <a:off x="40881" y="749704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9" name="Google Shape;1609;p38"/>
            <p:cNvSpPr/>
            <p:nvPr/>
          </p:nvSpPr>
          <p:spPr>
            <a:xfrm rot="8716661">
              <a:off x="-45062" y="551854"/>
              <a:ext cx="152699" cy="165528"/>
            </a:xfrm>
            <a:custGeom>
              <a:rect b="b" l="l" r="r" t="t"/>
              <a:pathLst>
                <a:path extrusionOk="0" h="165412" w="152592">
                  <a:moveTo>
                    <a:pt x="26453" y="153143"/>
                  </a:moveTo>
                  <a:cubicBezTo>
                    <a:pt x="9746" y="136436"/>
                    <a:pt x="0" y="114161"/>
                    <a:pt x="0" y="90494"/>
                  </a:cubicBezTo>
                  <a:lnTo>
                    <a:pt x="0" y="89101"/>
                  </a:lnTo>
                  <a:cubicBezTo>
                    <a:pt x="0" y="65434"/>
                    <a:pt x="9746" y="43159"/>
                    <a:pt x="26453" y="26453"/>
                  </a:cubicBezTo>
                  <a:cubicBezTo>
                    <a:pt x="43159" y="9746"/>
                    <a:pt x="65435" y="0"/>
                    <a:pt x="89101" y="0"/>
                  </a:cubicBezTo>
                  <a:cubicBezTo>
                    <a:pt x="112770" y="0"/>
                    <a:pt x="135045" y="9746"/>
                    <a:pt x="151752" y="26453"/>
                  </a:cubicBezTo>
                  <a:lnTo>
                    <a:pt x="152592" y="27688"/>
                  </a:lnTo>
                  <a:lnTo>
                    <a:pt x="57126" y="165412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0" name="Google Shape;1610;p38"/>
            <p:cNvSpPr/>
            <p:nvPr/>
          </p:nvSpPr>
          <p:spPr>
            <a:xfrm rot="8716661">
              <a:off x="-69959" y="4586930"/>
              <a:ext cx="183939" cy="187726"/>
            </a:xfrm>
            <a:custGeom>
              <a:rect b="b" l="l" r="r" t="t"/>
              <a:pathLst>
                <a:path extrusionOk="0" h="187594" w="183810">
                  <a:moveTo>
                    <a:pt x="10574" y="187594"/>
                  </a:moveTo>
                  <a:lnTo>
                    <a:pt x="0" y="172952"/>
                  </a:lnTo>
                  <a:lnTo>
                    <a:pt x="183810" y="0"/>
                  </a:lnTo>
                  <a:lnTo>
                    <a:pt x="72284" y="16089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1" name="Google Shape;1611;p38"/>
            <p:cNvSpPr/>
            <p:nvPr/>
          </p:nvSpPr>
          <p:spPr>
            <a:xfrm rot="8716038">
              <a:off x="4450638" y="3074983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2" name="Google Shape;1612;p38"/>
            <p:cNvSpPr/>
            <p:nvPr/>
          </p:nvSpPr>
          <p:spPr>
            <a:xfrm rot="8716038">
              <a:off x="4585953" y="3119247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3" name="Google Shape;1613;p38"/>
            <p:cNvSpPr/>
            <p:nvPr/>
          </p:nvSpPr>
          <p:spPr>
            <a:xfrm rot="8716038">
              <a:off x="4518062" y="2988642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4" name="Google Shape;1614;p38"/>
            <p:cNvSpPr/>
            <p:nvPr/>
          </p:nvSpPr>
          <p:spPr>
            <a:xfrm rot="8716038">
              <a:off x="4280758" y="3208974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5" name="Google Shape;1615;p38"/>
            <p:cNvSpPr/>
            <p:nvPr/>
          </p:nvSpPr>
          <p:spPr>
            <a:xfrm rot="8718291">
              <a:off x="4092362" y="2893334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6" name="Google Shape;1616;p38"/>
            <p:cNvSpPr/>
            <p:nvPr/>
          </p:nvSpPr>
          <p:spPr>
            <a:xfrm rot="8714800">
              <a:off x="4073867" y="2683511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7" name="Google Shape;1617;p38"/>
            <p:cNvSpPr/>
            <p:nvPr/>
          </p:nvSpPr>
          <p:spPr>
            <a:xfrm rot="8716038">
              <a:off x="4417250" y="3270979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8" name="Google Shape;1618;p38"/>
            <p:cNvSpPr/>
            <p:nvPr/>
          </p:nvSpPr>
          <p:spPr>
            <a:xfrm rot="8716038">
              <a:off x="4888202" y="2696367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9" name="Google Shape;1619;p38"/>
            <p:cNvSpPr/>
            <p:nvPr/>
          </p:nvSpPr>
          <p:spPr>
            <a:xfrm rot="8716038">
              <a:off x="5023517" y="2740631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0" name="Google Shape;1620;p38"/>
            <p:cNvSpPr/>
            <p:nvPr/>
          </p:nvSpPr>
          <p:spPr>
            <a:xfrm rot="8716038">
              <a:off x="4718322" y="2830358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1" name="Google Shape;1621;p38"/>
            <p:cNvSpPr/>
            <p:nvPr/>
          </p:nvSpPr>
          <p:spPr>
            <a:xfrm rot="8718291">
              <a:off x="4529928" y="2514718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2" name="Google Shape;1622;p38"/>
            <p:cNvSpPr/>
            <p:nvPr/>
          </p:nvSpPr>
          <p:spPr>
            <a:xfrm rot="8716038">
              <a:off x="4854815" y="2892364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3" name="Google Shape;1623;p38"/>
            <p:cNvSpPr/>
            <p:nvPr/>
          </p:nvSpPr>
          <p:spPr>
            <a:xfrm rot="8711490">
              <a:off x="4489366" y="2666028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4" name="Google Shape;1624;p38"/>
            <p:cNvSpPr/>
            <p:nvPr/>
          </p:nvSpPr>
          <p:spPr>
            <a:xfrm rot="7490631">
              <a:off x="5013536" y="3181557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5" name="Google Shape;1625;p38"/>
            <p:cNvSpPr/>
            <p:nvPr/>
          </p:nvSpPr>
          <p:spPr>
            <a:xfrm rot="-8509467">
              <a:off x="5172152" y="3130699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6" name="Google Shape;1626;p38"/>
            <p:cNvSpPr/>
            <p:nvPr/>
          </p:nvSpPr>
          <p:spPr>
            <a:xfrm rot="8714477">
              <a:off x="5452679" y="2841126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7" name="Google Shape;1627;p38"/>
            <p:cNvSpPr/>
            <p:nvPr/>
          </p:nvSpPr>
          <p:spPr>
            <a:xfrm rot="8718291">
              <a:off x="5374639" y="2684255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8" name="Google Shape;1628;p38"/>
            <p:cNvSpPr/>
            <p:nvPr/>
          </p:nvSpPr>
          <p:spPr>
            <a:xfrm rot="8716038">
              <a:off x="5006596" y="2730137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9" name="Google Shape;1629;p38"/>
            <p:cNvSpPr/>
            <p:nvPr/>
          </p:nvSpPr>
          <p:spPr>
            <a:xfrm rot="8718291">
              <a:off x="5275057" y="2488976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0" name="Google Shape;1630;p38"/>
            <p:cNvSpPr/>
            <p:nvPr/>
          </p:nvSpPr>
          <p:spPr>
            <a:xfrm rot="8716038">
              <a:off x="4788411" y="4073466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1" name="Google Shape;1631;p38"/>
            <p:cNvSpPr/>
            <p:nvPr/>
          </p:nvSpPr>
          <p:spPr>
            <a:xfrm rot="8716038">
              <a:off x="4923726" y="4117730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2" name="Google Shape;1632;p38"/>
            <p:cNvSpPr/>
            <p:nvPr/>
          </p:nvSpPr>
          <p:spPr>
            <a:xfrm rot="8716038">
              <a:off x="4855835" y="3987125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3" name="Google Shape;1633;p38"/>
            <p:cNvSpPr/>
            <p:nvPr/>
          </p:nvSpPr>
          <p:spPr>
            <a:xfrm rot="8716038">
              <a:off x="4618531" y="4207457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4" name="Google Shape;1634;p38"/>
            <p:cNvSpPr/>
            <p:nvPr/>
          </p:nvSpPr>
          <p:spPr>
            <a:xfrm rot="8718291">
              <a:off x="4430135" y="3891817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5" name="Google Shape;1635;p38"/>
            <p:cNvSpPr/>
            <p:nvPr/>
          </p:nvSpPr>
          <p:spPr>
            <a:xfrm rot="8714800">
              <a:off x="4411640" y="3681994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6" name="Google Shape;1636;p38"/>
            <p:cNvSpPr/>
            <p:nvPr/>
          </p:nvSpPr>
          <p:spPr>
            <a:xfrm rot="8716038">
              <a:off x="4755023" y="4269462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7" name="Google Shape;1637;p38"/>
            <p:cNvSpPr/>
            <p:nvPr/>
          </p:nvSpPr>
          <p:spPr>
            <a:xfrm rot="8716038">
              <a:off x="5225975" y="3694850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8" name="Google Shape;1638;p38"/>
            <p:cNvSpPr/>
            <p:nvPr/>
          </p:nvSpPr>
          <p:spPr>
            <a:xfrm rot="8716661">
              <a:off x="5364070" y="3753167"/>
              <a:ext cx="325769" cy="385882"/>
            </a:xfrm>
            <a:custGeom>
              <a:rect b="b" l="l" r="r" t="t"/>
              <a:pathLst>
                <a:path extrusionOk="0" h="385611" w="325540">
                  <a:moveTo>
                    <a:pt x="8983" y="385611"/>
                  </a:moveTo>
                  <a:lnTo>
                    <a:pt x="8983" y="69053"/>
                  </a:lnTo>
                  <a:lnTo>
                    <a:pt x="0" y="69053"/>
                  </a:lnTo>
                  <a:lnTo>
                    <a:pt x="55019" y="2157"/>
                  </a:lnTo>
                  <a:lnTo>
                    <a:pt x="89675" y="2156"/>
                  </a:lnTo>
                  <a:lnTo>
                    <a:pt x="89674" y="113882"/>
                  </a:lnTo>
                  <a:lnTo>
                    <a:pt x="91743" y="113882"/>
                  </a:lnTo>
                  <a:cubicBezTo>
                    <a:pt x="113813" y="48363"/>
                    <a:pt x="131055" y="22846"/>
                    <a:pt x="164159" y="9053"/>
                  </a:cubicBezTo>
                  <a:cubicBezTo>
                    <a:pt x="179331" y="2846"/>
                    <a:pt x="195193" y="-602"/>
                    <a:pt x="211745" y="87"/>
                  </a:cubicBezTo>
                  <a:cubicBezTo>
                    <a:pt x="282781" y="-1293"/>
                    <a:pt x="325540" y="48363"/>
                    <a:pt x="325540" y="133882"/>
                  </a:cubicBezTo>
                  <a:lnTo>
                    <a:pt x="325540" y="142848"/>
                  </a:lnTo>
                  <a:lnTo>
                    <a:pt x="231746" y="148366"/>
                  </a:lnTo>
                  <a:lnTo>
                    <a:pt x="231746" y="123538"/>
                  </a:lnTo>
                  <a:cubicBezTo>
                    <a:pt x="231746" y="86296"/>
                    <a:pt x="210367" y="60778"/>
                    <a:pt x="180710" y="60778"/>
                  </a:cubicBezTo>
                  <a:cubicBezTo>
                    <a:pt x="136572" y="60777"/>
                    <a:pt x="100020" y="119400"/>
                    <a:pt x="100020" y="193194"/>
                  </a:cubicBezTo>
                  <a:lnTo>
                    <a:pt x="100020" y="323541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9" name="Google Shape;1639;p38"/>
            <p:cNvSpPr/>
            <p:nvPr/>
          </p:nvSpPr>
          <p:spPr>
            <a:xfrm rot="8716038">
              <a:off x="5056095" y="3828841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0" name="Google Shape;1640;p38"/>
            <p:cNvSpPr/>
            <p:nvPr/>
          </p:nvSpPr>
          <p:spPr>
            <a:xfrm rot="8718291">
              <a:off x="4867701" y="3513201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1" name="Google Shape;1641;p38"/>
            <p:cNvSpPr/>
            <p:nvPr/>
          </p:nvSpPr>
          <p:spPr>
            <a:xfrm rot="8716038">
              <a:off x="5192588" y="3890847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2" name="Google Shape;1642;p38"/>
            <p:cNvSpPr/>
            <p:nvPr/>
          </p:nvSpPr>
          <p:spPr>
            <a:xfrm rot="8711490">
              <a:off x="4827139" y="3664511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3" name="Google Shape;1643;p38"/>
            <p:cNvSpPr/>
            <p:nvPr/>
          </p:nvSpPr>
          <p:spPr>
            <a:xfrm rot="7490631">
              <a:off x="5351309" y="4180040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4" name="Google Shape;1644;p38"/>
            <p:cNvSpPr/>
            <p:nvPr/>
          </p:nvSpPr>
          <p:spPr>
            <a:xfrm rot="-8510566">
              <a:off x="5497088" y="4157691"/>
              <a:ext cx="336119" cy="433923"/>
            </a:xfrm>
            <a:custGeom>
              <a:rect b="b" l="l" r="r" t="t"/>
              <a:pathLst>
                <a:path extrusionOk="0" h="286724" w="222098">
                  <a:moveTo>
                    <a:pt x="23241" y="47275"/>
                  </a:moveTo>
                  <a:lnTo>
                    <a:pt x="0" y="11882"/>
                  </a:lnTo>
                  <a:lnTo>
                    <a:pt x="22902" y="0"/>
                  </a:lnTo>
                  <a:close/>
                  <a:moveTo>
                    <a:pt x="222098" y="258238"/>
                  </a:moveTo>
                  <a:lnTo>
                    <a:pt x="180472" y="286724"/>
                  </a:lnTo>
                  <a:lnTo>
                    <a:pt x="167667" y="267224"/>
                  </a:lnTo>
                  <a:lnTo>
                    <a:pt x="220995" y="245547"/>
                  </a:lnTo>
                  <a:cubicBezTo>
                    <a:pt x="221546" y="247754"/>
                    <a:pt x="222098" y="250513"/>
                    <a:pt x="222098" y="25272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5" name="Google Shape;1645;p38"/>
            <p:cNvSpPr/>
            <p:nvPr/>
          </p:nvSpPr>
          <p:spPr>
            <a:xfrm rot="8717214">
              <a:off x="5689056" y="3701633"/>
              <a:ext cx="105454" cy="119171"/>
            </a:xfrm>
            <a:custGeom>
              <a:rect b="b" l="l" r="r" t="t"/>
              <a:pathLst>
                <a:path extrusionOk="0" h="78683" w="69626">
                  <a:moveTo>
                    <a:pt x="0" y="74288"/>
                  </a:moveTo>
                  <a:lnTo>
                    <a:pt x="61446" y="0"/>
                  </a:lnTo>
                  <a:lnTo>
                    <a:pt x="69626" y="19468"/>
                  </a:lnTo>
                  <a:cubicBezTo>
                    <a:pt x="69626" y="34531"/>
                    <a:pt x="63877" y="49708"/>
                    <a:pt x="52380" y="61206"/>
                  </a:cubicBezTo>
                  <a:cubicBezTo>
                    <a:pt x="41341" y="72244"/>
                    <a:pt x="26624" y="78683"/>
                    <a:pt x="10986" y="7868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6" name="Google Shape;1646;p38"/>
            <p:cNvSpPr/>
            <p:nvPr/>
          </p:nvSpPr>
          <p:spPr>
            <a:xfrm rot="8716038">
              <a:off x="5344369" y="3728621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7" name="Google Shape;1647;p38"/>
            <p:cNvSpPr/>
            <p:nvPr/>
          </p:nvSpPr>
          <p:spPr>
            <a:xfrm rot="8717214">
              <a:off x="5599804" y="3480412"/>
              <a:ext cx="177976" cy="178324"/>
            </a:xfrm>
            <a:custGeom>
              <a:rect b="b" l="l" r="r" t="t"/>
              <a:pathLst>
                <a:path extrusionOk="0" h="117739" w="117509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lnTo>
                    <a:pt x="2091" y="48678"/>
                  </a:lnTo>
                  <a:lnTo>
                    <a:pt x="38978" y="4080"/>
                  </a:lnTo>
                  <a:lnTo>
                    <a:pt x="58869" y="0"/>
                  </a:lnTo>
                  <a:cubicBezTo>
                    <a:pt x="74507" y="0"/>
                    <a:pt x="89224" y="6439"/>
                    <a:pt x="100263" y="17477"/>
                  </a:cubicBezTo>
                  <a:cubicBezTo>
                    <a:pt x="123258" y="39553"/>
                    <a:pt x="123258" y="77266"/>
                    <a:pt x="100263" y="100262"/>
                  </a:cubicBezTo>
                  <a:cubicBezTo>
                    <a:pt x="89224" y="111300"/>
                    <a:pt x="74507" y="117739"/>
                    <a:pt x="58869" y="117739"/>
                  </a:cubicBezTo>
                  <a:cubicBezTo>
                    <a:pt x="43233" y="117739"/>
                    <a:pt x="28515" y="112220"/>
                    <a:pt x="17477" y="101182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8" name="Google Shape;1648;p38"/>
            <p:cNvSpPr/>
            <p:nvPr/>
          </p:nvSpPr>
          <p:spPr>
            <a:xfrm rot="8716661">
              <a:off x="5090715" y="5117258"/>
              <a:ext cx="37122" cy="40413"/>
            </a:xfrm>
            <a:custGeom>
              <a:rect b="b" l="l" r="r" t="t"/>
              <a:pathLst>
                <a:path extrusionOk="0" h="40385" w="37096">
                  <a:moveTo>
                    <a:pt x="0" y="40385"/>
                  </a:moveTo>
                  <a:lnTo>
                    <a:pt x="0" y="0"/>
                  </a:lnTo>
                  <a:lnTo>
                    <a:pt x="37096" y="2571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9" name="Google Shape;1649;p38"/>
            <p:cNvSpPr/>
            <p:nvPr/>
          </p:nvSpPr>
          <p:spPr>
            <a:xfrm rot="8716661">
              <a:off x="5405652" y="5085000"/>
              <a:ext cx="60448" cy="83116"/>
            </a:xfrm>
            <a:custGeom>
              <a:rect b="b" l="l" r="r" t="t"/>
              <a:pathLst>
                <a:path extrusionOk="0" h="83058" w="60406">
                  <a:moveTo>
                    <a:pt x="0" y="83058"/>
                  </a:moveTo>
                  <a:lnTo>
                    <a:pt x="0" y="0"/>
                  </a:lnTo>
                  <a:lnTo>
                    <a:pt x="60406" y="41872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0" name="Google Shape;1650;p38"/>
            <p:cNvSpPr/>
            <p:nvPr/>
          </p:nvSpPr>
          <p:spPr>
            <a:xfrm rot="8716661">
              <a:off x="5206824" y="4975148"/>
              <a:ext cx="245383" cy="162108"/>
            </a:xfrm>
            <a:custGeom>
              <a:rect b="b" l="l" r="r" t="t"/>
              <a:pathLst>
                <a:path extrusionOk="0" h="161994" w="245211">
                  <a:moveTo>
                    <a:pt x="8965" y="161994"/>
                  </a:moveTo>
                  <a:lnTo>
                    <a:pt x="0" y="149580"/>
                  </a:lnTo>
                  <a:lnTo>
                    <a:pt x="158971" y="0"/>
                  </a:lnTo>
                  <a:lnTo>
                    <a:pt x="245211" y="5977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1" name="Google Shape;1651;p38"/>
            <p:cNvSpPr/>
            <p:nvPr/>
          </p:nvSpPr>
          <p:spPr>
            <a:xfrm rot="8716661">
              <a:off x="4807158" y="4871028"/>
              <a:ext cx="249694" cy="296671"/>
            </a:xfrm>
            <a:custGeom>
              <a:rect b="b" l="l" r="r" t="t"/>
              <a:pathLst>
                <a:path extrusionOk="0" h="296463" w="249519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128719" y="0"/>
                  </a:lnTo>
                  <a:lnTo>
                    <a:pt x="249519" y="83734"/>
                  </a:lnTo>
                  <a:lnTo>
                    <a:pt x="210465" y="8373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2" name="Google Shape;1652;p38"/>
            <p:cNvSpPr/>
            <p:nvPr/>
          </p:nvSpPr>
          <p:spPr>
            <a:xfrm rot="8714800">
              <a:off x="4742607" y="4678505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3" name="Google Shape;1653;p38"/>
            <p:cNvSpPr/>
            <p:nvPr/>
          </p:nvSpPr>
          <p:spPr>
            <a:xfrm rot="8717214">
              <a:off x="5548103" y="4732255"/>
              <a:ext cx="92478" cy="287289"/>
            </a:xfrm>
            <a:custGeom>
              <a:rect b="b" l="l" r="r" t="t"/>
              <a:pathLst>
                <a:path extrusionOk="0" h="189683" w="61059">
                  <a:moveTo>
                    <a:pt x="0" y="189683"/>
                  </a:moveTo>
                  <a:lnTo>
                    <a:pt x="1" y="70355"/>
                  </a:lnTo>
                  <a:lnTo>
                    <a:pt x="58192" y="0"/>
                  </a:lnTo>
                  <a:lnTo>
                    <a:pt x="61059" y="7418"/>
                  </a:lnTo>
                  <a:lnTo>
                    <a:pt x="61059" y="16553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4" name="Google Shape;1654;p38"/>
            <p:cNvSpPr/>
            <p:nvPr/>
          </p:nvSpPr>
          <p:spPr>
            <a:xfrm rot="8716038">
              <a:off x="5387062" y="482535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5" name="Google Shape;1655;p38"/>
            <p:cNvSpPr/>
            <p:nvPr/>
          </p:nvSpPr>
          <p:spPr>
            <a:xfrm rot="8718291">
              <a:off x="5198667" y="4509712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6" name="Google Shape;1656;p38"/>
            <p:cNvSpPr/>
            <p:nvPr/>
          </p:nvSpPr>
          <p:spPr>
            <a:xfrm rot="8716661">
              <a:off x="5503895" y="4913075"/>
              <a:ext cx="91099" cy="258934"/>
            </a:xfrm>
            <a:custGeom>
              <a:rect b="b" l="l" r="r" t="t"/>
              <a:pathLst>
                <a:path extrusionOk="0" h="258752" w="91035">
                  <a:moveTo>
                    <a:pt x="91035" y="258752"/>
                  </a:moveTo>
                  <a:lnTo>
                    <a:pt x="0" y="171163"/>
                  </a:lnTo>
                  <a:lnTo>
                    <a:pt x="0" y="43487"/>
                  </a:lnTo>
                  <a:lnTo>
                    <a:pt x="35968" y="0"/>
                  </a:lnTo>
                  <a:lnTo>
                    <a:pt x="91035" y="3817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7" name="Google Shape;1657;p38"/>
            <p:cNvSpPr/>
            <p:nvPr/>
          </p:nvSpPr>
          <p:spPr>
            <a:xfrm rot="8711490">
              <a:off x="5158106" y="4661022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8" name="Google Shape;1658;p38"/>
            <p:cNvSpPr/>
            <p:nvPr/>
          </p:nvSpPr>
          <p:spPr>
            <a:xfrm rot="8716038">
              <a:off x="4115361" y="2074570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9" name="Google Shape;1659;p38"/>
            <p:cNvSpPr/>
            <p:nvPr/>
          </p:nvSpPr>
          <p:spPr>
            <a:xfrm rot="8716038">
              <a:off x="4250676" y="2118834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0" name="Google Shape;1660;p38"/>
            <p:cNvSpPr/>
            <p:nvPr/>
          </p:nvSpPr>
          <p:spPr>
            <a:xfrm rot="8716038">
              <a:off x="4182785" y="1988229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1" name="Google Shape;1661;p38"/>
            <p:cNvSpPr/>
            <p:nvPr/>
          </p:nvSpPr>
          <p:spPr>
            <a:xfrm rot="8716038">
              <a:off x="3945481" y="2208561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2" name="Google Shape;1662;p38"/>
            <p:cNvSpPr/>
            <p:nvPr/>
          </p:nvSpPr>
          <p:spPr>
            <a:xfrm rot="8718291">
              <a:off x="3757085" y="1892921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3" name="Google Shape;1663;p38"/>
            <p:cNvSpPr/>
            <p:nvPr/>
          </p:nvSpPr>
          <p:spPr>
            <a:xfrm rot="8714800">
              <a:off x="3738590" y="1683098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4" name="Google Shape;1664;p38"/>
            <p:cNvSpPr/>
            <p:nvPr/>
          </p:nvSpPr>
          <p:spPr>
            <a:xfrm rot="8716038">
              <a:off x="4081973" y="2270566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5" name="Google Shape;1665;p38"/>
            <p:cNvSpPr/>
            <p:nvPr/>
          </p:nvSpPr>
          <p:spPr>
            <a:xfrm rot="8716038">
              <a:off x="4552925" y="1695954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6" name="Google Shape;1666;p38"/>
            <p:cNvSpPr/>
            <p:nvPr/>
          </p:nvSpPr>
          <p:spPr>
            <a:xfrm rot="8716038">
              <a:off x="4688240" y="1740218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7" name="Google Shape;1667;p38"/>
            <p:cNvSpPr/>
            <p:nvPr/>
          </p:nvSpPr>
          <p:spPr>
            <a:xfrm rot="8716038">
              <a:off x="4383045" y="1829945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8" name="Google Shape;1668;p38"/>
            <p:cNvSpPr/>
            <p:nvPr/>
          </p:nvSpPr>
          <p:spPr>
            <a:xfrm rot="8718291">
              <a:off x="4194651" y="1514305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9" name="Google Shape;1669;p38"/>
            <p:cNvSpPr/>
            <p:nvPr/>
          </p:nvSpPr>
          <p:spPr>
            <a:xfrm rot="8716038">
              <a:off x="4519537" y="1891951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38"/>
            <p:cNvSpPr/>
            <p:nvPr/>
          </p:nvSpPr>
          <p:spPr>
            <a:xfrm rot="8711490">
              <a:off x="4154089" y="1665615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38"/>
            <p:cNvSpPr/>
            <p:nvPr/>
          </p:nvSpPr>
          <p:spPr>
            <a:xfrm rot="7490631">
              <a:off x="4678259" y="2181144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38"/>
            <p:cNvSpPr/>
            <p:nvPr/>
          </p:nvSpPr>
          <p:spPr>
            <a:xfrm rot="-8509467">
              <a:off x="4836875" y="2130286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38"/>
            <p:cNvSpPr/>
            <p:nvPr/>
          </p:nvSpPr>
          <p:spPr>
            <a:xfrm rot="8714477">
              <a:off x="5117402" y="1840713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38"/>
            <p:cNvSpPr/>
            <p:nvPr/>
          </p:nvSpPr>
          <p:spPr>
            <a:xfrm rot="8718291">
              <a:off x="5039362" y="1683842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38"/>
            <p:cNvSpPr/>
            <p:nvPr/>
          </p:nvSpPr>
          <p:spPr>
            <a:xfrm rot="8716038">
              <a:off x="4671319" y="1729725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38"/>
            <p:cNvSpPr/>
            <p:nvPr/>
          </p:nvSpPr>
          <p:spPr>
            <a:xfrm rot="8718291">
              <a:off x="4939780" y="1488563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38"/>
            <p:cNvSpPr/>
            <p:nvPr/>
          </p:nvSpPr>
          <p:spPr>
            <a:xfrm rot="8716038">
              <a:off x="3777588" y="1076087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38"/>
            <p:cNvSpPr/>
            <p:nvPr/>
          </p:nvSpPr>
          <p:spPr>
            <a:xfrm rot="8716038">
              <a:off x="3912903" y="1120351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38"/>
            <p:cNvSpPr/>
            <p:nvPr/>
          </p:nvSpPr>
          <p:spPr>
            <a:xfrm rot="8716038">
              <a:off x="3845012" y="989746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38"/>
            <p:cNvSpPr/>
            <p:nvPr/>
          </p:nvSpPr>
          <p:spPr>
            <a:xfrm rot="8716038">
              <a:off x="3607708" y="1210078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38"/>
            <p:cNvSpPr/>
            <p:nvPr/>
          </p:nvSpPr>
          <p:spPr>
            <a:xfrm rot="8718291">
              <a:off x="3419312" y="894438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38"/>
            <p:cNvSpPr/>
            <p:nvPr/>
          </p:nvSpPr>
          <p:spPr>
            <a:xfrm rot="8714800">
              <a:off x="3400817" y="684615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38"/>
            <p:cNvSpPr/>
            <p:nvPr/>
          </p:nvSpPr>
          <p:spPr>
            <a:xfrm rot="8716038">
              <a:off x="3744200" y="1272083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38"/>
            <p:cNvSpPr/>
            <p:nvPr/>
          </p:nvSpPr>
          <p:spPr>
            <a:xfrm rot="8716038">
              <a:off x="4215152" y="697471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38"/>
            <p:cNvSpPr/>
            <p:nvPr/>
          </p:nvSpPr>
          <p:spPr>
            <a:xfrm rot="8716038">
              <a:off x="4350467" y="741735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38"/>
            <p:cNvSpPr/>
            <p:nvPr/>
          </p:nvSpPr>
          <p:spPr>
            <a:xfrm rot="8716038">
              <a:off x="4045272" y="83146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38"/>
            <p:cNvSpPr/>
            <p:nvPr/>
          </p:nvSpPr>
          <p:spPr>
            <a:xfrm rot="8718291">
              <a:off x="3856878" y="515822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38"/>
            <p:cNvSpPr/>
            <p:nvPr/>
          </p:nvSpPr>
          <p:spPr>
            <a:xfrm rot="8716038">
              <a:off x="4181765" y="893468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38"/>
            <p:cNvSpPr/>
            <p:nvPr/>
          </p:nvSpPr>
          <p:spPr>
            <a:xfrm rot="8711490">
              <a:off x="3816316" y="667132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38"/>
            <p:cNvSpPr/>
            <p:nvPr/>
          </p:nvSpPr>
          <p:spPr>
            <a:xfrm rot="7490631">
              <a:off x="4340486" y="1182661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38"/>
            <p:cNvSpPr/>
            <p:nvPr/>
          </p:nvSpPr>
          <p:spPr>
            <a:xfrm rot="-8509467">
              <a:off x="4499102" y="1131803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38"/>
            <p:cNvSpPr/>
            <p:nvPr/>
          </p:nvSpPr>
          <p:spPr>
            <a:xfrm rot="8714477">
              <a:off x="4779629" y="842230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38"/>
            <p:cNvSpPr/>
            <p:nvPr/>
          </p:nvSpPr>
          <p:spPr>
            <a:xfrm rot="8718291">
              <a:off x="4701589" y="685359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38"/>
            <p:cNvSpPr/>
            <p:nvPr/>
          </p:nvSpPr>
          <p:spPr>
            <a:xfrm rot="8716038">
              <a:off x="4333546" y="73124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38"/>
            <p:cNvSpPr/>
            <p:nvPr/>
          </p:nvSpPr>
          <p:spPr>
            <a:xfrm rot="8718291">
              <a:off x="4602007" y="490080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38"/>
            <p:cNvSpPr/>
            <p:nvPr/>
          </p:nvSpPr>
          <p:spPr>
            <a:xfrm rot="8716038">
              <a:off x="3446215" y="74033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38"/>
            <p:cNvSpPr/>
            <p:nvPr/>
          </p:nvSpPr>
          <p:spPr>
            <a:xfrm rot="8716038">
              <a:off x="3581529" y="118298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38"/>
            <p:cNvSpPr/>
            <p:nvPr/>
          </p:nvSpPr>
          <p:spPr>
            <a:xfrm rot="8717214">
              <a:off x="3522419" y="36147"/>
              <a:ext cx="234835" cy="172607"/>
            </a:xfrm>
            <a:custGeom>
              <a:rect b="b" l="l" r="r" t="t"/>
              <a:pathLst>
                <a:path extrusionOk="0" h="113964" w="155050">
                  <a:moveTo>
                    <a:pt x="25756" y="113964"/>
                  </a:moveTo>
                  <a:lnTo>
                    <a:pt x="0" y="96110"/>
                  </a:lnTo>
                  <a:lnTo>
                    <a:pt x="72120" y="28251"/>
                  </a:lnTo>
                  <a:cubicBezTo>
                    <a:pt x="85790" y="12303"/>
                    <a:pt x="105383" y="2279"/>
                    <a:pt x="126799" y="0"/>
                  </a:cubicBezTo>
                  <a:cubicBezTo>
                    <a:pt x="148671" y="0"/>
                    <a:pt x="155050" y="19138"/>
                    <a:pt x="155050" y="33719"/>
                  </a:cubicBezTo>
                  <a:cubicBezTo>
                    <a:pt x="153683" y="49668"/>
                    <a:pt x="143203" y="62882"/>
                    <a:pt x="128622" y="69261"/>
                  </a:cubicBezTo>
                  <a:lnTo>
                    <a:pt x="129077" y="69261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38"/>
            <p:cNvSpPr/>
            <p:nvPr/>
          </p:nvSpPr>
          <p:spPr>
            <a:xfrm rot="8716038">
              <a:off x="3276335" y="208025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38"/>
            <p:cNvSpPr/>
            <p:nvPr/>
          </p:nvSpPr>
          <p:spPr>
            <a:xfrm rot="8717214">
              <a:off x="3107701" y="-20185"/>
              <a:ext cx="308741" cy="200130"/>
            </a:xfrm>
            <a:custGeom>
              <a:rect b="b" l="l" r="r" t="t"/>
              <a:pathLst>
                <a:path extrusionOk="0" h="132136" w="203847">
                  <a:moveTo>
                    <a:pt x="112633" y="132136"/>
                  </a:moveTo>
                  <a:lnTo>
                    <a:pt x="56185" y="93008"/>
                  </a:lnTo>
                  <a:lnTo>
                    <a:pt x="69777" y="55323"/>
                  </a:lnTo>
                  <a:lnTo>
                    <a:pt x="1818" y="55323"/>
                  </a:lnTo>
                  <a:lnTo>
                    <a:pt x="0" y="54062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38"/>
            <p:cNvSpPr/>
            <p:nvPr/>
          </p:nvSpPr>
          <p:spPr>
            <a:xfrm rot="8717214">
              <a:off x="3475550" y="-31614"/>
              <a:ext cx="98228" cy="118608"/>
            </a:xfrm>
            <a:custGeom>
              <a:rect b="b" l="l" r="r" t="t"/>
              <a:pathLst>
                <a:path extrusionOk="0" h="78311" w="64855">
                  <a:moveTo>
                    <a:pt x="64855" y="78311"/>
                  </a:moveTo>
                  <a:lnTo>
                    <a:pt x="0" y="33356"/>
                  </a:lnTo>
                  <a:lnTo>
                    <a:pt x="64294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38"/>
            <p:cNvSpPr/>
            <p:nvPr/>
          </p:nvSpPr>
          <p:spPr>
            <a:xfrm rot="8716038">
              <a:off x="3412826" y="270029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38"/>
            <p:cNvSpPr/>
            <p:nvPr/>
          </p:nvSpPr>
          <p:spPr>
            <a:xfrm rot="8717214">
              <a:off x="3966312" y="-35961"/>
              <a:ext cx="123825" cy="85832"/>
            </a:xfrm>
            <a:custGeom>
              <a:rect b="b" l="l" r="r" t="t"/>
              <a:pathLst>
                <a:path extrusionOk="0" h="56671" w="81756">
                  <a:moveTo>
                    <a:pt x="81756" y="56671"/>
                  </a:moveTo>
                  <a:lnTo>
                    <a:pt x="0" y="0"/>
                  </a:lnTo>
                  <a:lnTo>
                    <a:pt x="24798" y="0"/>
                  </a:lnTo>
                  <a:cubicBezTo>
                    <a:pt x="61707" y="0"/>
                    <a:pt x="81756" y="15949"/>
                    <a:pt x="81756" y="501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38"/>
            <p:cNvSpPr/>
            <p:nvPr/>
          </p:nvSpPr>
          <p:spPr>
            <a:xfrm rot="8717214">
              <a:off x="4088902" y="-31883"/>
              <a:ext cx="332314" cy="148466"/>
            </a:xfrm>
            <a:custGeom>
              <a:rect b="b" l="l" r="r" t="t"/>
              <a:pathLst>
                <a:path extrusionOk="0" h="98025" w="219411">
                  <a:moveTo>
                    <a:pt x="63575" y="45493"/>
                  </a:moveTo>
                  <a:lnTo>
                    <a:pt x="0" y="1425"/>
                  </a:lnTo>
                  <a:lnTo>
                    <a:pt x="63575" y="1425"/>
                  </a:lnTo>
                  <a:close/>
                  <a:moveTo>
                    <a:pt x="88634" y="62863"/>
                  </a:moveTo>
                  <a:lnTo>
                    <a:pt x="73596" y="52439"/>
                  </a:lnTo>
                  <a:lnTo>
                    <a:pt x="75493" y="47439"/>
                  </a:lnTo>
                  <a:cubicBezTo>
                    <a:pt x="85874" y="24008"/>
                    <a:pt x="96382" y="12816"/>
                    <a:pt x="112786" y="5981"/>
                  </a:cubicBezTo>
                  <a:cubicBezTo>
                    <a:pt x="122811" y="1880"/>
                    <a:pt x="133291" y="-398"/>
                    <a:pt x="144227" y="57"/>
                  </a:cubicBezTo>
                  <a:cubicBezTo>
                    <a:pt x="191160" y="-854"/>
                    <a:pt x="219411" y="31954"/>
                    <a:pt x="219411" y="88456"/>
                  </a:cubicBezTo>
                  <a:lnTo>
                    <a:pt x="219411" y="94380"/>
                  </a:lnTo>
                  <a:lnTo>
                    <a:pt x="157441" y="98025"/>
                  </a:lnTo>
                  <a:lnTo>
                    <a:pt x="157441" y="81621"/>
                  </a:lnTo>
                  <a:cubicBezTo>
                    <a:pt x="157441" y="57016"/>
                    <a:pt x="143316" y="40156"/>
                    <a:pt x="123722" y="40156"/>
                  </a:cubicBezTo>
                  <a:cubicBezTo>
                    <a:pt x="116431" y="40156"/>
                    <a:pt x="109454" y="42577"/>
                    <a:pt x="103089" y="46969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38"/>
            <p:cNvSpPr/>
            <p:nvPr/>
          </p:nvSpPr>
          <p:spPr>
            <a:xfrm rot="8716038">
              <a:off x="3850391" y="-108586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38"/>
            <p:cNvSpPr/>
            <p:nvPr/>
          </p:nvSpPr>
          <p:spPr>
            <a:xfrm rot="7490631">
              <a:off x="4009112" y="180607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38"/>
            <p:cNvSpPr/>
            <p:nvPr/>
          </p:nvSpPr>
          <p:spPr>
            <a:xfrm rot="-8509467">
              <a:off x="4167728" y="129749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38"/>
            <p:cNvSpPr/>
            <p:nvPr/>
          </p:nvSpPr>
          <p:spPr>
            <a:xfrm rot="8717214">
              <a:off x="4487927" y="-10688"/>
              <a:ext cx="169696" cy="136209"/>
            </a:xfrm>
            <a:custGeom>
              <a:rect b="b" l="l" r="r" t="t"/>
              <a:pathLst>
                <a:path extrusionOk="0" h="89932" w="112042">
                  <a:moveTo>
                    <a:pt x="62355" y="89932"/>
                  </a:moveTo>
                  <a:lnTo>
                    <a:pt x="0" y="46710"/>
                  </a:lnTo>
                  <a:lnTo>
                    <a:pt x="14231" y="33321"/>
                  </a:lnTo>
                  <a:cubicBezTo>
                    <a:pt x="30353" y="14511"/>
                    <a:pt x="53462" y="2687"/>
                    <a:pt x="78722" y="0"/>
                  </a:cubicBezTo>
                  <a:cubicBezTo>
                    <a:pt x="104518" y="0"/>
                    <a:pt x="112042" y="22572"/>
                    <a:pt x="112042" y="39770"/>
                  </a:cubicBezTo>
                  <a:cubicBezTo>
                    <a:pt x="110429" y="58580"/>
                    <a:pt x="98068" y="74165"/>
                    <a:pt x="80872" y="81689"/>
                  </a:cubicBezTo>
                  <a:lnTo>
                    <a:pt x="81408" y="8168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38"/>
            <p:cNvSpPr/>
            <p:nvPr/>
          </p:nvSpPr>
          <p:spPr>
            <a:xfrm rot="8716038">
              <a:off x="3111582" y="3736264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38"/>
            <p:cNvSpPr/>
            <p:nvPr/>
          </p:nvSpPr>
          <p:spPr>
            <a:xfrm rot="8716038">
              <a:off x="3246897" y="3780528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38"/>
            <p:cNvSpPr/>
            <p:nvPr/>
          </p:nvSpPr>
          <p:spPr>
            <a:xfrm rot="8716038">
              <a:off x="3179005" y="3649922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38"/>
            <p:cNvSpPr/>
            <p:nvPr/>
          </p:nvSpPr>
          <p:spPr>
            <a:xfrm rot="8716038">
              <a:off x="2941702" y="3870255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38"/>
            <p:cNvSpPr/>
            <p:nvPr/>
          </p:nvSpPr>
          <p:spPr>
            <a:xfrm rot="8718291">
              <a:off x="2753306" y="3554614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38"/>
            <p:cNvSpPr/>
            <p:nvPr/>
          </p:nvSpPr>
          <p:spPr>
            <a:xfrm rot="8714800">
              <a:off x="2734811" y="3344792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38"/>
            <p:cNvSpPr/>
            <p:nvPr/>
          </p:nvSpPr>
          <p:spPr>
            <a:xfrm rot="8716038">
              <a:off x="3078194" y="3932260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38"/>
            <p:cNvSpPr/>
            <p:nvPr/>
          </p:nvSpPr>
          <p:spPr>
            <a:xfrm rot="8716038">
              <a:off x="3549146" y="3357648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38"/>
            <p:cNvSpPr/>
            <p:nvPr/>
          </p:nvSpPr>
          <p:spPr>
            <a:xfrm rot="8716038">
              <a:off x="3684461" y="3401912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38"/>
            <p:cNvSpPr/>
            <p:nvPr/>
          </p:nvSpPr>
          <p:spPr>
            <a:xfrm rot="8716038">
              <a:off x="3379266" y="349163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38"/>
            <p:cNvSpPr/>
            <p:nvPr/>
          </p:nvSpPr>
          <p:spPr>
            <a:xfrm rot="8718291">
              <a:off x="3190871" y="3175998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38"/>
            <p:cNvSpPr/>
            <p:nvPr/>
          </p:nvSpPr>
          <p:spPr>
            <a:xfrm rot="8716038">
              <a:off x="3515758" y="3553645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38"/>
            <p:cNvSpPr/>
            <p:nvPr/>
          </p:nvSpPr>
          <p:spPr>
            <a:xfrm rot="8711490">
              <a:off x="3150310" y="3327309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38"/>
            <p:cNvSpPr/>
            <p:nvPr/>
          </p:nvSpPr>
          <p:spPr>
            <a:xfrm rot="7490631">
              <a:off x="3674480" y="3842838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38"/>
            <p:cNvSpPr/>
            <p:nvPr/>
          </p:nvSpPr>
          <p:spPr>
            <a:xfrm rot="-8509467">
              <a:off x="3833096" y="3791979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38"/>
            <p:cNvSpPr/>
            <p:nvPr/>
          </p:nvSpPr>
          <p:spPr>
            <a:xfrm rot="8714477">
              <a:off x="4113623" y="3502407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38"/>
            <p:cNvSpPr/>
            <p:nvPr/>
          </p:nvSpPr>
          <p:spPr>
            <a:xfrm rot="8718291">
              <a:off x="4035583" y="3345535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38"/>
            <p:cNvSpPr/>
            <p:nvPr/>
          </p:nvSpPr>
          <p:spPr>
            <a:xfrm rot="8716038">
              <a:off x="3667540" y="3391418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38"/>
            <p:cNvSpPr/>
            <p:nvPr/>
          </p:nvSpPr>
          <p:spPr>
            <a:xfrm rot="8718291">
              <a:off x="3936000" y="3150257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38"/>
            <p:cNvSpPr/>
            <p:nvPr/>
          </p:nvSpPr>
          <p:spPr>
            <a:xfrm rot="8716038">
              <a:off x="3449355" y="4734747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38"/>
            <p:cNvSpPr/>
            <p:nvPr/>
          </p:nvSpPr>
          <p:spPr>
            <a:xfrm rot="8716661">
              <a:off x="3580650" y="4773629"/>
              <a:ext cx="394766" cy="383725"/>
            </a:xfrm>
            <a:custGeom>
              <a:rect b="b" l="l" r="r" t="t"/>
              <a:pathLst>
                <a:path extrusionOk="0" h="383455" w="394489">
                  <a:moveTo>
                    <a:pt x="77932" y="383455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111726"/>
                  </a:lnTo>
                  <a:lnTo>
                    <a:pt x="160692" y="111726"/>
                  </a:lnTo>
                  <a:cubicBezTo>
                    <a:pt x="182762" y="46208"/>
                    <a:pt x="200003" y="20690"/>
                    <a:pt x="233107" y="6897"/>
                  </a:cubicBezTo>
                  <a:lnTo>
                    <a:pt x="240854" y="5438"/>
                  </a:lnTo>
                  <a:lnTo>
                    <a:pt x="391511" y="109868"/>
                  </a:lnTo>
                  <a:lnTo>
                    <a:pt x="394489" y="131726"/>
                  </a:lnTo>
                  <a:lnTo>
                    <a:pt x="394489" y="140692"/>
                  </a:lnTo>
                  <a:lnTo>
                    <a:pt x="300695" y="146210"/>
                  </a:lnTo>
                  <a:lnTo>
                    <a:pt x="300695" y="121382"/>
                  </a:lnTo>
                  <a:cubicBezTo>
                    <a:pt x="300695" y="84140"/>
                    <a:pt x="279315" y="58621"/>
                    <a:pt x="249659" y="58622"/>
                  </a:cubicBezTo>
                  <a:cubicBezTo>
                    <a:pt x="205521" y="58622"/>
                    <a:pt x="168969" y="117244"/>
                    <a:pt x="168969" y="191038"/>
                  </a:cubicBezTo>
                  <a:lnTo>
                    <a:pt x="168969" y="321385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38"/>
            <p:cNvSpPr/>
            <p:nvPr/>
          </p:nvSpPr>
          <p:spPr>
            <a:xfrm rot="8716038">
              <a:off x="3516778" y="4648405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38"/>
            <p:cNvSpPr/>
            <p:nvPr/>
          </p:nvSpPr>
          <p:spPr>
            <a:xfrm rot="8716038">
              <a:off x="3279475" y="4868738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38"/>
            <p:cNvSpPr/>
            <p:nvPr/>
          </p:nvSpPr>
          <p:spPr>
            <a:xfrm rot="8718291">
              <a:off x="3091079" y="4553097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38"/>
            <p:cNvSpPr/>
            <p:nvPr/>
          </p:nvSpPr>
          <p:spPr>
            <a:xfrm rot="8714800">
              <a:off x="3072584" y="4343275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38"/>
            <p:cNvSpPr/>
            <p:nvPr/>
          </p:nvSpPr>
          <p:spPr>
            <a:xfrm rot="8716661">
              <a:off x="3388378" y="4958961"/>
              <a:ext cx="91099" cy="231056"/>
            </a:xfrm>
            <a:custGeom>
              <a:rect b="b" l="l" r="r" t="t"/>
              <a:pathLst>
                <a:path extrusionOk="0" h="230894" w="91035">
                  <a:moveTo>
                    <a:pt x="91035" y="230894"/>
                  </a:moveTo>
                  <a:lnTo>
                    <a:pt x="0" y="143306"/>
                  </a:lnTo>
                  <a:lnTo>
                    <a:pt x="0" y="0"/>
                  </a:lnTo>
                  <a:lnTo>
                    <a:pt x="91035" y="6310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38"/>
            <p:cNvSpPr/>
            <p:nvPr/>
          </p:nvSpPr>
          <p:spPr>
            <a:xfrm rot="8716038">
              <a:off x="3886919" y="4356131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38"/>
            <p:cNvSpPr/>
            <p:nvPr/>
          </p:nvSpPr>
          <p:spPr>
            <a:xfrm rot="8716038">
              <a:off x="4022234" y="4400395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38"/>
            <p:cNvSpPr/>
            <p:nvPr/>
          </p:nvSpPr>
          <p:spPr>
            <a:xfrm rot="8716038">
              <a:off x="3717039" y="449012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38"/>
            <p:cNvSpPr/>
            <p:nvPr/>
          </p:nvSpPr>
          <p:spPr>
            <a:xfrm rot="8718291">
              <a:off x="3528644" y="4174482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38"/>
            <p:cNvSpPr/>
            <p:nvPr/>
          </p:nvSpPr>
          <p:spPr>
            <a:xfrm rot="8716038">
              <a:off x="3853531" y="4552128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38"/>
            <p:cNvSpPr/>
            <p:nvPr/>
          </p:nvSpPr>
          <p:spPr>
            <a:xfrm rot="8711490">
              <a:off x="3488083" y="4325792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38"/>
            <p:cNvSpPr/>
            <p:nvPr/>
          </p:nvSpPr>
          <p:spPr>
            <a:xfrm rot="7483339">
              <a:off x="4016329" y="4837206"/>
              <a:ext cx="295374" cy="296671"/>
            </a:xfrm>
            <a:custGeom>
              <a:rect b="b" l="l" r="r" t="t"/>
              <a:pathLst>
                <a:path extrusionOk="0" h="296463" w="295167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237110" y="0"/>
                  </a:lnTo>
                  <a:lnTo>
                    <a:pt x="295167" y="83734"/>
                  </a:lnTo>
                  <a:lnTo>
                    <a:pt x="210466" y="8373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38"/>
            <p:cNvSpPr/>
            <p:nvPr/>
          </p:nvSpPr>
          <p:spPr>
            <a:xfrm rot="-8513943">
              <a:off x="4226005" y="4804750"/>
              <a:ext cx="412870" cy="314292"/>
            </a:xfrm>
            <a:custGeom>
              <a:rect b="b" l="l" r="r" t="t"/>
              <a:pathLst>
                <a:path extrusionOk="0" h="314062" w="412568">
                  <a:moveTo>
                    <a:pt x="412568" y="206915"/>
                  </a:moveTo>
                  <a:cubicBezTo>
                    <a:pt x="324041" y="282914"/>
                    <a:pt x="207954" y="309640"/>
                    <a:pt x="138636" y="313815"/>
                  </a:cubicBezTo>
                  <a:cubicBezTo>
                    <a:pt x="100219" y="316321"/>
                    <a:pt x="62637" y="299618"/>
                    <a:pt x="35911" y="272057"/>
                  </a:cubicBezTo>
                  <a:cubicBezTo>
                    <a:pt x="7516" y="244497"/>
                    <a:pt x="0" y="196893"/>
                    <a:pt x="0" y="128410"/>
                  </a:cubicBezTo>
                  <a:lnTo>
                    <a:pt x="0" y="88308"/>
                  </a:lnTo>
                  <a:lnTo>
                    <a:pt x="112395" y="0"/>
                  </a:lnTo>
                  <a:lnTo>
                    <a:pt x="112747" y="49070"/>
                  </a:lnTo>
                  <a:cubicBezTo>
                    <a:pt x="110241" y="95839"/>
                    <a:pt x="117756" y="143443"/>
                    <a:pt x="132789" y="187707"/>
                  </a:cubicBezTo>
                  <a:cubicBezTo>
                    <a:pt x="146153" y="224453"/>
                    <a:pt x="180394" y="242827"/>
                    <a:pt x="233008" y="242827"/>
                  </a:cubicBezTo>
                  <a:cubicBezTo>
                    <a:pt x="258899" y="241992"/>
                    <a:pt x="283953" y="236980"/>
                    <a:pt x="308172" y="229465"/>
                  </a:cubicBezTo>
                  <a:cubicBezTo>
                    <a:pt x="343249" y="218607"/>
                    <a:pt x="377491" y="204410"/>
                    <a:pt x="410898" y="187707"/>
                  </a:cubicBezTo>
                  <a:cubicBezTo>
                    <a:pt x="411732" y="191047"/>
                    <a:pt x="412568" y="195223"/>
                    <a:pt x="412568" y="19856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38"/>
            <p:cNvSpPr/>
            <p:nvPr/>
          </p:nvSpPr>
          <p:spPr>
            <a:xfrm rot="8714477">
              <a:off x="4451396" y="4500890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38"/>
            <p:cNvSpPr/>
            <p:nvPr/>
          </p:nvSpPr>
          <p:spPr>
            <a:xfrm rot="8718291">
              <a:off x="4373356" y="4344019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38"/>
            <p:cNvSpPr/>
            <p:nvPr/>
          </p:nvSpPr>
          <p:spPr>
            <a:xfrm rot="8716038">
              <a:off x="4005313" y="4389901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38"/>
            <p:cNvSpPr/>
            <p:nvPr/>
          </p:nvSpPr>
          <p:spPr>
            <a:xfrm rot="8718291">
              <a:off x="4273773" y="4148740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38"/>
            <p:cNvSpPr/>
            <p:nvPr/>
          </p:nvSpPr>
          <p:spPr>
            <a:xfrm rot="8716038">
              <a:off x="2776305" y="2735851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38"/>
            <p:cNvSpPr/>
            <p:nvPr/>
          </p:nvSpPr>
          <p:spPr>
            <a:xfrm rot="8716038">
              <a:off x="2911620" y="2780115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38"/>
            <p:cNvSpPr/>
            <p:nvPr/>
          </p:nvSpPr>
          <p:spPr>
            <a:xfrm rot="8716038">
              <a:off x="2843728" y="2649509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38"/>
            <p:cNvSpPr/>
            <p:nvPr/>
          </p:nvSpPr>
          <p:spPr>
            <a:xfrm rot="8716038">
              <a:off x="2606425" y="286984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38"/>
            <p:cNvSpPr/>
            <p:nvPr/>
          </p:nvSpPr>
          <p:spPr>
            <a:xfrm rot="8718291">
              <a:off x="2418029" y="2554201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38"/>
            <p:cNvSpPr/>
            <p:nvPr/>
          </p:nvSpPr>
          <p:spPr>
            <a:xfrm rot="8714800">
              <a:off x="2399534" y="2344379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3" name="Google Shape;1753;p38"/>
            <p:cNvSpPr/>
            <p:nvPr/>
          </p:nvSpPr>
          <p:spPr>
            <a:xfrm rot="8716038">
              <a:off x="2742916" y="2931847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4" name="Google Shape;1754;p38"/>
            <p:cNvSpPr/>
            <p:nvPr/>
          </p:nvSpPr>
          <p:spPr>
            <a:xfrm rot="8716038">
              <a:off x="3213869" y="2357235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5" name="Google Shape;1755;p38"/>
            <p:cNvSpPr/>
            <p:nvPr/>
          </p:nvSpPr>
          <p:spPr>
            <a:xfrm rot="8716038">
              <a:off x="3349184" y="2401499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6" name="Google Shape;1756;p38"/>
            <p:cNvSpPr/>
            <p:nvPr/>
          </p:nvSpPr>
          <p:spPr>
            <a:xfrm rot="8716038">
              <a:off x="3043989" y="249122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7" name="Google Shape;1757;p38"/>
            <p:cNvSpPr/>
            <p:nvPr/>
          </p:nvSpPr>
          <p:spPr>
            <a:xfrm rot="8718291">
              <a:off x="2855594" y="2175586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8" name="Google Shape;1758;p38"/>
            <p:cNvSpPr/>
            <p:nvPr/>
          </p:nvSpPr>
          <p:spPr>
            <a:xfrm rot="8716038">
              <a:off x="3180481" y="2553232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9" name="Google Shape;1759;p38"/>
            <p:cNvSpPr/>
            <p:nvPr/>
          </p:nvSpPr>
          <p:spPr>
            <a:xfrm rot="8711490">
              <a:off x="2815033" y="2326896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0" name="Google Shape;1760;p38"/>
            <p:cNvSpPr/>
            <p:nvPr/>
          </p:nvSpPr>
          <p:spPr>
            <a:xfrm rot="7490631">
              <a:off x="3339203" y="2842425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1" name="Google Shape;1761;p38"/>
            <p:cNvSpPr/>
            <p:nvPr/>
          </p:nvSpPr>
          <p:spPr>
            <a:xfrm rot="-8509467">
              <a:off x="3497819" y="2791567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2" name="Google Shape;1762;p38"/>
            <p:cNvSpPr/>
            <p:nvPr/>
          </p:nvSpPr>
          <p:spPr>
            <a:xfrm rot="8714477">
              <a:off x="3778346" y="2501994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3" name="Google Shape;1763;p38"/>
            <p:cNvSpPr/>
            <p:nvPr/>
          </p:nvSpPr>
          <p:spPr>
            <a:xfrm rot="8718291">
              <a:off x="3700305" y="2345123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4" name="Google Shape;1764;p38"/>
            <p:cNvSpPr/>
            <p:nvPr/>
          </p:nvSpPr>
          <p:spPr>
            <a:xfrm rot="8716038">
              <a:off x="3332263" y="2391005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5" name="Google Shape;1765;p38"/>
            <p:cNvSpPr/>
            <p:nvPr/>
          </p:nvSpPr>
          <p:spPr>
            <a:xfrm rot="8718291">
              <a:off x="3600723" y="2149844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6" name="Google Shape;1766;p38"/>
            <p:cNvSpPr/>
            <p:nvPr/>
          </p:nvSpPr>
          <p:spPr>
            <a:xfrm rot="8716038">
              <a:off x="2438532" y="1737368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7" name="Google Shape;1767;p38"/>
            <p:cNvSpPr/>
            <p:nvPr/>
          </p:nvSpPr>
          <p:spPr>
            <a:xfrm rot="8716038">
              <a:off x="2573847" y="1781632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8" name="Google Shape;1768;p38"/>
            <p:cNvSpPr/>
            <p:nvPr/>
          </p:nvSpPr>
          <p:spPr>
            <a:xfrm rot="8716038">
              <a:off x="2505955" y="1651026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9" name="Google Shape;1769;p38"/>
            <p:cNvSpPr/>
            <p:nvPr/>
          </p:nvSpPr>
          <p:spPr>
            <a:xfrm rot="8716038">
              <a:off x="2268652" y="187135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0" name="Google Shape;1770;p38"/>
            <p:cNvSpPr/>
            <p:nvPr/>
          </p:nvSpPr>
          <p:spPr>
            <a:xfrm rot="8718291">
              <a:off x="2080256" y="1555718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1" name="Google Shape;1771;p38"/>
            <p:cNvSpPr/>
            <p:nvPr/>
          </p:nvSpPr>
          <p:spPr>
            <a:xfrm rot="8714800">
              <a:off x="2061761" y="1345896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2" name="Google Shape;1772;p38"/>
            <p:cNvSpPr/>
            <p:nvPr/>
          </p:nvSpPr>
          <p:spPr>
            <a:xfrm rot="8716038">
              <a:off x="2405143" y="1933364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3" name="Google Shape;1773;p38"/>
            <p:cNvSpPr/>
            <p:nvPr/>
          </p:nvSpPr>
          <p:spPr>
            <a:xfrm rot="8716038">
              <a:off x="2876096" y="1358752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4" name="Google Shape;1774;p38"/>
            <p:cNvSpPr/>
            <p:nvPr/>
          </p:nvSpPr>
          <p:spPr>
            <a:xfrm rot="8716038">
              <a:off x="3011411" y="1403016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5" name="Google Shape;1775;p38"/>
            <p:cNvSpPr/>
            <p:nvPr/>
          </p:nvSpPr>
          <p:spPr>
            <a:xfrm rot="8716038">
              <a:off x="2706216" y="1492743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6" name="Google Shape;1776;p38"/>
            <p:cNvSpPr/>
            <p:nvPr/>
          </p:nvSpPr>
          <p:spPr>
            <a:xfrm rot="8718291">
              <a:off x="2517821" y="1177102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7" name="Google Shape;1777;p38"/>
            <p:cNvSpPr/>
            <p:nvPr/>
          </p:nvSpPr>
          <p:spPr>
            <a:xfrm rot="8716038">
              <a:off x="2842708" y="1554749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8" name="Google Shape;1778;p38"/>
            <p:cNvSpPr/>
            <p:nvPr/>
          </p:nvSpPr>
          <p:spPr>
            <a:xfrm rot="8711490">
              <a:off x="2477260" y="1328413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9" name="Google Shape;1779;p38"/>
            <p:cNvSpPr/>
            <p:nvPr/>
          </p:nvSpPr>
          <p:spPr>
            <a:xfrm rot="7490631">
              <a:off x="3001430" y="1843942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0" name="Google Shape;1780;p38"/>
            <p:cNvSpPr/>
            <p:nvPr/>
          </p:nvSpPr>
          <p:spPr>
            <a:xfrm rot="-8509467">
              <a:off x="3160046" y="1793084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1" name="Google Shape;1781;p38"/>
            <p:cNvSpPr/>
            <p:nvPr/>
          </p:nvSpPr>
          <p:spPr>
            <a:xfrm rot="8714477">
              <a:off x="3440573" y="1503511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2" name="Google Shape;1782;p38"/>
            <p:cNvSpPr/>
            <p:nvPr/>
          </p:nvSpPr>
          <p:spPr>
            <a:xfrm rot="8718291">
              <a:off x="3362532" y="1346639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3" name="Google Shape;1783;p38"/>
            <p:cNvSpPr/>
            <p:nvPr/>
          </p:nvSpPr>
          <p:spPr>
            <a:xfrm rot="8716038">
              <a:off x="2994490" y="139252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4" name="Google Shape;1784;p38"/>
            <p:cNvSpPr/>
            <p:nvPr/>
          </p:nvSpPr>
          <p:spPr>
            <a:xfrm rot="8718291">
              <a:off x="3262950" y="1151361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5" name="Google Shape;1785;p38"/>
            <p:cNvSpPr/>
            <p:nvPr/>
          </p:nvSpPr>
          <p:spPr>
            <a:xfrm rot="8716038">
              <a:off x="2107158" y="735314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6" name="Google Shape;1786;p38"/>
            <p:cNvSpPr/>
            <p:nvPr/>
          </p:nvSpPr>
          <p:spPr>
            <a:xfrm rot="8716038">
              <a:off x="2242473" y="779578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7" name="Google Shape;1787;p38"/>
            <p:cNvSpPr/>
            <p:nvPr/>
          </p:nvSpPr>
          <p:spPr>
            <a:xfrm rot="8716038">
              <a:off x="2174582" y="648973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8" name="Google Shape;1788;p38"/>
            <p:cNvSpPr/>
            <p:nvPr/>
          </p:nvSpPr>
          <p:spPr>
            <a:xfrm rot="8716038">
              <a:off x="1937278" y="869305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9" name="Google Shape;1789;p38"/>
            <p:cNvSpPr/>
            <p:nvPr/>
          </p:nvSpPr>
          <p:spPr>
            <a:xfrm rot="8718291">
              <a:off x="1748882" y="553665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0" name="Google Shape;1790;p38"/>
            <p:cNvSpPr/>
            <p:nvPr/>
          </p:nvSpPr>
          <p:spPr>
            <a:xfrm rot="8714800">
              <a:off x="1730387" y="343842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1" name="Google Shape;1791;p38"/>
            <p:cNvSpPr/>
            <p:nvPr/>
          </p:nvSpPr>
          <p:spPr>
            <a:xfrm rot="8716038">
              <a:off x="2073770" y="931310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2" name="Google Shape;1792;p38"/>
            <p:cNvSpPr/>
            <p:nvPr/>
          </p:nvSpPr>
          <p:spPr>
            <a:xfrm rot="8716038">
              <a:off x="2544722" y="356698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3" name="Google Shape;1793;p38"/>
            <p:cNvSpPr/>
            <p:nvPr/>
          </p:nvSpPr>
          <p:spPr>
            <a:xfrm rot="8716038">
              <a:off x="2680037" y="400962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4" name="Google Shape;1794;p38"/>
            <p:cNvSpPr/>
            <p:nvPr/>
          </p:nvSpPr>
          <p:spPr>
            <a:xfrm rot="8716038">
              <a:off x="2374842" y="49069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5" name="Google Shape;1795;p38"/>
            <p:cNvSpPr/>
            <p:nvPr/>
          </p:nvSpPr>
          <p:spPr>
            <a:xfrm rot="8718291">
              <a:off x="2186448" y="175049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6" name="Google Shape;1796;p38"/>
            <p:cNvSpPr/>
            <p:nvPr/>
          </p:nvSpPr>
          <p:spPr>
            <a:xfrm rot="8716038">
              <a:off x="2511335" y="552695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7" name="Google Shape;1797;p38"/>
            <p:cNvSpPr/>
            <p:nvPr/>
          </p:nvSpPr>
          <p:spPr>
            <a:xfrm rot="8711490">
              <a:off x="2145886" y="326359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8" name="Google Shape;1798;p38"/>
            <p:cNvSpPr/>
            <p:nvPr/>
          </p:nvSpPr>
          <p:spPr>
            <a:xfrm rot="7490631">
              <a:off x="2670056" y="841888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9" name="Google Shape;1799;p38"/>
            <p:cNvSpPr/>
            <p:nvPr/>
          </p:nvSpPr>
          <p:spPr>
            <a:xfrm rot="-8509467">
              <a:off x="2828672" y="791030"/>
              <a:ext cx="409658" cy="493261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0" name="Google Shape;1800;p38"/>
            <p:cNvSpPr/>
            <p:nvPr/>
          </p:nvSpPr>
          <p:spPr>
            <a:xfrm rot="8714477">
              <a:off x="3109199" y="501457"/>
              <a:ext cx="333930" cy="24433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1" name="Google Shape;1801;p38"/>
            <p:cNvSpPr/>
            <p:nvPr/>
          </p:nvSpPr>
          <p:spPr>
            <a:xfrm rot="8718291">
              <a:off x="3031159" y="344586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2" name="Google Shape;1802;p38"/>
            <p:cNvSpPr/>
            <p:nvPr/>
          </p:nvSpPr>
          <p:spPr>
            <a:xfrm rot="8716038">
              <a:off x="2663116" y="39046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3" name="Google Shape;1803;p38"/>
            <p:cNvSpPr/>
            <p:nvPr/>
          </p:nvSpPr>
          <p:spPr>
            <a:xfrm rot="8718291">
              <a:off x="2931577" y="149307"/>
              <a:ext cx="167170" cy="16717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4" name="Google Shape;1804;p38"/>
            <p:cNvSpPr/>
            <p:nvPr/>
          </p:nvSpPr>
          <p:spPr>
            <a:xfrm rot="8717214">
              <a:off x="1834625" y="-57759"/>
              <a:ext cx="186691" cy="129408"/>
            </a:xfrm>
            <a:custGeom>
              <a:rect b="b" l="l" r="r" t="t"/>
              <a:pathLst>
                <a:path extrusionOk="0" h="85442" w="123263">
                  <a:moveTo>
                    <a:pt x="123263" y="85442"/>
                  </a:moveTo>
                  <a:lnTo>
                    <a:pt x="0" y="0"/>
                  </a:lnTo>
                  <a:lnTo>
                    <a:pt x="66305" y="0"/>
                  </a:lnTo>
                  <a:cubicBezTo>
                    <a:pt x="103214" y="0"/>
                    <a:pt x="123263" y="15948"/>
                    <a:pt x="123263" y="501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5" name="Google Shape;1805;p38"/>
            <p:cNvSpPr/>
            <p:nvPr/>
          </p:nvSpPr>
          <p:spPr>
            <a:xfrm rot="8717214">
              <a:off x="1969662" y="-13864"/>
              <a:ext cx="394757" cy="148466"/>
            </a:xfrm>
            <a:custGeom>
              <a:rect b="b" l="l" r="r" t="t"/>
              <a:pathLst>
                <a:path extrusionOk="0" h="98025" w="260639">
                  <a:moveTo>
                    <a:pt x="104802" y="74264"/>
                  </a:moveTo>
                  <a:lnTo>
                    <a:pt x="0" y="1618"/>
                  </a:lnTo>
                  <a:lnTo>
                    <a:pt x="0" y="1425"/>
                  </a:lnTo>
                  <a:lnTo>
                    <a:pt x="104803" y="1425"/>
                  </a:lnTo>
                  <a:close/>
                  <a:moveTo>
                    <a:pt x="122123" y="86270"/>
                  </a:moveTo>
                  <a:lnTo>
                    <a:pt x="106178" y="75218"/>
                  </a:lnTo>
                  <a:lnTo>
                    <a:pt x="116721" y="47439"/>
                  </a:lnTo>
                  <a:cubicBezTo>
                    <a:pt x="127102" y="24008"/>
                    <a:pt x="137610" y="12816"/>
                    <a:pt x="154014" y="5981"/>
                  </a:cubicBezTo>
                  <a:cubicBezTo>
                    <a:pt x="164038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50369" y="40156"/>
                    <a:pt x="137041" y="49839"/>
                    <a:pt x="127358" y="65616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6" name="Google Shape;1806;p38"/>
            <p:cNvSpPr/>
            <p:nvPr/>
          </p:nvSpPr>
          <p:spPr>
            <a:xfrm rot="8716038">
              <a:off x="1736749" y="-72797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7" name="Google Shape;1807;p38"/>
            <p:cNvSpPr/>
            <p:nvPr/>
          </p:nvSpPr>
          <p:spPr>
            <a:xfrm rot="7482786">
              <a:off x="2399768" y="-21230"/>
              <a:ext cx="233402" cy="158187"/>
            </a:xfrm>
            <a:custGeom>
              <a:rect b="b" l="l" r="r" t="t"/>
              <a:pathLst>
                <a:path extrusionOk="0" h="104443" w="154104">
                  <a:moveTo>
                    <a:pt x="72416" y="104443"/>
                  </a:moveTo>
                  <a:lnTo>
                    <a:pt x="0" y="0"/>
                  </a:lnTo>
                  <a:lnTo>
                    <a:pt x="154104" y="0"/>
                  </a:lnTo>
                  <a:lnTo>
                    <a:pt x="154104" y="55323"/>
                  </a:lnTo>
                  <a:lnTo>
                    <a:pt x="89312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8" name="Google Shape;1808;p38"/>
            <p:cNvSpPr/>
            <p:nvPr/>
          </p:nvSpPr>
          <p:spPr>
            <a:xfrm rot="-8510566">
              <a:off x="2721870" y="-65457"/>
              <a:ext cx="128282" cy="425303"/>
            </a:xfrm>
            <a:custGeom>
              <a:rect b="b" l="l" r="r" t="t"/>
              <a:pathLst>
                <a:path extrusionOk="0" h="281028" w="84765">
                  <a:moveTo>
                    <a:pt x="84765" y="225012"/>
                  </a:moveTo>
                  <a:lnTo>
                    <a:pt x="13471" y="281028"/>
                  </a:lnTo>
                  <a:lnTo>
                    <a:pt x="4828" y="263963"/>
                  </a:lnTo>
                  <a:cubicBezTo>
                    <a:pt x="1241" y="248168"/>
                    <a:pt x="0" y="228993"/>
                    <a:pt x="0" y="206370"/>
                  </a:cubicBez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9" name="Google Shape;1809;p38"/>
            <p:cNvSpPr/>
            <p:nvPr/>
          </p:nvSpPr>
          <p:spPr>
            <a:xfrm rot="8717214">
              <a:off x="5604572" y="3024273"/>
              <a:ext cx="274642" cy="132253"/>
            </a:xfrm>
            <a:custGeom>
              <a:rect b="b" l="l" r="r" t="t"/>
              <a:pathLst>
                <a:path extrusionOk="0" h="87320" w="181333">
                  <a:moveTo>
                    <a:pt x="0" y="87320"/>
                  </a:moveTo>
                  <a:lnTo>
                    <a:pt x="42309" y="36168"/>
                  </a:lnTo>
                  <a:lnTo>
                    <a:pt x="54839" y="38831"/>
                  </a:lnTo>
                  <a:cubicBezTo>
                    <a:pt x="73078" y="38242"/>
                    <a:pt x="90728" y="34712"/>
                    <a:pt x="107790" y="29417"/>
                  </a:cubicBezTo>
                  <a:cubicBezTo>
                    <a:pt x="132500" y="21768"/>
                    <a:pt x="156623" y="11767"/>
                    <a:pt x="180157" y="0"/>
                  </a:cubicBezTo>
                  <a:cubicBezTo>
                    <a:pt x="180745" y="2353"/>
                    <a:pt x="181333" y="5295"/>
                    <a:pt x="181333" y="7648"/>
                  </a:cubicBezTo>
                  <a:lnTo>
                    <a:pt x="181333" y="13532"/>
                  </a:lnTo>
                  <a:cubicBezTo>
                    <a:pt x="134560" y="53687"/>
                    <a:pt x="76865" y="74315"/>
                    <a:pt x="30340" y="83361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0" name="Google Shape;1810;p38"/>
            <p:cNvSpPr/>
            <p:nvPr/>
          </p:nvSpPr>
          <p:spPr>
            <a:xfrm rot="8717214">
              <a:off x="5742697" y="2375238"/>
              <a:ext cx="92480" cy="296479"/>
            </a:xfrm>
            <a:custGeom>
              <a:rect b="b" l="l" r="r" t="t"/>
              <a:pathLst>
                <a:path extrusionOk="0" h="195751" w="61060">
                  <a:moveTo>
                    <a:pt x="0" y="195751"/>
                  </a:moveTo>
                  <a:lnTo>
                    <a:pt x="0" y="67520"/>
                  </a:lnTo>
                  <a:lnTo>
                    <a:pt x="55847" y="0"/>
                  </a:lnTo>
                  <a:lnTo>
                    <a:pt x="61059" y="13486"/>
                  </a:lnTo>
                  <a:lnTo>
                    <a:pt x="61060" y="171601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1" name="Google Shape;1811;p38"/>
            <p:cNvSpPr/>
            <p:nvPr/>
          </p:nvSpPr>
          <p:spPr>
            <a:xfrm rot="8716038">
              <a:off x="5579041" y="2469159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2" name="Google Shape;1812;p38"/>
            <p:cNvSpPr/>
            <p:nvPr/>
          </p:nvSpPr>
          <p:spPr>
            <a:xfrm rot="8718291">
              <a:off x="5390645" y="2153518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3" name="Google Shape;1813;p38"/>
            <p:cNvSpPr/>
            <p:nvPr/>
          </p:nvSpPr>
          <p:spPr>
            <a:xfrm rot="8714800">
              <a:off x="5372150" y="1943695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4" name="Google Shape;1814;p38"/>
            <p:cNvSpPr/>
            <p:nvPr/>
          </p:nvSpPr>
          <p:spPr>
            <a:xfrm rot="8717214">
              <a:off x="5716673" y="2550318"/>
              <a:ext cx="91097" cy="331955"/>
            </a:xfrm>
            <a:custGeom>
              <a:rect b="b" l="l" r="r" t="t"/>
              <a:pathLst>
                <a:path extrusionOk="0" h="219174" w="60147">
                  <a:moveTo>
                    <a:pt x="60147" y="219174"/>
                  </a:moveTo>
                  <a:lnTo>
                    <a:pt x="0" y="161304"/>
                  </a:lnTo>
                  <a:lnTo>
                    <a:pt x="0" y="68045"/>
                  </a:lnTo>
                  <a:lnTo>
                    <a:pt x="56210" y="87"/>
                  </a:lnTo>
                  <a:lnTo>
                    <a:pt x="60147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5" name="Google Shape;1815;p38"/>
            <p:cNvSpPr/>
            <p:nvPr/>
          </p:nvSpPr>
          <p:spPr>
            <a:xfrm rot="8711490">
              <a:off x="5787649" y="1926212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6" name="Google Shape;1816;p38"/>
            <p:cNvSpPr/>
            <p:nvPr/>
          </p:nvSpPr>
          <p:spPr>
            <a:xfrm rot="8716038">
              <a:off x="5411148" y="1336684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7" name="Google Shape;1817;p38"/>
            <p:cNvSpPr/>
            <p:nvPr/>
          </p:nvSpPr>
          <p:spPr>
            <a:xfrm rot="8717214">
              <a:off x="5547355" y="1388914"/>
              <a:ext cx="347031" cy="385874"/>
            </a:xfrm>
            <a:custGeom>
              <a:rect b="b" l="l" r="r" t="t"/>
              <a:pathLst>
                <a:path extrusionOk="0" h="254774" w="229128">
                  <a:moveTo>
                    <a:pt x="19979" y="254774"/>
                  </a:moveTo>
                  <a:lnTo>
                    <a:pt x="19979" y="45624"/>
                  </a:lnTo>
                  <a:lnTo>
                    <a:pt x="0" y="45624"/>
                  </a:lnTo>
                  <a:lnTo>
                    <a:pt x="36558" y="1425"/>
                  </a:lnTo>
                  <a:lnTo>
                    <a:pt x="73292" y="1425"/>
                  </a:lnTo>
                  <a:lnTo>
                    <a:pt x="73292" y="75242"/>
                  </a:lnTo>
                  <a:lnTo>
                    <a:pt x="74658" y="75242"/>
                  </a:lnTo>
                  <a:cubicBezTo>
                    <a:pt x="89240" y="31954"/>
                    <a:pt x="100631" y="15094"/>
                    <a:pt x="122503" y="5981"/>
                  </a:cubicBezTo>
                  <a:cubicBezTo>
                    <a:pt x="132528" y="1880"/>
                    <a:pt x="143008" y="-398"/>
                    <a:pt x="153944" y="57"/>
                  </a:cubicBezTo>
                  <a:cubicBezTo>
                    <a:pt x="200877" y="-854"/>
                    <a:pt x="229128" y="31954"/>
                    <a:pt x="229128" y="88456"/>
                  </a:cubicBezTo>
                  <a:lnTo>
                    <a:pt x="229128" y="94380"/>
                  </a:lnTo>
                  <a:lnTo>
                    <a:pt x="167158" y="98025"/>
                  </a:lnTo>
                  <a:lnTo>
                    <a:pt x="167158" y="81621"/>
                  </a:lnTo>
                  <a:cubicBezTo>
                    <a:pt x="167158" y="57016"/>
                    <a:pt x="153033" y="40156"/>
                    <a:pt x="133439" y="40156"/>
                  </a:cubicBezTo>
                  <a:cubicBezTo>
                    <a:pt x="104277" y="40156"/>
                    <a:pt x="80127" y="78887"/>
                    <a:pt x="80127" y="127643"/>
                  </a:cubicBezTo>
                  <a:lnTo>
                    <a:pt x="80127" y="21376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8" name="Google Shape;1818;p38"/>
            <p:cNvSpPr/>
            <p:nvPr/>
          </p:nvSpPr>
          <p:spPr>
            <a:xfrm rot="8716038">
              <a:off x="5478572" y="1250343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9" name="Google Shape;1819;p38"/>
            <p:cNvSpPr/>
            <p:nvPr/>
          </p:nvSpPr>
          <p:spPr>
            <a:xfrm rot="8716038">
              <a:off x="5241268" y="147067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0" name="Google Shape;1820;p38"/>
            <p:cNvSpPr/>
            <p:nvPr/>
          </p:nvSpPr>
          <p:spPr>
            <a:xfrm rot="8718291">
              <a:off x="5052872" y="1155035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1" name="Google Shape;1821;p38"/>
            <p:cNvSpPr/>
            <p:nvPr/>
          </p:nvSpPr>
          <p:spPr>
            <a:xfrm rot="8714800">
              <a:off x="5034377" y="945212"/>
              <a:ext cx="435985" cy="524962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2" name="Google Shape;1822;p38"/>
            <p:cNvSpPr/>
            <p:nvPr/>
          </p:nvSpPr>
          <p:spPr>
            <a:xfrm rot="8716038">
              <a:off x="5377760" y="1532680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3" name="Google Shape;1823;p38"/>
            <p:cNvSpPr/>
            <p:nvPr/>
          </p:nvSpPr>
          <p:spPr>
            <a:xfrm rot="8717214">
              <a:off x="5847782" y="996468"/>
              <a:ext cx="92480" cy="315086"/>
            </a:xfrm>
            <a:custGeom>
              <a:rect b="b" l="l" r="r" t="t"/>
              <a:pathLst>
                <a:path extrusionOk="0" h="208036" w="61060">
                  <a:moveTo>
                    <a:pt x="0" y="208036"/>
                  </a:moveTo>
                  <a:lnTo>
                    <a:pt x="1" y="61780"/>
                  </a:lnTo>
                  <a:lnTo>
                    <a:pt x="51100" y="0"/>
                  </a:lnTo>
                  <a:lnTo>
                    <a:pt x="61059" y="25771"/>
                  </a:lnTo>
                  <a:lnTo>
                    <a:pt x="61060" y="183886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4" name="Google Shape;1824;p38"/>
            <p:cNvSpPr/>
            <p:nvPr/>
          </p:nvSpPr>
          <p:spPr>
            <a:xfrm rot="8716038">
              <a:off x="5678832" y="1092060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5" name="Google Shape;1825;p38"/>
            <p:cNvSpPr/>
            <p:nvPr/>
          </p:nvSpPr>
          <p:spPr>
            <a:xfrm rot="8718291">
              <a:off x="5490438" y="776419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38"/>
            <p:cNvSpPr/>
            <p:nvPr/>
          </p:nvSpPr>
          <p:spPr>
            <a:xfrm rot="8717214">
              <a:off x="5816463" y="1173220"/>
              <a:ext cx="91099" cy="331957"/>
            </a:xfrm>
            <a:custGeom>
              <a:rect b="b" l="l" r="r" t="t"/>
              <a:pathLst>
                <a:path extrusionOk="0" h="219175" w="60148">
                  <a:moveTo>
                    <a:pt x="60148" y="219175"/>
                  </a:moveTo>
                  <a:lnTo>
                    <a:pt x="0" y="161305"/>
                  </a:lnTo>
                  <a:lnTo>
                    <a:pt x="0" y="50021"/>
                  </a:lnTo>
                  <a:lnTo>
                    <a:pt x="41025" y="421"/>
                  </a:lnTo>
                  <a:lnTo>
                    <a:pt x="60147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38"/>
            <p:cNvSpPr/>
            <p:nvPr/>
          </p:nvSpPr>
          <p:spPr>
            <a:xfrm rot="8711490">
              <a:off x="5449876" y="927729"/>
              <a:ext cx="109627" cy="10962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38"/>
            <p:cNvSpPr/>
            <p:nvPr/>
          </p:nvSpPr>
          <p:spPr>
            <a:xfrm rot="8717214">
              <a:off x="5954679" y="1002538"/>
              <a:ext cx="48524" cy="55071"/>
            </a:xfrm>
            <a:custGeom>
              <a:rect b="b" l="l" r="r" t="t"/>
              <a:pathLst>
                <a:path extrusionOk="0" h="36361" w="32038">
                  <a:moveTo>
                    <a:pt x="0" y="35166"/>
                  </a:moveTo>
                  <a:lnTo>
                    <a:pt x="29086" y="0"/>
                  </a:lnTo>
                  <a:lnTo>
                    <a:pt x="32038" y="7028"/>
                  </a:lnTo>
                  <a:cubicBezTo>
                    <a:pt x="32039" y="14489"/>
                    <a:pt x="29191" y="22008"/>
                    <a:pt x="23495" y="27704"/>
                  </a:cubicBezTo>
                  <a:cubicBezTo>
                    <a:pt x="18027" y="33172"/>
                    <a:pt x="10736" y="36361"/>
                    <a:pt x="2990" y="36361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38"/>
            <p:cNvSpPr/>
            <p:nvPr/>
          </p:nvSpPr>
          <p:spPr>
            <a:xfrm rot="8716038">
              <a:off x="5079775" y="334631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38"/>
            <p:cNvSpPr/>
            <p:nvPr/>
          </p:nvSpPr>
          <p:spPr>
            <a:xfrm rot="8716038">
              <a:off x="5215089" y="378895"/>
              <a:ext cx="393080" cy="37928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38"/>
            <p:cNvSpPr/>
            <p:nvPr/>
          </p:nvSpPr>
          <p:spPr>
            <a:xfrm rot="8716038">
              <a:off x="5147198" y="248289"/>
              <a:ext cx="282742" cy="206884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38"/>
            <p:cNvSpPr/>
            <p:nvPr/>
          </p:nvSpPr>
          <p:spPr>
            <a:xfrm rot="8716038">
              <a:off x="4909895" y="468622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38"/>
            <p:cNvSpPr/>
            <p:nvPr/>
          </p:nvSpPr>
          <p:spPr>
            <a:xfrm rot="8718291">
              <a:off x="4721498" y="152981"/>
              <a:ext cx="301207" cy="293677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38"/>
            <p:cNvSpPr/>
            <p:nvPr/>
          </p:nvSpPr>
          <p:spPr>
            <a:xfrm rot="8717214">
              <a:off x="4701670" y="-48065"/>
              <a:ext cx="440200" cy="516392"/>
            </a:xfrm>
            <a:custGeom>
              <a:rect b="b" l="l" r="r" t="t"/>
              <a:pathLst>
                <a:path extrusionOk="0" h="340949" w="290643">
                  <a:moveTo>
                    <a:pt x="155476" y="340949"/>
                  </a:moveTo>
                  <a:lnTo>
                    <a:pt x="1169" y="233989"/>
                  </a:lnTo>
                  <a:lnTo>
                    <a:pt x="0" y="220042"/>
                  </a:ln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9" y="300646"/>
                  </a:cubicBezTo>
                  <a:cubicBezTo>
                    <a:pt x="182388" y="300057"/>
                    <a:pt x="200038" y="296527"/>
                    <a:pt x="217100" y="291232"/>
                  </a:cubicBezTo>
                  <a:cubicBezTo>
                    <a:pt x="241810" y="283584"/>
                    <a:pt x="265933" y="273582"/>
                    <a:pt x="289467" y="261815"/>
                  </a:cubicBezTo>
                  <a:cubicBezTo>
                    <a:pt x="290055" y="264168"/>
                    <a:pt x="290643" y="267110"/>
                    <a:pt x="290643" y="269463"/>
                  </a:cubicBezTo>
                  <a:lnTo>
                    <a:pt x="290643" y="275347"/>
                  </a:lnTo>
                  <a:cubicBezTo>
                    <a:pt x="259461" y="302117"/>
                    <a:pt x="223425" y="320208"/>
                    <a:pt x="189080" y="3319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38"/>
            <p:cNvSpPr/>
            <p:nvPr/>
          </p:nvSpPr>
          <p:spPr>
            <a:xfrm rot="8716038">
              <a:off x="5046386" y="530627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38"/>
            <p:cNvSpPr/>
            <p:nvPr/>
          </p:nvSpPr>
          <p:spPr>
            <a:xfrm rot="8716038">
              <a:off x="5517338" y="-43985"/>
              <a:ext cx="213780" cy="35170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38"/>
            <p:cNvSpPr/>
            <p:nvPr/>
          </p:nvSpPr>
          <p:spPr>
            <a:xfrm rot="8717214">
              <a:off x="5660084" y="29199"/>
              <a:ext cx="361725" cy="358281"/>
            </a:xfrm>
            <a:custGeom>
              <a:rect b="b" l="l" r="r" t="t"/>
              <a:pathLst>
                <a:path extrusionOk="0" h="236556" w="238830">
                  <a:moveTo>
                    <a:pt x="56401" y="236556"/>
                  </a:moveTo>
                  <a:lnTo>
                    <a:pt x="29681" y="218034"/>
                  </a:lnTo>
                  <a:lnTo>
                    <a:pt x="29681" y="45624"/>
                  </a:lnTo>
                  <a:lnTo>
                    <a:pt x="0" y="45624"/>
                  </a:lnTo>
                  <a:lnTo>
                    <a:pt x="36558" y="1425"/>
                  </a:lnTo>
                  <a:lnTo>
                    <a:pt x="82994" y="1425"/>
                  </a:lnTo>
                  <a:lnTo>
                    <a:pt x="82994" y="75242"/>
                  </a:lnTo>
                  <a:lnTo>
                    <a:pt x="84360" y="75242"/>
                  </a:lnTo>
                  <a:cubicBezTo>
                    <a:pt x="98942" y="31954"/>
                    <a:pt x="110333" y="15095"/>
                    <a:pt x="132205" y="5981"/>
                  </a:cubicBezTo>
                  <a:cubicBezTo>
                    <a:pt x="142230" y="1880"/>
                    <a:pt x="152710" y="-398"/>
                    <a:pt x="163646" y="57"/>
                  </a:cubicBezTo>
                  <a:cubicBezTo>
                    <a:pt x="210579" y="-854"/>
                    <a:pt x="238830" y="31954"/>
                    <a:pt x="238830" y="88456"/>
                  </a:cubicBezTo>
                  <a:lnTo>
                    <a:pt x="238830" y="94380"/>
                  </a:lnTo>
                  <a:lnTo>
                    <a:pt x="176860" y="98025"/>
                  </a:lnTo>
                  <a:lnTo>
                    <a:pt x="176860" y="81621"/>
                  </a:lnTo>
                  <a:cubicBezTo>
                    <a:pt x="176860" y="57016"/>
                    <a:pt x="162735" y="40156"/>
                    <a:pt x="143141" y="40156"/>
                  </a:cubicBezTo>
                  <a:cubicBezTo>
                    <a:pt x="113979" y="40156"/>
                    <a:pt x="89829" y="78887"/>
                    <a:pt x="89829" y="127643"/>
                  </a:cubicBezTo>
                  <a:lnTo>
                    <a:pt x="89829" y="21376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38"/>
            <p:cNvSpPr/>
            <p:nvPr/>
          </p:nvSpPr>
          <p:spPr>
            <a:xfrm rot="8716038">
              <a:off x="5347458" y="90006"/>
              <a:ext cx="82754" cy="82754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38"/>
            <p:cNvSpPr/>
            <p:nvPr/>
          </p:nvSpPr>
          <p:spPr>
            <a:xfrm rot="8717214">
              <a:off x="5219862" y="-7120"/>
              <a:ext cx="219563" cy="84098"/>
            </a:xfrm>
            <a:custGeom>
              <a:rect b="b" l="l" r="r" t="t"/>
              <a:pathLst>
                <a:path extrusionOk="0" h="55526" w="144967">
                  <a:moveTo>
                    <a:pt x="80105" y="55526"/>
                  </a:moveTo>
                  <a:lnTo>
                    <a:pt x="0" y="0"/>
                  </a:lnTo>
                  <a:lnTo>
                    <a:pt x="144967" y="0"/>
                  </a:lnTo>
                  <a:lnTo>
                    <a:pt x="144967" y="55323"/>
                  </a:lnTo>
                  <a:lnTo>
                    <a:pt x="80175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38"/>
            <p:cNvSpPr/>
            <p:nvPr/>
          </p:nvSpPr>
          <p:spPr>
            <a:xfrm rot="8716038">
              <a:off x="5483951" y="152012"/>
              <a:ext cx="151715" cy="331014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1" name="Google Shape;1841;p38"/>
            <p:cNvSpPr/>
            <p:nvPr/>
          </p:nvSpPr>
          <p:spPr>
            <a:xfrm rot="8717214">
              <a:off x="5128261" y="-20395"/>
              <a:ext cx="80719" cy="63809"/>
            </a:xfrm>
            <a:custGeom>
              <a:rect b="b" l="l" r="r" t="t"/>
              <a:pathLst>
                <a:path extrusionOk="0" h="42130" w="53295">
                  <a:moveTo>
                    <a:pt x="51759" y="42130"/>
                  </a:moveTo>
                  <a:lnTo>
                    <a:pt x="0" y="6252"/>
                  </a:lnTo>
                  <a:lnTo>
                    <a:pt x="14807" y="0"/>
                  </a:lnTo>
                  <a:cubicBezTo>
                    <a:pt x="25071" y="0"/>
                    <a:pt x="34731" y="4226"/>
                    <a:pt x="41975" y="11471"/>
                  </a:cubicBezTo>
                  <a:cubicBezTo>
                    <a:pt x="49522" y="18716"/>
                    <a:pt x="53295" y="28526"/>
                    <a:pt x="53295" y="38412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2" name="Google Shape;1842;p38"/>
            <p:cNvSpPr/>
            <p:nvPr/>
          </p:nvSpPr>
          <p:spPr>
            <a:xfrm rot="7490631">
              <a:off x="5642672" y="441205"/>
              <a:ext cx="301750" cy="294206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3" name="Google Shape;1843;p38"/>
            <p:cNvSpPr/>
            <p:nvPr/>
          </p:nvSpPr>
          <p:spPr>
            <a:xfrm rot="-8510566">
              <a:off x="5789702" y="415253"/>
              <a:ext cx="360077" cy="446246"/>
            </a:xfrm>
            <a:custGeom>
              <a:rect b="b" l="l" r="r" t="t"/>
              <a:pathLst>
                <a:path extrusionOk="0" h="294867" w="237929">
                  <a:moveTo>
                    <a:pt x="39306" y="79955"/>
                  </a:moveTo>
                  <a:lnTo>
                    <a:pt x="0" y="20095"/>
                  </a:lnTo>
                  <a:lnTo>
                    <a:pt x="38733" y="0"/>
                  </a:lnTo>
                  <a:close/>
                  <a:moveTo>
                    <a:pt x="237929" y="258238"/>
                  </a:moveTo>
                  <a:cubicBezTo>
                    <a:pt x="223307" y="270791"/>
                    <a:pt x="207546" y="281309"/>
                    <a:pt x="191415" y="290069"/>
                  </a:cubicBezTo>
                  <a:lnTo>
                    <a:pt x="180425" y="294867"/>
                  </a:lnTo>
                  <a:lnTo>
                    <a:pt x="166448" y="273582"/>
                  </a:lnTo>
                  <a:lnTo>
                    <a:pt x="168955" y="273136"/>
                  </a:lnTo>
                  <a:cubicBezTo>
                    <a:pt x="192130" y="265963"/>
                    <a:pt x="214754" y="256582"/>
                    <a:pt x="236826" y="245547"/>
                  </a:cubicBezTo>
                  <a:cubicBezTo>
                    <a:pt x="237377" y="247754"/>
                    <a:pt x="237929" y="250513"/>
                    <a:pt x="237929" y="25272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4" name="Google Shape;1844;p38"/>
            <p:cNvSpPr/>
            <p:nvPr/>
          </p:nvSpPr>
          <p:spPr>
            <a:xfrm rot="8717214">
              <a:off x="5996813" y="-12753"/>
              <a:ext cx="90461" cy="122223"/>
            </a:xfrm>
            <a:custGeom>
              <a:rect b="b" l="l" r="r" t="t"/>
              <a:pathLst>
                <a:path extrusionOk="0" h="80698" w="59727">
                  <a:moveTo>
                    <a:pt x="0" y="52945"/>
                  </a:moveTo>
                  <a:lnTo>
                    <a:pt x="43791" y="0"/>
                  </a:lnTo>
                  <a:lnTo>
                    <a:pt x="59727" y="37928"/>
                  </a:lnTo>
                  <a:cubicBezTo>
                    <a:pt x="59727" y="52991"/>
                    <a:pt x="53978" y="68168"/>
                    <a:pt x="42480" y="79666"/>
                  </a:cubicBezTo>
                  <a:lnTo>
                    <a:pt x="40038" y="8069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5" name="Google Shape;1845;p38"/>
            <p:cNvSpPr/>
            <p:nvPr/>
          </p:nvSpPr>
          <p:spPr>
            <a:xfrm rot="8717214">
              <a:off x="5630955" y="-8224"/>
              <a:ext cx="87504" cy="82443"/>
            </a:xfrm>
            <a:custGeom>
              <a:rect b="b" l="l" r="r" t="t"/>
              <a:pathLst>
                <a:path extrusionOk="0" h="54433" w="57775">
                  <a:moveTo>
                    <a:pt x="37946" y="54433"/>
                  </a:moveTo>
                  <a:lnTo>
                    <a:pt x="0" y="28130"/>
                  </a:lnTo>
                  <a:lnTo>
                    <a:pt x="8222" y="8658"/>
                  </a:lnTo>
                  <a:cubicBezTo>
                    <a:pt x="13690" y="3190"/>
                    <a:pt x="20981" y="0"/>
                    <a:pt x="28726" y="0"/>
                  </a:cubicBezTo>
                  <a:cubicBezTo>
                    <a:pt x="36473" y="0"/>
                    <a:pt x="43764" y="3190"/>
                    <a:pt x="49232" y="8658"/>
                  </a:cubicBezTo>
                  <a:cubicBezTo>
                    <a:pt x="60624" y="19594"/>
                    <a:pt x="60623" y="38276"/>
                    <a:pt x="49232" y="49668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46" name="Google Shape;1846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97194" y="513241"/>
            <a:ext cx="2255856" cy="67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7" name="Google Shape;1847;p38"/>
          <p:cNvSpPr txBox="1"/>
          <p:nvPr>
            <p:ph idx="1" type="body"/>
          </p:nvPr>
        </p:nvSpPr>
        <p:spPr>
          <a:xfrm>
            <a:off x="1273141" y="1755675"/>
            <a:ext cx="7379400" cy="29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b="1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9FE3"/>
              </a:buClr>
              <a:buSzPts val="5400"/>
              <a:buNone/>
              <a:defRPr b="1" sz="5400" cap="none">
                <a:solidFill>
                  <a:srgbClr val="009FE3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sur motif + Texte">
  <p:cSld name="Contenu sur motif + Texte">
    <p:bg>
      <p:bgPr>
        <a:solidFill>
          <a:srgbClr val="009FE3"/>
        </a:solidFill>
      </p:bgPr>
    </p:bg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9" name="Google Shape;1849;p39"/>
          <p:cNvGrpSpPr/>
          <p:nvPr/>
        </p:nvGrpSpPr>
        <p:grpSpPr>
          <a:xfrm>
            <a:off x="-160065" y="-165751"/>
            <a:ext cx="6375435" cy="5465799"/>
            <a:chOff x="-160065" y="-165751"/>
            <a:chExt cx="6375435" cy="5465799"/>
          </a:xfrm>
        </p:grpSpPr>
        <p:sp>
          <p:nvSpPr>
            <p:cNvPr id="1850" name="Google Shape;1850;p39"/>
            <p:cNvSpPr/>
            <p:nvPr/>
          </p:nvSpPr>
          <p:spPr>
            <a:xfrm rot="8713740">
              <a:off x="3051659" y="2294972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1" name="Google Shape;1851;p39"/>
            <p:cNvSpPr/>
            <p:nvPr/>
          </p:nvSpPr>
          <p:spPr>
            <a:xfrm rot="8713740">
              <a:off x="3141204" y="2324234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2" name="Google Shape;1852;p39"/>
            <p:cNvSpPr/>
            <p:nvPr/>
          </p:nvSpPr>
          <p:spPr>
            <a:xfrm rot="8713740">
              <a:off x="3096256" y="2237809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3" name="Google Shape;1853;p39"/>
            <p:cNvSpPr/>
            <p:nvPr/>
          </p:nvSpPr>
          <p:spPr>
            <a:xfrm rot="8713740">
              <a:off x="2939308" y="238329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4" name="Google Shape;1854;p39"/>
            <p:cNvSpPr/>
            <p:nvPr/>
          </p:nvSpPr>
          <p:spPr>
            <a:xfrm rot="8719330">
              <a:off x="2814523" y="217451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" name="Google Shape;1855;p39"/>
            <p:cNvSpPr/>
            <p:nvPr/>
          </p:nvSpPr>
          <p:spPr>
            <a:xfrm rot="8713013">
              <a:off x="2802092" y="2035891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" name="Google Shape;1856;p39"/>
            <p:cNvSpPr/>
            <p:nvPr/>
          </p:nvSpPr>
          <p:spPr>
            <a:xfrm rot="8713740">
              <a:off x="3029549" y="2424451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7" name="Google Shape;1857;p39"/>
            <p:cNvSpPr/>
            <p:nvPr/>
          </p:nvSpPr>
          <p:spPr>
            <a:xfrm rot="8713740">
              <a:off x="3340758" y="2044820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8" name="Google Shape;1858;p39"/>
            <p:cNvSpPr/>
            <p:nvPr/>
          </p:nvSpPr>
          <p:spPr>
            <a:xfrm rot="8713740">
              <a:off x="3430303" y="2074082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9" name="Google Shape;1859;p39"/>
            <p:cNvSpPr/>
            <p:nvPr/>
          </p:nvSpPr>
          <p:spPr>
            <a:xfrm rot="8713740">
              <a:off x="3228407" y="213313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0" name="Google Shape;1860;p39"/>
            <p:cNvSpPr/>
            <p:nvPr/>
          </p:nvSpPr>
          <p:spPr>
            <a:xfrm rot="8719330">
              <a:off x="3103623" y="192436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1" name="Google Shape;1861;p39"/>
            <p:cNvSpPr/>
            <p:nvPr/>
          </p:nvSpPr>
          <p:spPr>
            <a:xfrm rot="8713740">
              <a:off x="3318649" y="2174300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2" name="Google Shape;1862;p39"/>
            <p:cNvSpPr/>
            <p:nvPr/>
          </p:nvSpPr>
          <p:spPr>
            <a:xfrm rot="8718291">
              <a:off x="3077254" y="2024490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3" name="Google Shape;1863;p39"/>
            <p:cNvSpPr/>
            <p:nvPr/>
          </p:nvSpPr>
          <p:spPr>
            <a:xfrm rot="7480670">
              <a:off x="3423640" y="236556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4" name="Google Shape;1864;p39"/>
            <p:cNvSpPr/>
            <p:nvPr/>
          </p:nvSpPr>
          <p:spPr>
            <a:xfrm rot="-8510566">
              <a:off x="3528426" y="2332333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5" name="Google Shape;1865;p39"/>
            <p:cNvSpPr/>
            <p:nvPr/>
          </p:nvSpPr>
          <p:spPr>
            <a:xfrm rot="8706722">
              <a:off x="3714009" y="2140663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6" name="Google Shape;1866;p39"/>
            <p:cNvSpPr/>
            <p:nvPr/>
          </p:nvSpPr>
          <p:spPr>
            <a:xfrm rot="8714346">
              <a:off x="3662179" y="2036751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7" name="Google Shape;1867;p39"/>
            <p:cNvSpPr/>
            <p:nvPr/>
          </p:nvSpPr>
          <p:spPr>
            <a:xfrm rot="8713740">
              <a:off x="3418870" y="2066922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8" name="Google Shape;1868;p39"/>
            <p:cNvSpPr/>
            <p:nvPr/>
          </p:nvSpPr>
          <p:spPr>
            <a:xfrm rot="8714346">
              <a:off x="3596385" y="1907730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9" name="Google Shape;1869;p39"/>
            <p:cNvSpPr/>
            <p:nvPr/>
          </p:nvSpPr>
          <p:spPr>
            <a:xfrm rot="8713740">
              <a:off x="3274826" y="2954671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0" name="Google Shape;1870;p39"/>
            <p:cNvSpPr/>
            <p:nvPr/>
          </p:nvSpPr>
          <p:spPr>
            <a:xfrm rot="8713740">
              <a:off x="3364371" y="2983933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1" name="Google Shape;1871;p39"/>
            <p:cNvSpPr/>
            <p:nvPr/>
          </p:nvSpPr>
          <p:spPr>
            <a:xfrm rot="8713740">
              <a:off x="3319423" y="2897508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2" name="Google Shape;1872;p39"/>
            <p:cNvSpPr/>
            <p:nvPr/>
          </p:nvSpPr>
          <p:spPr>
            <a:xfrm rot="8713740">
              <a:off x="3162475" y="304298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3" name="Google Shape;1873;p39"/>
            <p:cNvSpPr/>
            <p:nvPr/>
          </p:nvSpPr>
          <p:spPr>
            <a:xfrm rot="8719330">
              <a:off x="3037690" y="283421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4" name="Google Shape;1874;p39"/>
            <p:cNvSpPr/>
            <p:nvPr/>
          </p:nvSpPr>
          <p:spPr>
            <a:xfrm rot="8713013">
              <a:off x="3025259" y="2695590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5" name="Google Shape;1875;p39"/>
            <p:cNvSpPr/>
            <p:nvPr/>
          </p:nvSpPr>
          <p:spPr>
            <a:xfrm rot="8713740">
              <a:off x="3252716" y="3084150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6" name="Google Shape;1876;p39"/>
            <p:cNvSpPr/>
            <p:nvPr/>
          </p:nvSpPr>
          <p:spPr>
            <a:xfrm rot="8713740">
              <a:off x="3563925" y="270451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7" name="Google Shape;1877;p39"/>
            <p:cNvSpPr/>
            <p:nvPr/>
          </p:nvSpPr>
          <p:spPr>
            <a:xfrm rot="8713740">
              <a:off x="3653470" y="273378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8" name="Google Shape;1878;p39"/>
            <p:cNvSpPr/>
            <p:nvPr/>
          </p:nvSpPr>
          <p:spPr>
            <a:xfrm rot="8713740">
              <a:off x="3451574" y="279283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9" name="Google Shape;1879;p39"/>
            <p:cNvSpPr/>
            <p:nvPr/>
          </p:nvSpPr>
          <p:spPr>
            <a:xfrm rot="8719330">
              <a:off x="3326790" y="258406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0" name="Google Shape;1880;p39"/>
            <p:cNvSpPr/>
            <p:nvPr/>
          </p:nvSpPr>
          <p:spPr>
            <a:xfrm rot="8713740">
              <a:off x="3541816" y="2833999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1" name="Google Shape;1881;p39"/>
            <p:cNvSpPr/>
            <p:nvPr/>
          </p:nvSpPr>
          <p:spPr>
            <a:xfrm rot="8718291">
              <a:off x="3300421" y="2684189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2" name="Google Shape;1882;p39"/>
            <p:cNvSpPr/>
            <p:nvPr/>
          </p:nvSpPr>
          <p:spPr>
            <a:xfrm rot="7480670">
              <a:off x="3646807" y="302525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3" name="Google Shape;1883;p39"/>
            <p:cNvSpPr/>
            <p:nvPr/>
          </p:nvSpPr>
          <p:spPr>
            <a:xfrm rot="-8510566">
              <a:off x="3751593" y="2992032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4" name="Google Shape;1884;p39"/>
            <p:cNvSpPr/>
            <p:nvPr/>
          </p:nvSpPr>
          <p:spPr>
            <a:xfrm rot="8706722">
              <a:off x="3937176" y="2800362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5" name="Google Shape;1885;p39"/>
            <p:cNvSpPr/>
            <p:nvPr/>
          </p:nvSpPr>
          <p:spPr>
            <a:xfrm rot="8714346">
              <a:off x="3885346" y="2696450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6" name="Google Shape;1886;p39"/>
            <p:cNvSpPr/>
            <p:nvPr/>
          </p:nvSpPr>
          <p:spPr>
            <a:xfrm rot="8713740">
              <a:off x="3642037" y="272662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7" name="Google Shape;1887;p39"/>
            <p:cNvSpPr/>
            <p:nvPr/>
          </p:nvSpPr>
          <p:spPr>
            <a:xfrm rot="8714346">
              <a:off x="3819552" y="256742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8" name="Google Shape;1888;p39"/>
            <p:cNvSpPr/>
            <p:nvPr/>
          </p:nvSpPr>
          <p:spPr>
            <a:xfrm rot="8716661">
              <a:off x="3937030" y="4933570"/>
              <a:ext cx="142267" cy="232551"/>
            </a:xfrm>
            <a:custGeom>
              <a:rect b="b" l="l" r="r" t="t"/>
              <a:pathLst>
                <a:path extrusionOk="0" h="232388" w="142167">
                  <a:moveTo>
                    <a:pt x="81108" y="232388"/>
                  </a:moveTo>
                  <a:lnTo>
                    <a:pt x="81108" y="69717"/>
                  </a:lnTo>
                  <a:cubicBezTo>
                    <a:pt x="81108" y="68350"/>
                    <a:pt x="81108" y="66982"/>
                    <a:pt x="81108" y="65615"/>
                  </a:cubicBezTo>
                  <a:cubicBezTo>
                    <a:pt x="79741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67757" y="0"/>
                  </a:lnTo>
                  <a:lnTo>
                    <a:pt x="142167" y="51579"/>
                  </a:lnTo>
                  <a:lnTo>
                    <a:pt x="142167" y="208238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9" name="Google Shape;1889;p39"/>
            <p:cNvSpPr/>
            <p:nvPr/>
          </p:nvSpPr>
          <p:spPr>
            <a:xfrm rot="8716661">
              <a:off x="4141376" y="4922695"/>
              <a:ext cx="132795" cy="253526"/>
            </a:xfrm>
            <a:custGeom>
              <a:rect b="b" l="l" r="r" t="t"/>
              <a:pathLst>
                <a:path extrusionOk="0" h="253348" w="132702">
                  <a:moveTo>
                    <a:pt x="51489" y="253348"/>
                  </a:moveTo>
                  <a:lnTo>
                    <a:pt x="51490" y="44199"/>
                  </a:lnTo>
                  <a:lnTo>
                    <a:pt x="0" y="44199"/>
                  </a:lnTo>
                  <a:lnTo>
                    <a:pt x="0" y="0"/>
                  </a:lnTo>
                  <a:lnTo>
                    <a:pt x="48574" y="0"/>
                  </a:lnTo>
                  <a:lnTo>
                    <a:pt x="104802" y="38976"/>
                  </a:lnTo>
                  <a:lnTo>
                    <a:pt x="104803" y="73817"/>
                  </a:lnTo>
                  <a:lnTo>
                    <a:pt x="106169" y="73817"/>
                  </a:lnTo>
                  <a:lnTo>
                    <a:pt x="116353" y="46982"/>
                  </a:lnTo>
                  <a:lnTo>
                    <a:pt x="132702" y="58315"/>
                  </a:lnTo>
                  <a:lnTo>
                    <a:pt x="127358" y="64191"/>
                  </a:lnTo>
                  <a:cubicBezTo>
                    <a:pt x="117675" y="79968"/>
                    <a:pt x="111638" y="101840"/>
                    <a:pt x="111638" y="126218"/>
                  </a:cubicBezTo>
                  <a:lnTo>
                    <a:pt x="111638" y="21233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0" name="Google Shape;1890;p39"/>
            <p:cNvSpPr/>
            <p:nvPr/>
          </p:nvSpPr>
          <p:spPr>
            <a:xfrm rot="8713740">
              <a:off x="3982778" y="4876577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1" name="Google Shape;1891;p39"/>
            <p:cNvSpPr/>
            <p:nvPr/>
          </p:nvSpPr>
          <p:spPr>
            <a:xfrm rot="8713740">
              <a:off x="3825830" y="502205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2" name="Google Shape;1892;p39"/>
            <p:cNvSpPr/>
            <p:nvPr/>
          </p:nvSpPr>
          <p:spPr>
            <a:xfrm rot="8719330">
              <a:off x="3701045" y="481328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3" name="Google Shape;1893;p39"/>
            <p:cNvSpPr/>
            <p:nvPr/>
          </p:nvSpPr>
          <p:spPr>
            <a:xfrm rot="8713013">
              <a:off x="3688614" y="4674659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4" name="Google Shape;1894;p39"/>
            <p:cNvSpPr/>
            <p:nvPr/>
          </p:nvSpPr>
          <p:spPr>
            <a:xfrm rot="8716661">
              <a:off x="3876920" y="5088160"/>
              <a:ext cx="60189" cy="79565"/>
            </a:xfrm>
            <a:custGeom>
              <a:rect b="b" l="l" r="r" t="t"/>
              <a:pathLst>
                <a:path extrusionOk="0" h="79509" w="60147">
                  <a:moveTo>
                    <a:pt x="60147" y="79509"/>
                  </a:moveTo>
                  <a:lnTo>
                    <a:pt x="0" y="21639"/>
                  </a:lnTo>
                  <a:lnTo>
                    <a:pt x="0" y="0"/>
                  </a:lnTo>
                  <a:lnTo>
                    <a:pt x="60147" y="41692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5" name="Google Shape;1895;p39"/>
            <p:cNvSpPr/>
            <p:nvPr/>
          </p:nvSpPr>
          <p:spPr>
            <a:xfrm rot="8713740">
              <a:off x="4227280" y="468358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6" name="Google Shape;1896;p39"/>
            <p:cNvSpPr/>
            <p:nvPr/>
          </p:nvSpPr>
          <p:spPr>
            <a:xfrm rot="8713740">
              <a:off x="4316825" y="471285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7" name="Google Shape;1897;p39"/>
            <p:cNvSpPr/>
            <p:nvPr/>
          </p:nvSpPr>
          <p:spPr>
            <a:xfrm rot="8713740">
              <a:off x="4114929" y="477190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8" name="Google Shape;1898;p39"/>
            <p:cNvSpPr/>
            <p:nvPr/>
          </p:nvSpPr>
          <p:spPr>
            <a:xfrm rot="8719330">
              <a:off x="3990145" y="456313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9" name="Google Shape;1899;p39"/>
            <p:cNvSpPr/>
            <p:nvPr/>
          </p:nvSpPr>
          <p:spPr>
            <a:xfrm rot="8713740">
              <a:off x="4205171" y="481306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0" name="Google Shape;1900;p39"/>
            <p:cNvSpPr/>
            <p:nvPr/>
          </p:nvSpPr>
          <p:spPr>
            <a:xfrm rot="8718291">
              <a:off x="3963776" y="4663258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1" name="Google Shape;1901;p39"/>
            <p:cNvSpPr/>
            <p:nvPr/>
          </p:nvSpPr>
          <p:spPr>
            <a:xfrm rot="7483339">
              <a:off x="4361002" y="4975816"/>
              <a:ext cx="133483" cy="196012"/>
            </a:xfrm>
            <a:custGeom>
              <a:rect b="b" l="l" r="r" t="t"/>
              <a:pathLst>
                <a:path extrusionOk="0" h="195874" w="133389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83610" y="0"/>
                  </a:lnTo>
                  <a:lnTo>
                    <a:pt x="133389" y="71795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2" name="Google Shape;1902;p39"/>
            <p:cNvSpPr/>
            <p:nvPr/>
          </p:nvSpPr>
          <p:spPr>
            <a:xfrm rot="-8513943">
              <a:off x="4473718" y="4986235"/>
              <a:ext cx="268859" cy="135901"/>
            </a:xfrm>
            <a:custGeom>
              <a:rect b="b" l="l" r="r" t="t"/>
              <a:pathLst>
                <a:path extrusionOk="0" h="135802" w="268663">
                  <a:moveTo>
                    <a:pt x="268663" y="65010"/>
                  </a:moveTo>
                  <a:cubicBezTo>
                    <a:pt x="210174" y="115223"/>
                    <a:pt x="133474" y="132880"/>
                    <a:pt x="87676" y="135639"/>
                  </a:cubicBezTo>
                  <a:cubicBezTo>
                    <a:pt x="62294" y="137295"/>
                    <a:pt x="37463" y="126258"/>
                    <a:pt x="19806" y="108049"/>
                  </a:cubicBezTo>
                  <a:cubicBezTo>
                    <a:pt x="10425" y="98945"/>
                    <a:pt x="4494" y="86530"/>
                    <a:pt x="907" y="70735"/>
                  </a:cubicBezTo>
                  <a:lnTo>
                    <a:pt x="0" y="59909"/>
                  </a:lnTo>
                  <a:lnTo>
                    <a:pt x="76250" y="0"/>
                  </a:lnTo>
                  <a:lnTo>
                    <a:pt x="83813" y="52319"/>
                  </a:lnTo>
                  <a:cubicBezTo>
                    <a:pt x="92642" y="76597"/>
                    <a:pt x="115265" y="88737"/>
                    <a:pt x="150028" y="88737"/>
                  </a:cubicBezTo>
                  <a:cubicBezTo>
                    <a:pt x="167134" y="88185"/>
                    <a:pt x="183687" y="84874"/>
                    <a:pt x="199689" y="79908"/>
                  </a:cubicBezTo>
                  <a:cubicBezTo>
                    <a:pt x="222864" y="72735"/>
                    <a:pt x="245488" y="63355"/>
                    <a:pt x="267560" y="52319"/>
                  </a:cubicBezTo>
                  <a:cubicBezTo>
                    <a:pt x="268111" y="54526"/>
                    <a:pt x="268663" y="57285"/>
                    <a:pt x="268663" y="59492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3" name="Google Shape;1903;p39"/>
            <p:cNvSpPr/>
            <p:nvPr/>
          </p:nvSpPr>
          <p:spPr>
            <a:xfrm rot="8706722">
              <a:off x="4600531" y="477943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4" name="Google Shape;1904;p39"/>
            <p:cNvSpPr/>
            <p:nvPr/>
          </p:nvSpPr>
          <p:spPr>
            <a:xfrm rot="8714346">
              <a:off x="4548701" y="467551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5" name="Google Shape;1905;p39"/>
            <p:cNvSpPr/>
            <p:nvPr/>
          </p:nvSpPr>
          <p:spPr>
            <a:xfrm rot="8713740">
              <a:off x="4305392" y="470569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6" name="Google Shape;1906;p39"/>
            <p:cNvSpPr/>
            <p:nvPr/>
          </p:nvSpPr>
          <p:spPr>
            <a:xfrm rot="8714346">
              <a:off x="4482907" y="454649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7" name="Google Shape;1907;p39"/>
            <p:cNvSpPr/>
            <p:nvPr/>
          </p:nvSpPr>
          <p:spPr>
            <a:xfrm rot="8713740">
              <a:off x="3493496" y="361306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8" name="Google Shape;1908;p39"/>
            <p:cNvSpPr/>
            <p:nvPr/>
          </p:nvSpPr>
          <p:spPr>
            <a:xfrm rot="8713740">
              <a:off x="3583041" y="364232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9" name="Google Shape;1909;p39"/>
            <p:cNvSpPr/>
            <p:nvPr/>
          </p:nvSpPr>
          <p:spPr>
            <a:xfrm rot="8713740">
              <a:off x="3538093" y="3555904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0" name="Google Shape;1910;p39"/>
            <p:cNvSpPr/>
            <p:nvPr/>
          </p:nvSpPr>
          <p:spPr>
            <a:xfrm rot="8713740">
              <a:off x="3381145" y="370138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1" name="Google Shape;1911;p39"/>
            <p:cNvSpPr/>
            <p:nvPr/>
          </p:nvSpPr>
          <p:spPr>
            <a:xfrm rot="8719330">
              <a:off x="3256360" y="349260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2" name="Google Shape;1912;p39"/>
            <p:cNvSpPr/>
            <p:nvPr/>
          </p:nvSpPr>
          <p:spPr>
            <a:xfrm rot="8713013">
              <a:off x="3243929" y="3353986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3" name="Google Shape;1913;p39"/>
            <p:cNvSpPr/>
            <p:nvPr/>
          </p:nvSpPr>
          <p:spPr>
            <a:xfrm rot="8713740">
              <a:off x="3471386" y="374254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4" name="Google Shape;1914;p39"/>
            <p:cNvSpPr/>
            <p:nvPr/>
          </p:nvSpPr>
          <p:spPr>
            <a:xfrm rot="8713740">
              <a:off x="3782595" y="336291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5" name="Google Shape;1915;p39"/>
            <p:cNvSpPr/>
            <p:nvPr/>
          </p:nvSpPr>
          <p:spPr>
            <a:xfrm rot="8713740">
              <a:off x="3872140" y="3392177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6" name="Google Shape;1916;p39"/>
            <p:cNvSpPr/>
            <p:nvPr/>
          </p:nvSpPr>
          <p:spPr>
            <a:xfrm rot="8713740">
              <a:off x="3670244" y="345123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7" name="Google Shape;1917;p39"/>
            <p:cNvSpPr/>
            <p:nvPr/>
          </p:nvSpPr>
          <p:spPr>
            <a:xfrm rot="8719330">
              <a:off x="3545460" y="324245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8" name="Google Shape;1918;p39"/>
            <p:cNvSpPr/>
            <p:nvPr/>
          </p:nvSpPr>
          <p:spPr>
            <a:xfrm rot="8713740">
              <a:off x="3760486" y="349239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9" name="Google Shape;1919;p39"/>
            <p:cNvSpPr/>
            <p:nvPr/>
          </p:nvSpPr>
          <p:spPr>
            <a:xfrm rot="8718291">
              <a:off x="3519091" y="3342585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0" name="Google Shape;1920;p39"/>
            <p:cNvSpPr/>
            <p:nvPr/>
          </p:nvSpPr>
          <p:spPr>
            <a:xfrm rot="7480670">
              <a:off x="3865477" y="368365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1" name="Google Shape;1921;p39"/>
            <p:cNvSpPr/>
            <p:nvPr/>
          </p:nvSpPr>
          <p:spPr>
            <a:xfrm rot="-8510566">
              <a:off x="3970263" y="3650428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2" name="Google Shape;1922;p39"/>
            <p:cNvSpPr/>
            <p:nvPr/>
          </p:nvSpPr>
          <p:spPr>
            <a:xfrm rot="8706722">
              <a:off x="4155846" y="3458758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3" name="Google Shape;1923;p39"/>
            <p:cNvSpPr/>
            <p:nvPr/>
          </p:nvSpPr>
          <p:spPr>
            <a:xfrm rot="8714346">
              <a:off x="4104016" y="335484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4" name="Google Shape;1924;p39"/>
            <p:cNvSpPr/>
            <p:nvPr/>
          </p:nvSpPr>
          <p:spPr>
            <a:xfrm rot="8713740">
              <a:off x="3860707" y="338501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5" name="Google Shape;1925;p39"/>
            <p:cNvSpPr/>
            <p:nvPr/>
          </p:nvSpPr>
          <p:spPr>
            <a:xfrm rot="8714346">
              <a:off x="4038222" y="322582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6" name="Google Shape;1926;p39"/>
            <p:cNvSpPr/>
            <p:nvPr/>
          </p:nvSpPr>
          <p:spPr>
            <a:xfrm rot="8713740">
              <a:off x="3716663" y="427276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7" name="Google Shape;1927;p39"/>
            <p:cNvSpPr/>
            <p:nvPr/>
          </p:nvSpPr>
          <p:spPr>
            <a:xfrm rot="8713740">
              <a:off x="3806208" y="4302028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8" name="Google Shape;1928;p39"/>
            <p:cNvSpPr/>
            <p:nvPr/>
          </p:nvSpPr>
          <p:spPr>
            <a:xfrm rot="8713740">
              <a:off x="3761260" y="4215603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9" name="Google Shape;1929;p39"/>
            <p:cNvSpPr/>
            <p:nvPr/>
          </p:nvSpPr>
          <p:spPr>
            <a:xfrm rot="8713740">
              <a:off x="3604312" y="436108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0" name="Google Shape;1930;p39"/>
            <p:cNvSpPr/>
            <p:nvPr/>
          </p:nvSpPr>
          <p:spPr>
            <a:xfrm rot="8719330">
              <a:off x="3479527" y="415230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1" name="Google Shape;1931;p39"/>
            <p:cNvSpPr/>
            <p:nvPr/>
          </p:nvSpPr>
          <p:spPr>
            <a:xfrm rot="8713013">
              <a:off x="3467096" y="4013685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39"/>
            <p:cNvSpPr/>
            <p:nvPr/>
          </p:nvSpPr>
          <p:spPr>
            <a:xfrm rot="8713740">
              <a:off x="3694553" y="440224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39"/>
            <p:cNvSpPr/>
            <p:nvPr/>
          </p:nvSpPr>
          <p:spPr>
            <a:xfrm rot="8713740">
              <a:off x="4005762" y="4022614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4" name="Google Shape;1934;p39"/>
            <p:cNvSpPr/>
            <p:nvPr/>
          </p:nvSpPr>
          <p:spPr>
            <a:xfrm rot="8713740">
              <a:off x="4095307" y="4051876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5" name="Google Shape;1935;p39"/>
            <p:cNvSpPr/>
            <p:nvPr/>
          </p:nvSpPr>
          <p:spPr>
            <a:xfrm rot="8713740">
              <a:off x="3893411" y="4110932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6" name="Google Shape;1936;p39"/>
            <p:cNvSpPr/>
            <p:nvPr/>
          </p:nvSpPr>
          <p:spPr>
            <a:xfrm rot="8719330">
              <a:off x="3768627" y="390215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7" name="Google Shape;1937;p39"/>
            <p:cNvSpPr/>
            <p:nvPr/>
          </p:nvSpPr>
          <p:spPr>
            <a:xfrm rot="8713740">
              <a:off x="3983653" y="4152094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8" name="Google Shape;1938;p39"/>
            <p:cNvSpPr/>
            <p:nvPr/>
          </p:nvSpPr>
          <p:spPr>
            <a:xfrm rot="8718291">
              <a:off x="3742258" y="4002284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9" name="Google Shape;1939;p39"/>
            <p:cNvSpPr/>
            <p:nvPr/>
          </p:nvSpPr>
          <p:spPr>
            <a:xfrm rot="7480670">
              <a:off x="4088644" y="434335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0" name="Google Shape;1940;p39"/>
            <p:cNvSpPr/>
            <p:nvPr/>
          </p:nvSpPr>
          <p:spPr>
            <a:xfrm rot="-8510566">
              <a:off x="4193430" y="4310127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1" name="Google Shape;1941;p39"/>
            <p:cNvSpPr/>
            <p:nvPr/>
          </p:nvSpPr>
          <p:spPr>
            <a:xfrm rot="8706722">
              <a:off x="4379013" y="4118457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2" name="Google Shape;1942;p39"/>
            <p:cNvSpPr/>
            <p:nvPr/>
          </p:nvSpPr>
          <p:spPr>
            <a:xfrm rot="8714346">
              <a:off x="4327183" y="401454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3" name="Google Shape;1943;p39"/>
            <p:cNvSpPr/>
            <p:nvPr/>
          </p:nvSpPr>
          <p:spPr>
            <a:xfrm rot="8713740">
              <a:off x="4083874" y="404471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4" name="Google Shape;1944;p39"/>
            <p:cNvSpPr/>
            <p:nvPr/>
          </p:nvSpPr>
          <p:spPr>
            <a:xfrm rot="8714346">
              <a:off x="4261389" y="388552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5" name="Google Shape;1945;p39"/>
            <p:cNvSpPr/>
            <p:nvPr/>
          </p:nvSpPr>
          <p:spPr>
            <a:xfrm rot="8713740">
              <a:off x="2830141" y="163399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6" name="Google Shape;1946;p39"/>
            <p:cNvSpPr/>
            <p:nvPr/>
          </p:nvSpPr>
          <p:spPr>
            <a:xfrm rot="8713740">
              <a:off x="2919686" y="166326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7" name="Google Shape;1947;p39"/>
            <p:cNvSpPr/>
            <p:nvPr/>
          </p:nvSpPr>
          <p:spPr>
            <a:xfrm rot="8713740">
              <a:off x="2874738" y="1576835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8" name="Google Shape;1948;p39"/>
            <p:cNvSpPr/>
            <p:nvPr/>
          </p:nvSpPr>
          <p:spPr>
            <a:xfrm rot="8713740">
              <a:off x="2717790" y="172231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9" name="Google Shape;1949;p39"/>
            <p:cNvSpPr/>
            <p:nvPr/>
          </p:nvSpPr>
          <p:spPr>
            <a:xfrm rot="8719330">
              <a:off x="2593005" y="151354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0" name="Google Shape;1950;p39"/>
            <p:cNvSpPr/>
            <p:nvPr/>
          </p:nvSpPr>
          <p:spPr>
            <a:xfrm rot="8713013">
              <a:off x="2580574" y="1374917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1" name="Google Shape;1951;p39"/>
            <p:cNvSpPr/>
            <p:nvPr/>
          </p:nvSpPr>
          <p:spPr>
            <a:xfrm rot="8713740">
              <a:off x="2808031" y="176347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2" name="Google Shape;1952;p39"/>
            <p:cNvSpPr/>
            <p:nvPr/>
          </p:nvSpPr>
          <p:spPr>
            <a:xfrm rot="8713740">
              <a:off x="3119240" y="138384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3" name="Google Shape;1953;p39"/>
            <p:cNvSpPr/>
            <p:nvPr/>
          </p:nvSpPr>
          <p:spPr>
            <a:xfrm rot="8713740">
              <a:off x="3208785" y="1413108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4" name="Google Shape;1954;p39"/>
            <p:cNvSpPr/>
            <p:nvPr/>
          </p:nvSpPr>
          <p:spPr>
            <a:xfrm rot="8713740">
              <a:off x="3006889" y="147216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5" name="Google Shape;1955;p39"/>
            <p:cNvSpPr/>
            <p:nvPr/>
          </p:nvSpPr>
          <p:spPr>
            <a:xfrm rot="8719330">
              <a:off x="2882105" y="126338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6" name="Google Shape;1956;p39"/>
            <p:cNvSpPr/>
            <p:nvPr/>
          </p:nvSpPr>
          <p:spPr>
            <a:xfrm rot="8713740">
              <a:off x="3097131" y="151332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7" name="Google Shape;1957;p39"/>
            <p:cNvSpPr/>
            <p:nvPr/>
          </p:nvSpPr>
          <p:spPr>
            <a:xfrm rot="8718291">
              <a:off x="2855736" y="1363516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8" name="Google Shape;1958;p39"/>
            <p:cNvSpPr/>
            <p:nvPr/>
          </p:nvSpPr>
          <p:spPr>
            <a:xfrm rot="7480670">
              <a:off x="3202122" y="170458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9" name="Google Shape;1959;p39"/>
            <p:cNvSpPr/>
            <p:nvPr/>
          </p:nvSpPr>
          <p:spPr>
            <a:xfrm rot="-8510566">
              <a:off x="3306908" y="1671359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0" name="Google Shape;1960;p39"/>
            <p:cNvSpPr/>
            <p:nvPr/>
          </p:nvSpPr>
          <p:spPr>
            <a:xfrm rot="8706722">
              <a:off x="3492491" y="1479689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1" name="Google Shape;1961;p39"/>
            <p:cNvSpPr/>
            <p:nvPr/>
          </p:nvSpPr>
          <p:spPr>
            <a:xfrm rot="8714346">
              <a:off x="3440661" y="137577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2" name="Google Shape;1962;p39"/>
            <p:cNvSpPr/>
            <p:nvPr/>
          </p:nvSpPr>
          <p:spPr>
            <a:xfrm rot="8713740">
              <a:off x="3197352" y="140594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3" name="Google Shape;1963;p39"/>
            <p:cNvSpPr/>
            <p:nvPr/>
          </p:nvSpPr>
          <p:spPr>
            <a:xfrm rot="8714346">
              <a:off x="3374867" y="124675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4" name="Google Shape;1964;p39"/>
            <p:cNvSpPr/>
            <p:nvPr/>
          </p:nvSpPr>
          <p:spPr>
            <a:xfrm rot="8713740">
              <a:off x="2606974" y="97429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5" name="Google Shape;1965;p39"/>
            <p:cNvSpPr/>
            <p:nvPr/>
          </p:nvSpPr>
          <p:spPr>
            <a:xfrm rot="8713740">
              <a:off x="2696519" y="100356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6" name="Google Shape;1966;p39"/>
            <p:cNvSpPr/>
            <p:nvPr/>
          </p:nvSpPr>
          <p:spPr>
            <a:xfrm rot="8713740">
              <a:off x="2651571" y="91713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7" name="Google Shape;1967;p39"/>
            <p:cNvSpPr/>
            <p:nvPr/>
          </p:nvSpPr>
          <p:spPr>
            <a:xfrm rot="8713740">
              <a:off x="2494623" y="106261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8" name="Google Shape;1968;p39"/>
            <p:cNvSpPr/>
            <p:nvPr/>
          </p:nvSpPr>
          <p:spPr>
            <a:xfrm rot="8719330">
              <a:off x="2369838" y="85384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9" name="Google Shape;1969;p39"/>
            <p:cNvSpPr/>
            <p:nvPr/>
          </p:nvSpPr>
          <p:spPr>
            <a:xfrm rot="8713013">
              <a:off x="2357407" y="715218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0" name="Google Shape;1970;p39"/>
            <p:cNvSpPr/>
            <p:nvPr/>
          </p:nvSpPr>
          <p:spPr>
            <a:xfrm rot="8713740">
              <a:off x="2584864" y="110377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1" name="Google Shape;1971;p39"/>
            <p:cNvSpPr/>
            <p:nvPr/>
          </p:nvSpPr>
          <p:spPr>
            <a:xfrm rot="8713740">
              <a:off x="2896073" y="72414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2" name="Google Shape;1972;p39"/>
            <p:cNvSpPr/>
            <p:nvPr/>
          </p:nvSpPr>
          <p:spPr>
            <a:xfrm rot="8713740">
              <a:off x="2985618" y="75340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3" name="Google Shape;1973;p39"/>
            <p:cNvSpPr/>
            <p:nvPr/>
          </p:nvSpPr>
          <p:spPr>
            <a:xfrm rot="8713740">
              <a:off x="2783722" y="81246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4" name="Google Shape;1974;p39"/>
            <p:cNvSpPr/>
            <p:nvPr/>
          </p:nvSpPr>
          <p:spPr>
            <a:xfrm rot="8719330">
              <a:off x="2658938" y="60368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5" name="Google Shape;1975;p39"/>
            <p:cNvSpPr/>
            <p:nvPr/>
          </p:nvSpPr>
          <p:spPr>
            <a:xfrm rot="8713740">
              <a:off x="2873964" y="85362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6" name="Google Shape;1976;p39"/>
            <p:cNvSpPr/>
            <p:nvPr/>
          </p:nvSpPr>
          <p:spPr>
            <a:xfrm rot="8718291">
              <a:off x="2632569" y="70381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7" name="Google Shape;1977;p39"/>
            <p:cNvSpPr/>
            <p:nvPr/>
          </p:nvSpPr>
          <p:spPr>
            <a:xfrm rot="7480670">
              <a:off x="2978955" y="104488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8" name="Google Shape;1978;p39"/>
            <p:cNvSpPr/>
            <p:nvPr/>
          </p:nvSpPr>
          <p:spPr>
            <a:xfrm rot="-8510566">
              <a:off x="3083741" y="1011660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9" name="Google Shape;1979;p39"/>
            <p:cNvSpPr/>
            <p:nvPr/>
          </p:nvSpPr>
          <p:spPr>
            <a:xfrm rot="8706722">
              <a:off x="3269324" y="819990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0" name="Google Shape;1980;p39"/>
            <p:cNvSpPr/>
            <p:nvPr/>
          </p:nvSpPr>
          <p:spPr>
            <a:xfrm rot="8714346">
              <a:off x="3217494" y="71607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1" name="Google Shape;1981;p39"/>
            <p:cNvSpPr/>
            <p:nvPr/>
          </p:nvSpPr>
          <p:spPr>
            <a:xfrm rot="8713740">
              <a:off x="2974185" y="74624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2" name="Google Shape;1982;p39"/>
            <p:cNvSpPr/>
            <p:nvPr/>
          </p:nvSpPr>
          <p:spPr>
            <a:xfrm rot="8714346">
              <a:off x="3151700" y="58705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3" name="Google Shape;1983;p39"/>
            <p:cNvSpPr/>
            <p:nvPr/>
          </p:nvSpPr>
          <p:spPr>
            <a:xfrm rot="8713740">
              <a:off x="2388035" y="312241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4" name="Google Shape;1984;p39"/>
            <p:cNvSpPr/>
            <p:nvPr/>
          </p:nvSpPr>
          <p:spPr>
            <a:xfrm rot="8713740">
              <a:off x="2477580" y="341503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5" name="Google Shape;1985;p39"/>
            <p:cNvSpPr/>
            <p:nvPr/>
          </p:nvSpPr>
          <p:spPr>
            <a:xfrm rot="8713740">
              <a:off x="2432632" y="255078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6" name="Google Shape;1986;p39"/>
            <p:cNvSpPr/>
            <p:nvPr/>
          </p:nvSpPr>
          <p:spPr>
            <a:xfrm rot="8713740">
              <a:off x="2275684" y="40055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7" name="Google Shape;1987;p39"/>
            <p:cNvSpPr/>
            <p:nvPr/>
          </p:nvSpPr>
          <p:spPr>
            <a:xfrm rot="8719330">
              <a:off x="2150899" y="19178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8" name="Google Shape;1988;p39"/>
            <p:cNvSpPr/>
            <p:nvPr/>
          </p:nvSpPr>
          <p:spPr>
            <a:xfrm rot="8713013">
              <a:off x="2138468" y="53160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9" name="Google Shape;1989;p39"/>
            <p:cNvSpPr/>
            <p:nvPr/>
          </p:nvSpPr>
          <p:spPr>
            <a:xfrm rot="8713740">
              <a:off x="2365925" y="441720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0" name="Google Shape;1990;p39"/>
            <p:cNvSpPr/>
            <p:nvPr/>
          </p:nvSpPr>
          <p:spPr>
            <a:xfrm rot="8713740">
              <a:off x="2677134" y="6208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1" name="Google Shape;1991;p39"/>
            <p:cNvSpPr/>
            <p:nvPr/>
          </p:nvSpPr>
          <p:spPr>
            <a:xfrm rot="8713740">
              <a:off x="2766679" y="9135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2" name="Google Shape;1992;p39"/>
            <p:cNvSpPr/>
            <p:nvPr/>
          </p:nvSpPr>
          <p:spPr>
            <a:xfrm rot="8713740">
              <a:off x="2564783" y="15040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3" name="Google Shape;1993;p39"/>
            <p:cNvSpPr/>
            <p:nvPr/>
          </p:nvSpPr>
          <p:spPr>
            <a:xfrm rot="8716661">
              <a:off x="2448392" y="-16099"/>
              <a:ext cx="203990" cy="149445"/>
            </a:xfrm>
            <a:custGeom>
              <a:rect b="b" l="l" r="r" t="t"/>
              <a:pathLst>
                <a:path extrusionOk="0" h="149340" w="203847">
                  <a:moveTo>
                    <a:pt x="106716" y="149340"/>
                  </a:moveTo>
                  <a:lnTo>
                    <a:pt x="50038" y="110053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4" name="Google Shape;1994;p39"/>
            <p:cNvSpPr/>
            <p:nvPr/>
          </p:nvSpPr>
          <p:spPr>
            <a:xfrm rot="8713740">
              <a:off x="2655025" y="191569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5" name="Google Shape;1995;p39"/>
            <p:cNvSpPr/>
            <p:nvPr/>
          </p:nvSpPr>
          <p:spPr>
            <a:xfrm rot="8718291">
              <a:off x="2413630" y="41759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6" name="Google Shape;1996;p39"/>
            <p:cNvSpPr/>
            <p:nvPr/>
          </p:nvSpPr>
          <p:spPr>
            <a:xfrm rot="7480670">
              <a:off x="2760016" y="38282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7" name="Google Shape;1997;p39"/>
            <p:cNvSpPr/>
            <p:nvPr/>
          </p:nvSpPr>
          <p:spPr>
            <a:xfrm rot="-8510566">
              <a:off x="2864802" y="349602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8" name="Google Shape;1998;p39"/>
            <p:cNvSpPr/>
            <p:nvPr/>
          </p:nvSpPr>
          <p:spPr>
            <a:xfrm rot="8706722">
              <a:off x="3050385" y="157932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9" name="Google Shape;1999;p39"/>
            <p:cNvSpPr/>
            <p:nvPr/>
          </p:nvSpPr>
          <p:spPr>
            <a:xfrm rot="8714346">
              <a:off x="2998555" y="54020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0" name="Google Shape;2000;p39"/>
            <p:cNvSpPr/>
            <p:nvPr/>
          </p:nvSpPr>
          <p:spPr>
            <a:xfrm rot="8713740">
              <a:off x="2755246" y="8419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1" name="Google Shape;2001;p39"/>
            <p:cNvSpPr/>
            <p:nvPr/>
          </p:nvSpPr>
          <p:spPr>
            <a:xfrm rot="8716661">
              <a:off x="2939943" y="-28724"/>
              <a:ext cx="88726" cy="70710"/>
            </a:xfrm>
            <a:custGeom>
              <a:rect b="b" l="l" r="r" t="t"/>
              <a:pathLst>
                <a:path extrusionOk="0" h="70660" w="88664">
                  <a:moveTo>
                    <a:pt x="83649" y="70660"/>
                  </a:moveTo>
                  <a:lnTo>
                    <a:pt x="0" y="12677"/>
                  </a:lnTo>
                  <a:lnTo>
                    <a:pt x="30024" y="0"/>
                  </a:lnTo>
                  <a:cubicBezTo>
                    <a:pt x="45662" y="0"/>
                    <a:pt x="60379" y="6439"/>
                    <a:pt x="71417" y="17477"/>
                  </a:cubicBezTo>
                  <a:cubicBezTo>
                    <a:pt x="82915" y="28515"/>
                    <a:pt x="88664" y="43462"/>
                    <a:pt x="88664" y="5852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2" name="Google Shape;2002;p39"/>
            <p:cNvSpPr/>
            <p:nvPr/>
          </p:nvSpPr>
          <p:spPr>
            <a:xfrm rot="-8513943">
              <a:off x="2740738" y="-30931"/>
              <a:ext cx="73575" cy="76430"/>
            </a:xfrm>
            <a:custGeom>
              <a:rect b="b" l="l" r="r" t="t"/>
              <a:pathLst>
                <a:path extrusionOk="0" h="76374" w="73521">
                  <a:moveTo>
                    <a:pt x="73521" y="18609"/>
                  </a:moveTo>
                  <a:lnTo>
                    <a:pt x="0" y="76374"/>
                  </a:lnTo>
                  <a:lnTo>
                    <a:pt x="0" y="38074"/>
                  </a:lnTo>
                  <a:lnTo>
                    <a:pt x="73388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3" name="Google Shape;2003;p39"/>
            <p:cNvSpPr/>
            <p:nvPr/>
          </p:nvSpPr>
          <p:spPr>
            <a:xfrm rot="8713740">
              <a:off x="2166943" y="2731881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4" name="Google Shape;2004;p39"/>
            <p:cNvSpPr/>
            <p:nvPr/>
          </p:nvSpPr>
          <p:spPr>
            <a:xfrm rot="8713740">
              <a:off x="2256488" y="2761143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5" name="Google Shape;2005;p39"/>
            <p:cNvSpPr/>
            <p:nvPr/>
          </p:nvSpPr>
          <p:spPr>
            <a:xfrm rot="8713740">
              <a:off x="2211540" y="2674718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6" name="Google Shape;2006;p39"/>
            <p:cNvSpPr/>
            <p:nvPr/>
          </p:nvSpPr>
          <p:spPr>
            <a:xfrm rot="8713740">
              <a:off x="2054592" y="282019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7" name="Google Shape;2007;p39"/>
            <p:cNvSpPr/>
            <p:nvPr/>
          </p:nvSpPr>
          <p:spPr>
            <a:xfrm rot="8719330">
              <a:off x="1929807" y="261142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8" name="Google Shape;2008;p39"/>
            <p:cNvSpPr/>
            <p:nvPr/>
          </p:nvSpPr>
          <p:spPr>
            <a:xfrm rot="8713013">
              <a:off x="1917376" y="2472800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9" name="Google Shape;2009;p39"/>
            <p:cNvSpPr/>
            <p:nvPr/>
          </p:nvSpPr>
          <p:spPr>
            <a:xfrm rot="8713740">
              <a:off x="2144833" y="2861360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0" name="Google Shape;2010;p39"/>
            <p:cNvSpPr/>
            <p:nvPr/>
          </p:nvSpPr>
          <p:spPr>
            <a:xfrm rot="8713740">
              <a:off x="2456042" y="248172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1" name="Google Shape;2011;p39"/>
            <p:cNvSpPr/>
            <p:nvPr/>
          </p:nvSpPr>
          <p:spPr>
            <a:xfrm rot="8713740">
              <a:off x="2545587" y="251099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2" name="Google Shape;2012;p39"/>
            <p:cNvSpPr/>
            <p:nvPr/>
          </p:nvSpPr>
          <p:spPr>
            <a:xfrm rot="8713740">
              <a:off x="2343691" y="257004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3" name="Google Shape;2013;p39"/>
            <p:cNvSpPr/>
            <p:nvPr/>
          </p:nvSpPr>
          <p:spPr>
            <a:xfrm rot="8719330">
              <a:off x="2218907" y="236127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4" name="Google Shape;2014;p39"/>
            <p:cNvSpPr/>
            <p:nvPr/>
          </p:nvSpPr>
          <p:spPr>
            <a:xfrm rot="8713740">
              <a:off x="2433933" y="2611209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5" name="Google Shape;2015;p39"/>
            <p:cNvSpPr/>
            <p:nvPr/>
          </p:nvSpPr>
          <p:spPr>
            <a:xfrm rot="8718291">
              <a:off x="2192538" y="2461399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6" name="Google Shape;2016;p39"/>
            <p:cNvSpPr/>
            <p:nvPr/>
          </p:nvSpPr>
          <p:spPr>
            <a:xfrm rot="7480670">
              <a:off x="2538924" y="280246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7" name="Google Shape;2017;p39"/>
            <p:cNvSpPr/>
            <p:nvPr/>
          </p:nvSpPr>
          <p:spPr>
            <a:xfrm rot="-8510566">
              <a:off x="2643710" y="2769242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8" name="Google Shape;2018;p39"/>
            <p:cNvSpPr/>
            <p:nvPr/>
          </p:nvSpPr>
          <p:spPr>
            <a:xfrm rot="8706722">
              <a:off x="2829293" y="2577572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9" name="Google Shape;2019;p39"/>
            <p:cNvSpPr/>
            <p:nvPr/>
          </p:nvSpPr>
          <p:spPr>
            <a:xfrm rot="8714346">
              <a:off x="2777463" y="2473660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0" name="Google Shape;2020;p39"/>
            <p:cNvSpPr/>
            <p:nvPr/>
          </p:nvSpPr>
          <p:spPr>
            <a:xfrm rot="8713740">
              <a:off x="2534154" y="250383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1" name="Google Shape;2021;p39"/>
            <p:cNvSpPr/>
            <p:nvPr/>
          </p:nvSpPr>
          <p:spPr>
            <a:xfrm rot="8714346">
              <a:off x="2711669" y="234463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2" name="Google Shape;2022;p39"/>
            <p:cNvSpPr/>
            <p:nvPr/>
          </p:nvSpPr>
          <p:spPr>
            <a:xfrm rot="8713740">
              <a:off x="2390110" y="3391580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3" name="Google Shape;2023;p39"/>
            <p:cNvSpPr/>
            <p:nvPr/>
          </p:nvSpPr>
          <p:spPr>
            <a:xfrm rot="8713740">
              <a:off x="2479655" y="3420842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4" name="Google Shape;2024;p39"/>
            <p:cNvSpPr/>
            <p:nvPr/>
          </p:nvSpPr>
          <p:spPr>
            <a:xfrm rot="8713740">
              <a:off x="2434707" y="3334417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5" name="Google Shape;2025;p39"/>
            <p:cNvSpPr/>
            <p:nvPr/>
          </p:nvSpPr>
          <p:spPr>
            <a:xfrm rot="8713740">
              <a:off x="2277759" y="347989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6" name="Google Shape;2026;p39"/>
            <p:cNvSpPr/>
            <p:nvPr/>
          </p:nvSpPr>
          <p:spPr>
            <a:xfrm rot="8719330">
              <a:off x="2152974" y="327112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7" name="Google Shape;2027;p39"/>
            <p:cNvSpPr/>
            <p:nvPr/>
          </p:nvSpPr>
          <p:spPr>
            <a:xfrm rot="8713013">
              <a:off x="2140543" y="3132499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8" name="Google Shape;2028;p39"/>
            <p:cNvSpPr/>
            <p:nvPr/>
          </p:nvSpPr>
          <p:spPr>
            <a:xfrm rot="8713740">
              <a:off x="2368000" y="3521059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9" name="Google Shape;2029;p39"/>
            <p:cNvSpPr/>
            <p:nvPr/>
          </p:nvSpPr>
          <p:spPr>
            <a:xfrm rot="8713740">
              <a:off x="2679209" y="314142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0" name="Google Shape;2030;p39"/>
            <p:cNvSpPr/>
            <p:nvPr/>
          </p:nvSpPr>
          <p:spPr>
            <a:xfrm rot="8713740">
              <a:off x="2768754" y="317069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1" name="Google Shape;2031;p39"/>
            <p:cNvSpPr/>
            <p:nvPr/>
          </p:nvSpPr>
          <p:spPr>
            <a:xfrm rot="8713740">
              <a:off x="2566858" y="322974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2" name="Google Shape;2032;p39"/>
            <p:cNvSpPr/>
            <p:nvPr/>
          </p:nvSpPr>
          <p:spPr>
            <a:xfrm rot="8719330">
              <a:off x="2442074" y="302097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3" name="Google Shape;2033;p39"/>
            <p:cNvSpPr/>
            <p:nvPr/>
          </p:nvSpPr>
          <p:spPr>
            <a:xfrm rot="8713740">
              <a:off x="2657100" y="327090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4" name="Google Shape;2034;p39"/>
            <p:cNvSpPr/>
            <p:nvPr/>
          </p:nvSpPr>
          <p:spPr>
            <a:xfrm rot="8718291">
              <a:off x="2415705" y="3121098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5" name="Google Shape;2035;p39"/>
            <p:cNvSpPr/>
            <p:nvPr/>
          </p:nvSpPr>
          <p:spPr>
            <a:xfrm rot="7480670">
              <a:off x="2762091" y="346216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6" name="Google Shape;2036;p39"/>
            <p:cNvSpPr/>
            <p:nvPr/>
          </p:nvSpPr>
          <p:spPr>
            <a:xfrm rot="-8510566">
              <a:off x="2866877" y="3428941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7" name="Google Shape;2037;p39"/>
            <p:cNvSpPr/>
            <p:nvPr/>
          </p:nvSpPr>
          <p:spPr>
            <a:xfrm rot="8706722">
              <a:off x="3052460" y="323727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8" name="Google Shape;2038;p39"/>
            <p:cNvSpPr/>
            <p:nvPr/>
          </p:nvSpPr>
          <p:spPr>
            <a:xfrm rot="8714346">
              <a:off x="3000630" y="313335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9" name="Google Shape;2039;p39"/>
            <p:cNvSpPr/>
            <p:nvPr/>
          </p:nvSpPr>
          <p:spPr>
            <a:xfrm rot="8713740">
              <a:off x="2757321" y="316353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0" name="Google Shape;2040;p39"/>
            <p:cNvSpPr/>
            <p:nvPr/>
          </p:nvSpPr>
          <p:spPr>
            <a:xfrm rot="8714346">
              <a:off x="2934836" y="300433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1" name="Google Shape;2041;p39"/>
            <p:cNvSpPr/>
            <p:nvPr/>
          </p:nvSpPr>
          <p:spPr>
            <a:xfrm rot="8716661">
              <a:off x="2865634" y="5089131"/>
              <a:ext cx="140107" cy="103485"/>
            </a:xfrm>
            <a:custGeom>
              <a:rect b="b" l="l" r="r" t="t"/>
              <a:pathLst>
                <a:path extrusionOk="0" h="103412" w="140009">
                  <a:moveTo>
                    <a:pt x="23004" y="73821"/>
                  </a:moveTo>
                  <a:cubicBezTo>
                    <a:pt x="13002" y="64113"/>
                    <a:pt x="6677" y="50875"/>
                    <a:pt x="2853" y="34034"/>
                  </a:cubicBezTo>
                  <a:lnTo>
                    <a:pt x="0" y="0"/>
                  </a:lnTo>
                  <a:lnTo>
                    <a:pt x="140009" y="97050"/>
                  </a:lnTo>
                  <a:lnTo>
                    <a:pt x="137354" y="97759"/>
                  </a:lnTo>
                  <a:cubicBezTo>
                    <a:pt x="121846" y="100775"/>
                    <a:pt x="107579" y="102502"/>
                    <a:pt x="95370" y="103238"/>
                  </a:cubicBezTo>
                  <a:cubicBezTo>
                    <a:pt x="68307" y="105003"/>
                    <a:pt x="41831" y="93236"/>
                    <a:pt x="23004" y="73821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2" name="Google Shape;2042;p39"/>
            <p:cNvSpPr/>
            <p:nvPr/>
          </p:nvSpPr>
          <p:spPr>
            <a:xfrm rot="8716661">
              <a:off x="3543174" y="5126532"/>
              <a:ext cx="17534" cy="24108"/>
            </a:xfrm>
            <a:custGeom>
              <a:rect b="b" l="l" r="r" t="t"/>
              <a:pathLst>
                <a:path extrusionOk="0" h="24091" w="17522">
                  <a:moveTo>
                    <a:pt x="0" y="24091"/>
                  </a:moveTo>
                  <a:lnTo>
                    <a:pt x="1" y="0"/>
                  </a:lnTo>
                  <a:lnTo>
                    <a:pt x="17522" y="12145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3" name="Google Shape;2043;p39"/>
            <p:cNvSpPr/>
            <p:nvPr/>
          </p:nvSpPr>
          <p:spPr>
            <a:xfrm rot="8716661">
              <a:off x="3162890" y="4980402"/>
              <a:ext cx="135567" cy="196012"/>
            </a:xfrm>
            <a:custGeom>
              <a:rect b="b" l="l" r="r" t="t"/>
              <a:pathLst>
                <a:path extrusionOk="0" h="195874" w="135472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40633" y="0"/>
                  </a:lnTo>
                  <a:lnTo>
                    <a:pt x="135472" y="6573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4" name="Google Shape;2044;p39"/>
            <p:cNvSpPr/>
            <p:nvPr/>
          </p:nvSpPr>
          <p:spPr>
            <a:xfrm rot="8716661">
              <a:off x="3075127" y="5096387"/>
              <a:ext cx="71577" cy="66284"/>
            </a:xfrm>
            <a:custGeom>
              <a:rect b="b" l="l" r="r" t="t"/>
              <a:pathLst>
                <a:path extrusionOk="0" h="66237" w="71527">
                  <a:moveTo>
                    <a:pt x="11471" y="55370"/>
                  </a:moveTo>
                  <a:cubicBezTo>
                    <a:pt x="4226" y="48125"/>
                    <a:pt x="0" y="38465"/>
                    <a:pt x="0" y="28202"/>
                  </a:cubicBezTo>
                  <a:lnTo>
                    <a:pt x="0" y="27599"/>
                  </a:lnTo>
                  <a:cubicBezTo>
                    <a:pt x="0" y="17335"/>
                    <a:pt x="4226" y="7676"/>
                    <a:pt x="11471" y="431"/>
                  </a:cubicBezTo>
                  <a:lnTo>
                    <a:pt x="12491" y="0"/>
                  </a:lnTo>
                  <a:lnTo>
                    <a:pt x="71527" y="40922"/>
                  </a:lnTo>
                  <a:lnTo>
                    <a:pt x="65806" y="54766"/>
                  </a:lnTo>
                  <a:cubicBezTo>
                    <a:pt x="58561" y="62011"/>
                    <a:pt x="48902" y="66237"/>
                    <a:pt x="38638" y="66237"/>
                  </a:cubicBezTo>
                  <a:cubicBezTo>
                    <a:pt x="28375" y="66237"/>
                    <a:pt x="18716" y="62614"/>
                    <a:pt x="11471" y="5537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5" name="Google Shape;2045;p39"/>
            <p:cNvSpPr/>
            <p:nvPr/>
          </p:nvSpPr>
          <p:spPr>
            <a:xfrm rot="8716661">
              <a:off x="3669493" y="5103131"/>
              <a:ext cx="86541" cy="68768"/>
            </a:xfrm>
            <a:custGeom>
              <a:rect b="b" l="l" r="r" t="t"/>
              <a:pathLst>
                <a:path extrusionOk="0" h="68720" w="86480">
                  <a:moveTo>
                    <a:pt x="17477" y="52162"/>
                  </a:moveTo>
                  <a:cubicBezTo>
                    <a:pt x="6439" y="41124"/>
                    <a:pt x="0" y="26407"/>
                    <a:pt x="0" y="10771"/>
                  </a:cubicBezTo>
                  <a:lnTo>
                    <a:pt x="0" y="9850"/>
                  </a:lnTo>
                  <a:lnTo>
                    <a:pt x="4159" y="0"/>
                  </a:lnTo>
                  <a:lnTo>
                    <a:pt x="86480" y="57062"/>
                  </a:lnTo>
                  <a:lnTo>
                    <a:pt x="58869" y="68720"/>
                  </a:lnTo>
                  <a:cubicBezTo>
                    <a:pt x="43232" y="68720"/>
                    <a:pt x="28516" y="63201"/>
                    <a:pt x="17477" y="52162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6" name="Google Shape;2046;p39"/>
            <p:cNvSpPr/>
            <p:nvPr/>
          </p:nvSpPr>
          <p:spPr>
            <a:xfrm rot="8714346">
              <a:off x="3598191" y="498340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7" name="Google Shape;2047;p39"/>
            <p:cNvSpPr/>
            <p:nvPr/>
          </p:nvSpPr>
          <p:spPr>
            <a:xfrm rot="8713740">
              <a:off x="2608780" y="404997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8" name="Google Shape;2048;p39"/>
            <p:cNvSpPr/>
            <p:nvPr/>
          </p:nvSpPr>
          <p:spPr>
            <a:xfrm rot="8713740">
              <a:off x="2698325" y="4079238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9" name="Google Shape;2049;p39"/>
            <p:cNvSpPr/>
            <p:nvPr/>
          </p:nvSpPr>
          <p:spPr>
            <a:xfrm rot="8713740">
              <a:off x="2653377" y="3992813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0" name="Google Shape;2050;p39"/>
            <p:cNvSpPr/>
            <p:nvPr/>
          </p:nvSpPr>
          <p:spPr>
            <a:xfrm rot="8713740">
              <a:off x="2496429" y="413829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1" name="Google Shape;2051;p39"/>
            <p:cNvSpPr/>
            <p:nvPr/>
          </p:nvSpPr>
          <p:spPr>
            <a:xfrm rot="8719330">
              <a:off x="2371644" y="392951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2" name="Google Shape;2052;p39"/>
            <p:cNvSpPr/>
            <p:nvPr/>
          </p:nvSpPr>
          <p:spPr>
            <a:xfrm rot="8713013">
              <a:off x="2359213" y="3790895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3" name="Google Shape;2053;p39"/>
            <p:cNvSpPr/>
            <p:nvPr/>
          </p:nvSpPr>
          <p:spPr>
            <a:xfrm rot="8713740">
              <a:off x="2586670" y="417945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4" name="Google Shape;2054;p39"/>
            <p:cNvSpPr/>
            <p:nvPr/>
          </p:nvSpPr>
          <p:spPr>
            <a:xfrm rot="8713740">
              <a:off x="2897879" y="3799824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5" name="Google Shape;2055;p39"/>
            <p:cNvSpPr/>
            <p:nvPr/>
          </p:nvSpPr>
          <p:spPr>
            <a:xfrm rot="8713740">
              <a:off x="2987424" y="3829086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6" name="Google Shape;2056;p39"/>
            <p:cNvSpPr/>
            <p:nvPr/>
          </p:nvSpPr>
          <p:spPr>
            <a:xfrm rot="8713740">
              <a:off x="2785528" y="3888142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7" name="Google Shape;2057;p39"/>
            <p:cNvSpPr/>
            <p:nvPr/>
          </p:nvSpPr>
          <p:spPr>
            <a:xfrm rot="8719330">
              <a:off x="2660744" y="367936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8" name="Google Shape;2058;p39"/>
            <p:cNvSpPr/>
            <p:nvPr/>
          </p:nvSpPr>
          <p:spPr>
            <a:xfrm rot="8713740">
              <a:off x="2875770" y="3929304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9" name="Google Shape;2059;p39"/>
            <p:cNvSpPr/>
            <p:nvPr/>
          </p:nvSpPr>
          <p:spPr>
            <a:xfrm rot="8718291">
              <a:off x="2634375" y="3779494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0" name="Google Shape;2060;p39"/>
            <p:cNvSpPr/>
            <p:nvPr/>
          </p:nvSpPr>
          <p:spPr>
            <a:xfrm rot="7480670">
              <a:off x="2980761" y="412056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1" name="Google Shape;2061;p39"/>
            <p:cNvSpPr/>
            <p:nvPr/>
          </p:nvSpPr>
          <p:spPr>
            <a:xfrm rot="-8510566">
              <a:off x="3085547" y="4087337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2" name="Google Shape;2062;p39"/>
            <p:cNvSpPr/>
            <p:nvPr/>
          </p:nvSpPr>
          <p:spPr>
            <a:xfrm rot="8706722">
              <a:off x="3271130" y="3895667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3" name="Google Shape;2063;p39"/>
            <p:cNvSpPr/>
            <p:nvPr/>
          </p:nvSpPr>
          <p:spPr>
            <a:xfrm rot="8714346">
              <a:off x="3219300" y="379175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4" name="Google Shape;2064;p39"/>
            <p:cNvSpPr/>
            <p:nvPr/>
          </p:nvSpPr>
          <p:spPr>
            <a:xfrm rot="8713740">
              <a:off x="2975991" y="382192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5" name="Google Shape;2065;p39"/>
            <p:cNvSpPr/>
            <p:nvPr/>
          </p:nvSpPr>
          <p:spPr>
            <a:xfrm rot="8714346">
              <a:off x="3153506" y="366273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6" name="Google Shape;2066;p39"/>
            <p:cNvSpPr/>
            <p:nvPr/>
          </p:nvSpPr>
          <p:spPr>
            <a:xfrm rot="8713740">
              <a:off x="2831947" y="470967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7" name="Google Shape;2067;p39"/>
            <p:cNvSpPr/>
            <p:nvPr/>
          </p:nvSpPr>
          <p:spPr>
            <a:xfrm rot="8713740">
              <a:off x="2921492" y="4738937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8" name="Google Shape;2068;p39"/>
            <p:cNvSpPr/>
            <p:nvPr/>
          </p:nvSpPr>
          <p:spPr>
            <a:xfrm rot="8713740">
              <a:off x="2876544" y="4652512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9" name="Google Shape;2069;p39"/>
            <p:cNvSpPr/>
            <p:nvPr/>
          </p:nvSpPr>
          <p:spPr>
            <a:xfrm rot="8713740">
              <a:off x="2719596" y="479799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0" name="Google Shape;2070;p39"/>
            <p:cNvSpPr/>
            <p:nvPr/>
          </p:nvSpPr>
          <p:spPr>
            <a:xfrm rot="8719330">
              <a:off x="2594811" y="458921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1" name="Google Shape;2071;p39"/>
            <p:cNvSpPr/>
            <p:nvPr/>
          </p:nvSpPr>
          <p:spPr>
            <a:xfrm rot="8713013">
              <a:off x="2582380" y="4450594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2" name="Google Shape;2072;p39"/>
            <p:cNvSpPr/>
            <p:nvPr/>
          </p:nvSpPr>
          <p:spPr>
            <a:xfrm rot="8713740">
              <a:off x="2809837" y="4839154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3" name="Google Shape;2073;p39"/>
            <p:cNvSpPr/>
            <p:nvPr/>
          </p:nvSpPr>
          <p:spPr>
            <a:xfrm rot="8713740">
              <a:off x="3121046" y="445952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4" name="Google Shape;2074;p39"/>
            <p:cNvSpPr/>
            <p:nvPr/>
          </p:nvSpPr>
          <p:spPr>
            <a:xfrm rot="8713740">
              <a:off x="3210591" y="448878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5" name="Google Shape;2075;p39"/>
            <p:cNvSpPr/>
            <p:nvPr/>
          </p:nvSpPr>
          <p:spPr>
            <a:xfrm rot="8713740">
              <a:off x="3008695" y="454784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6" name="Google Shape;2076;p39"/>
            <p:cNvSpPr/>
            <p:nvPr/>
          </p:nvSpPr>
          <p:spPr>
            <a:xfrm rot="8719330">
              <a:off x="2883911" y="433906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7" name="Google Shape;2077;p39"/>
            <p:cNvSpPr/>
            <p:nvPr/>
          </p:nvSpPr>
          <p:spPr>
            <a:xfrm rot="8713740">
              <a:off x="3098937" y="458900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8" name="Google Shape;2078;p39"/>
            <p:cNvSpPr/>
            <p:nvPr/>
          </p:nvSpPr>
          <p:spPr>
            <a:xfrm rot="8718291">
              <a:off x="2857542" y="4439193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9" name="Google Shape;2079;p39"/>
            <p:cNvSpPr/>
            <p:nvPr/>
          </p:nvSpPr>
          <p:spPr>
            <a:xfrm rot="7480670">
              <a:off x="3203928" y="478026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0" name="Google Shape;2080;p39"/>
            <p:cNvSpPr/>
            <p:nvPr/>
          </p:nvSpPr>
          <p:spPr>
            <a:xfrm rot="-8510566">
              <a:off x="3308714" y="4747036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1" name="Google Shape;2081;p39"/>
            <p:cNvSpPr/>
            <p:nvPr/>
          </p:nvSpPr>
          <p:spPr>
            <a:xfrm rot="8706722">
              <a:off x="3494297" y="4555366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2" name="Google Shape;2082;p39"/>
            <p:cNvSpPr/>
            <p:nvPr/>
          </p:nvSpPr>
          <p:spPr>
            <a:xfrm rot="8714346">
              <a:off x="3442467" y="445145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3" name="Google Shape;2083;p39"/>
            <p:cNvSpPr/>
            <p:nvPr/>
          </p:nvSpPr>
          <p:spPr>
            <a:xfrm rot="8713740">
              <a:off x="3199158" y="448162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4" name="Google Shape;2084;p39"/>
            <p:cNvSpPr/>
            <p:nvPr/>
          </p:nvSpPr>
          <p:spPr>
            <a:xfrm rot="8714346">
              <a:off x="3376673" y="4322433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5" name="Google Shape;2085;p39"/>
            <p:cNvSpPr/>
            <p:nvPr/>
          </p:nvSpPr>
          <p:spPr>
            <a:xfrm rot="8713740">
              <a:off x="1945425" y="207090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6" name="Google Shape;2086;p39"/>
            <p:cNvSpPr/>
            <p:nvPr/>
          </p:nvSpPr>
          <p:spPr>
            <a:xfrm rot="8713740">
              <a:off x="2034970" y="210016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7" name="Google Shape;2087;p39"/>
            <p:cNvSpPr/>
            <p:nvPr/>
          </p:nvSpPr>
          <p:spPr>
            <a:xfrm rot="8713740">
              <a:off x="1990022" y="2013744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8" name="Google Shape;2088;p39"/>
            <p:cNvSpPr/>
            <p:nvPr/>
          </p:nvSpPr>
          <p:spPr>
            <a:xfrm rot="8713740">
              <a:off x="1833074" y="215922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9" name="Google Shape;2089;p39"/>
            <p:cNvSpPr/>
            <p:nvPr/>
          </p:nvSpPr>
          <p:spPr>
            <a:xfrm rot="8719330">
              <a:off x="1708289" y="195044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0" name="Google Shape;2090;p39"/>
            <p:cNvSpPr/>
            <p:nvPr/>
          </p:nvSpPr>
          <p:spPr>
            <a:xfrm rot="8713013">
              <a:off x="1695858" y="1811826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1" name="Google Shape;2091;p39"/>
            <p:cNvSpPr/>
            <p:nvPr/>
          </p:nvSpPr>
          <p:spPr>
            <a:xfrm rot="8713740">
              <a:off x="1923315" y="220038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2" name="Google Shape;2092;p39"/>
            <p:cNvSpPr/>
            <p:nvPr/>
          </p:nvSpPr>
          <p:spPr>
            <a:xfrm rot="8713740">
              <a:off x="2234524" y="182075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3" name="Google Shape;2093;p39"/>
            <p:cNvSpPr/>
            <p:nvPr/>
          </p:nvSpPr>
          <p:spPr>
            <a:xfrm rot="8713740">
              <a:off x="2324069" y="1850017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4" name="Google Shape;2094;p39"/>
            <p:cNvSpPr/>
            <p:nvPr/>
          </p:nvSpPr>
          <p:spPr>
            <a:xfrm rot="8713740">
              <a:off x="2122173" y="190907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5" name="Google Shape;2095;p39"/>
            <p:cNvSpPr/>
            <p:nvPr/>
          </p:nvSpPr>
          <p:spPr>
            <a:xfrm rot="8719330">
              <a:off x="1997389" y="170029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6" name="Google Shape;2096;p39"/>
            <p:cNvSpPr/>
            <p:nvPr/>
          </p:nvSpPr>
          <p:spPr>
            <a:xfrm rot="8713740">
              <a:off x="2212415" y="195023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7" name="Google Shape;2097;p39"/>
            <p:cNvSpPr/>
            <p:nvPr/>
          </p:nvSpPr>
          <p:spPr>
            <a:xfrm rot="8718291">
              <a:off x="1971020" y="1800425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8" name="Google Shape;2098;p39"/>
            <p:cNvSpPr/>
            <p:nvPr/>
          </p:nvSpPr>
          <p:spPr>
            <a:xfrm rot="7480670">
              <a:off x="2317406" y="214149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9" name="Google Shape;2099;p39"/>
            <p:cNvSpPr/>
            <p:nvPr/>
          </p:nvSpPr>
          <p:spPr>
            <a:xfrm rot="-8510566">
              <a:off x="2422192" y="2108268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0" name="Google Shape;2100;p39"/>
            <p:cNvSpPr/>
            <p:nvPr/>
          </p:nvSpPr>
          <p:spPr>
            <a:xfrm rot="8706722">
              <a:off x="2607775" y="1916598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1" name="Google Shape;2101;p39"/>
            <p:cNvSpPr/>
            <p:nvPr/>
          </p:nvSpPr>
          <p:spPr>
            <a:xfrm rot="8714346">
              <a:off x="2555945" y="181268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2" name="Google Shape;2102;p39"/>
            <p:cNvSpPr/>
            <p:nvPr/>
          </p:nvSpPr>
          <p:spPr>
            <a:xfrm rot="8713740">
              <a:off x="2312636" y="184285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3" name="Google Shape;2103;p39"/>
            <p:cNvSpPr/>
            <p:nvPr/>
          </p:nvSpPr>
          <p:spPr>
            <a:xfrm rot="8714346">
              <a:off x="2490151" y="168366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4" name="Google Shape;2104;p39"/>
            <p:cNvSpPr/>
            <p:nvPr/>
          </p:nvSpPr>
          <p:spPr>
            <a:xfrm rot="8713740">
              <a:off x="1722258" y="141120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5" name="Google Shape;2105;p39"/>
            <p:cNvSpPr/>
            <p:nvPr/>
          </p:nvSpPr>
          <p:spPr>
            <a:xfrm rot="8713740">
              <a:off x="1811803" y="144047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6" name="Google Shape;2106;p39"/>
            <p:cNvSpPr/>
            <p:nvPr/>
          </p:nvSpPr>
          <p:spPr>
            <a:xfrm rot="8713740">
              <a:off x="1766855" y="1354045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7" name="Google Shape;2107;p39"/>
            <p:cNvSpPr/>
            <p:nvPr/>
          </p:nvSpPr>
          <p:spPr>
            <a:xfrm rot="8713740">
              <a:off x="1609907" y="149952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8" name="Google Shape;2108;p39"/>
            <p:cNvSpPr/>
            <p:nvPr/>
          </p:nvSpPr>
          <p:spPr>
            <a:xfrm rot="8719330">
              <a:off x="1485122" y="129075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9" name="Google Shape;2109;p39"/>
            <p:cNvSpPr/>
            <p:nvPr/>
          </p:nvSpPr>
          <p:spPr>
            <a:xfrm rot="8713013">
              <a:off x="1472691" y="1152127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0" name="Google Shape;2110;p39"/>
            <p:cNvSpPr/>
            <p:nvPr/>
          </p:nvSpPr>
          <p:spPr>
            <a:xfrm rot="8713740">
              <a:off x="1700148" y="154068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1" name="Google Shape;2111;p39"/>
            <p:cNvSpPr/>
            <p:nvPr/>
          </p:nvSpPr>
          <p:spPr>
            <a:xfrm rot="8713740">
              <a:off x="2011357" y="116105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2" name="Google Shape;2112;p39"/>
            <p:cNvSpPr/>
            <p:nvPr/>
          </p:nvSpPr>
          <p:spPr>
            <a:xfrm rot="8713740">
              <a:off x="2100902" y="1190318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3" name="Google Shape;2113;p39"/>
            <p:cNvSpPr/>
            <p:nvPr/>
          </p:nvSpPr>
          <p:spPr>
            <a:xfrm rot="8713740">
              <a:off x="1899006" y="124937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4" name="Google Shape;2114;p39"/>
            <p:cNvSpPr/>
            <p:nvPr/>
          </p:nvSpPr>
          <p:spPr>
            <a:xfrm rot="8719330">
              <a:off x="1774222" y="104059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5" name="Google Shape;2115;p39"/>
            <p:cNvSpPr/>
            <p:nvPr/>
          </p:nvSpPr>
          <p:spPr>
            <a:xfrm rot="8713740">
              <a:off x="1989248" y="129053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6" name="Google Shape;2116;p39"/>
            <p:cNvSpPr/>
            <p:nvPr/>
          </p:nvSpPr>
          <p:spPr>
            <a:xfrm rot="8718291">
              <a:off x="1747853" y="1140726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7" name="Google Shape;2117;p39"/>
            <p:cNvSpPr/>
            <p:nvPr/>
          </p:nvSpPr>
          <p:spPr>
            <a:xfrm rot="7480670">
              <a:off x="2094239" y="148179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8" name="Google Shape;2118;p39"/>
            <p:cNvSpPr/>
            <p:nvPr/>
          </p:nvSpPr>
          <p:spPr>
            <a:xfrm rot="-8510566">
              <a:off x="2199025" y="1448569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9" name="Google Shape;2119;p39"/>
            <p:cNvSpPr/>
            <p:nvPr/>
          </p:nvSpPr>
          <p:spPr>
            <a:xfrm rot="8706722">
              <a:off x="2384608" y="1256899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0" name="Google Shape;2120;p39"/>
            <p:cNvSpPr/>
            <p:nvPr/>
          </p:nvSpPr>
          <p:spPr>
            <a:xfrm rot="8714346">
              <a:off x="2332778" y="115298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1" name="Google Shape;2121;p39"/>
            <p:cNvSpPr/>
            <p:nvPr/>
          </p:nvSpPr>
          <p:spPr>
            <a:xfrm rot="8713740">
              <a:off x="2089469" y="118315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2" name="Google Shape;2122;p39"/>
            <p:cNvSpPr/>
            <p:nvPr/>
          </p:nvSpPr>
          <p:spPr>
            <a:xfrm rot="8714346">
              <a:off x="2266984" y="102396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3" name="Google Shape;2123;p39"/>
            <p:cNvSpPr/>
            <p:nvPr/>
          </p:nvSpPr>
          <p:spPr>
            <a:xfrm rot="8713740">
              <a:off x="1503319" y="749150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4" name="Google Shape;2124;p39"/>
            <p:cNvSpPr/>
            <p:nvPr/>
          </p:nvSpPr>
          <p:spPr>
            <a:xfrm rot="8713740">
              <a:off x="1592864" y="778412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5" name="Google Shape;2125;p39"/>
            <p:cNvSpPr/>
            <p:nvPr/>
          </p:nvSpPr>
          <p:spPr>
            <a:xfrm rot="8713740">
              <a:off x="1547916" y="691987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6" name="Google Shape;2126;p39"/>
            <p:cNvSpPr/>
            <p:nvPr/>
          </p:nvSpPr>
          <p:spPr>
            <a:xfrm rot="8713740">
              <a:off x="1390968" y="83746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7" name="Google Shape;2127;p39"/>
            <p:cNvSpPr/>
            <p:nvPr/>
          </p:nvSpPr>
          <p:spPr>
            <a:xfrm rot="8719330">
              <a:off x="1266183" y="62869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8" name="Google Shape;2128;p39"/>
            <p:cNvSpPr/>
            <p:nvPr/>
          </p:nvSpPr>
          <p:spPr>
            <a:xfrm rot="8713013">
              <a:off x="1253752" y="490069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9" name="Google Shape;2129;p39"/>
            <p:cNvSpPr/>
            <p:nvPr/>
          </p:nvSpPr>
          <p:spPr>
            <a:xfrm rot="8713740">
              <a:off x="1481209" y="878629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0" name="Google Shape;2130;p39"/>
            <p:cNvSpPr/>
            <p:nvPr/>
          </p:nvSpPr>
          <p:spPr>
            <a:xfrm rot="8713740">
              <a:off x="1792418" y="49899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1" name="Google Shape;2131;p39"/>
            <p:cNvSpPr/>
            <p:nvPr/>
          </p:nvSpPr>
          <p:spPr>
            <a:xfrm rot="8713740">
              <a:off x="1881963" y="52826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2" name="Google Shape;2132;p39"/>
            <p:cNvSpPr/>
            <p:nvPr/>
          </p:nvSpPr>
          <p:spPr>
            <a:xfrm rot="8713740">
              <a:off x="1680067" y="58731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3" name="Google Shape;2133;p39"/>
            <p:cNvSpPr/>
            <p:nvPr/>
          </p:nvSpPr>
          <p:spPr>
            <a:xfrm rot="8719330">
              <a:off x="1555283" y="37854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4" name="Google Shape;2134;p39"/>
            <p:cNvSpPr/>
            <p:nvPr/>
          </p:nvSpPr>
          <p:spPr>
            <a:xfrm rot="8713740">
              <a:off x="1770309" y="62847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5" name="Google Shape;2135;p39"/>
            <p:cNvSpPr/>
            <p:nvPr/>
          </p:nvSpPr>
          <p:spPr>
            <a:xfrm rot="8718291">
              <a:off x="1528914" y="478668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6" name="Google Shape;2136;p39"/>
            <p:cNvSpPr/>
            <p:nvPr/>
          </p:nvSpPr>
          <p:spPr>
            <a:xfrm rot="7480670">
              <a:off x="1875300" y="81973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7" name="Google Shape;2137;p39"/>
            <p:cNvSpPr/>
            <p:nvPr/>
          </p:nvSpPr>
          <p:spPr>
            <a:xfrm rot="-8510566">
              <a:off x="1980086" y="786511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8" name="Google Shape;2138;p39"/>
            <p:cNvSpPr/>
            <p:nvPr/>
          </p:nvSpPr>
          <p:spPr>
            <a:xfrm rot="8706722">
              <a:off x="2165669" y="59484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9" name="Google Shape;2139;p39"/>
            <p:cNvSpPr/>
            <p:nvPr/>
          </p:nvSpPr>
          <p:spPr>
            <a:xfrm rot="8714346">
              <a:off x="2113839" y="49092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0" name="Google Shape;2140;p39"/>
            <p:cNvSpPr/>
            <p:nvPr/>
          </p:nvSpPr>
          <p:spPr>
            <a:xfrm rot="8713740">
              <a:off x="1870530" y="52110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1" name="Google Shape;2141;p39"/>
            <p:cNvSpPr/>
            <p:nvPr/>
          </p:nvSpPr>
          <p:spPr>
            <a:xfrm rot="8714346">
              <a:off x="2048045" y="36190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2" name="Google Shape;2142;p39"/>
            <p:cNvSpPr/>
            <p:nvPr/>
          </p:nvSpPr>
          <p:spPr>
            <a:xfrm rot="8713740">
              <a:off x="1280649" y="8573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3" name="Google Shape;2143;p39"/>
            <p:cNvSpPr/>
            <p:nvPr/>
          </p:nvSpPr>
          <p:spPr>
            <a:xfrm rot="8713740">
              <a:off x="1370194" y="114997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4" name="Google Shape;2144;p39"/>
            <p:cNvSpPr/>
            <p:nvPr/>
          </p:nvSpPr>
          <p:spPr>
            <a:xfrm rot="8713740">
              <a:off x="1325246" y="28572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5" name="Google Shape;2145;p39"/>
            <p:cNvSpPr/>
            <p:nvPr/>
          </p:nvSpPr>
          <p:spPr>
            <a:xfrm rot="8713740">
              <a:off x="1168298" y="17405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6" name="Google Shape;2146;p39"/>
            <p:cNvSpPr/>
            <p:nvPr/>
          </p:nvSpPr>
          <p:spPr>
            <a:xfrm rot="8716661">
              <a:off x="1045285" y="-13632"/>
              <a:ext cx="203990" cy="172693"/>
            </a:xfrm>
            <a:custGeom>
              <a:rect b="b" l="l" r="r" t="t"/>
              <a:pathLst>
                <a:path extrusionOk="0" h="172572" w="203847">
                  <a:moveTo>
                    <a:pt x="98725" y="172572"/>
                  </a:moveTo>
                  <a:lnTo>
                    <a:pt x="65988" y="149880"/>
                  </a:ln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7" name="Google Shape;2147;p39"/>
            <p:cNvSpPr/>
            <p:nvPr/>
          </p:nvSpPr>
          <p:spPr>
            <a:xfrm rot="8716661">
              <a:off x="1049370" y="-107440"/>
              <a:ext cx="290847" cy="275416"/>
            </a:xfrm>
            <a:custGeom>
              <a:rect b="b" l="l" r="r" t="t"/>
              <a:pathLst>
                <a:path extrusionOk="0" h="275223" w="290643">
                  <a:moveTo>
                    <a:pt x="79172" y="128638"/>
                  </a:moveTo>
                  <a:lnTo>
                    <a:pt x="0" y="73758"/>
                  </a:lnTo>
                  <a:lnTo>
                    <a:pt x="0" y="40596"/>
                  </a:lnTo>
                  <a:lnTo>
                    <a:pt x="78250" y="0"/>
                  </a:lnTo>
                  <a:close/>
                  <a:moveTo>
                    <a:pt x="290643" y="275223"/>
                  </a:moveTo>
                  <a:lnTo>
                    <a:pt x="278016" y="266470"/>
                  </a:lnTo>
                  <a:lnTo>
                    <a:pt x="289467" y="261815"/>
                  </a:lnTo>
                  <a:cubicBezTo>
                    <a:pt x="290055" y="264168"/>
                    <a:pt x="290643" y="267110"/>
                    <a:pt x="290643" y="26946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8" name="Google Shape;2148;p39"/>
            <p:cNvSpPr/>
            <p:nvPr/>
          </p:nvSpPr>
          <p:spPr>
            <a:xfrm rot="8713740">
              <a:off x="1258539" y="215214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9" name="Google Shape;2149;p39"/>
            <p:cNvSpPr/>
            <p:nvPr/>
          </p:nvSpPr>
          <p:spPr>
            <a:xfrm rot="8716661">
              <a:off x="1604405" y="-50051"/>
              <a:ext cx="142267" cy="106822"/>
            </a:xfrm>
            <a:custGeom>
              <a:rect b="b" l="l" r="r" t="t"/>
              <a:pathLst>
                <a:path extrusionOk="0" h="106747" w="142167">
                  <a:moveTo>
                    <a:pt x="142167" y="106747"/>
                  </a:moveTo>
                  <a:lnTo>
                    <a:pt x="79942" y="63615"/>
                  </a:lnTo>
                  <a:lnTo>
                    <a:pt x="74103" y="53597"/>
                  </a:lnTo>
                  <a:cubicBezTo>
                    <a:pt x="70400" y="50806"/>
                    <a:pt x="65616" y="49439"/>
                    <a:pt x="60604" y="50123"/>
                  </a:cubicBezTo>
                  <a:lnTo>
                    <a:pt x="60478" y="50123"/>
                  </a:lnTo>
                  <a:lnTo>
                    <a:pt x="0" y="8201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8"/>
                    <a:pt x="142167" y="501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0" name="Google Shape;2150;p39"/>
            <p:cNvSpPr/>
            <p:nvPr/>
          </p:nvSpPr>
          <p:spPr>
            <a:xfrm rot="8716661">
              <a:off x="1699580" y="-2042"/>
              <a:ext cx="260822" cy="104465"/>
            </a:xfrm>
            <a:custGeom>
              <a:rect b="b" l="l" r="r" t="t"/>
              <a:pathLst>
                <a:path extrusionOk="0" h="104392" w="260639">
                  <a:moveTo>
                    <a:pt x="117530" y="104392"/>
                  </a:moveTo>
                  <a:lnTo>
                    <a:pt x="51490" y="58614"/>
                  </a:lnTo>
                  <a:lnTo>
                    <a:pt x="51490" y="45624"/>
                  </a:lnTo>
                  <a:lnTo>
                    <a:pt x="32748" y="45624"/>
                  </a:lnTo>
                  <a:lnTo>
                    <a:pt x="0" y="22924"/>
                  </a:lnTo>
                  <a:lnTo>
                    <a:pt x="0" y="1425"/>
                  </a:lnTo>
                  <a:lnTo>
                    <a:pt x="104802" y="1425"/>
                  </a:lnTo>
                  <a:lnTo>
                    <a:pt x="104802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5"/>
                    <a:pt x="184544" y="40156"/>
                    <a:pt x="164950" y="40156"/>
                  </a:cubicBezTo>
                  <a:cubicBezTo>
                    <a:pt x="150369" y="40156"/>
                    <a:pt x="137041" y="49839"/>
                    <a:pt x="127358" y="65616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1" name="Google Shape;2151;p39"/>
            <p:cNvSpPr/>
            <p:nvPr/>
          </p:nvSpPr>
          <p:spPr>
            <a:xfrm rot="8713740">
              <a:off x="1547639" y="-3493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2" name="Google Shape;2152;p39"/>
            <p:cNvSpPr/>
            <p:nvPr/>
          </p:nvSpPr>
          <p:spPr>
            <a:xfrm rot="7480670">
              <a:off x="1652630" y="15632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3" name="Google Shape;2153;p39"/>
            <p:cNvSpPr/>
            <p:nvPr/>
          </p:nvSpPr>
          <p:spPr>
            <a:xfrm rot="-8510566">
              <a:off x="1757416" y="123096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4" name="Google Shape;2154;p39"/>
            <p:cNvSpPr/>
            <p:nvPr/>
          </p:nvSpPr>
          <p:spPr>
            <a:xfrm rot="8716661">
              <a:off x="1960493" y="3228"/>
              <a:ext cx="142787" cy="109254"/>
            </a:xfrm>
            <a:custGeom>
              <a:rect b="b" l="l" r="r" t="t"/>
              <a:pathLst>
                <a:path extrusionOk="0" h="109177" w="142687">
                  <a:moveTo>
                    <a:pt x="48521" y="109177"/>
                  </a:moveTo>
                  <a:lnTo>
                    <a:pt x="0" y="75545"/>
                  </a:lnTo>
                  <a:lnTo>
                    <a:pt x="44875" y="33320"/>
                  </a:lnTo>
                  <a:cubicBezTo>
                    <a:pt x="60998" y="14511"/>
                    <a:pt x="84107" y="2687"/>
                    <a:pt x="109367" y="0"/>
                  </a:cubicBezTo>
                  <a:cubicBezTo>
                    <a:pt x="135163" y="0"/>
                    <a:pt x="142687" y="22572"/>
                    <a:pt x="142687" y="39770"/>
                  </a:cubicBezTo>
                  <a:cubicBezTo>
                    <a:pt x="141074" y="58580"/>
                    <a:pt x="128713" y="74165"/>
                    <a:pt x="111516" y="81689"/>
                  </a:cubicBezTo>
                  <a:lnTo>
                    <a:pt x="112053" y="8168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5" name="Google Shape;2155;p39"/>
            <p:cNvSpPr/>
            <p:nvPr/>
          </p:nvSpPr>
          <p:spPr>
            <a:xfrm rot="8713740">
              <a:off x="1076588" y="2547270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6" name="Google Shape;2156;p39"/>
            <p:cNvSpPr/>
            <p:nvPr/>
          </p:nvSpPr>
          <p:spPr>
            <a:xfrm rot="8713740">
              <a:off x="1166133" y="2576532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7" name="Google Shape;2157;p39"/>
            <p:cNvSpPr/>
            <p:nvPr/>
          </p:nvSpPr>
          <p:spPr>
            <a:xfrm rot="8713740">
              <a:off x="1121185" y="2490107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8" name="Google Shape;2158;p39"/>
            <p:cNvSpPr/>
            <p:nvPr/>
          </p:nvSpPr>
          <p:spPr>
            <a:xfrm rot="8713740">
              <a:off x="964237" y="263558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9" name="Google Shape;2159;p39"/>
            <p:cNvSpPr/>
            <p:nvPr/>
          </p:nvSpPr>
          <p:spPr>
            <a:xfrm rot="8719330">
              <a:off x="839452" y="242681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0" name="Google Shape;2160;p39"/>
            <p:cNvSpPr/>
            <p:nvPr/>
          </p:nvSpPr>
          <p:spPr>
            <a:xfrm rot="8713013">
              <a:off x="827021" y="2288189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1" name="Google Shape;2161;p39"/>
            <p:cNvSpPr/>
            <p:nvPr/>
          </p:nvSpPr>
          <p:spPr>
            <a:xfrm rot="8713740">
              <a:off x="1054478" y="2676749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2" name="Google Shape;2162;p39"/>
            <p:cNvSpPr/>
            <p:nvPr/>
          </p:nvSpPr>
          <p:spPr>
            <a:xfrm rot="8713740">
              <a:off x="1365687" y="229711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3" name="Google Shape;2163;p39"/>
            <p:cNvSpPr/>
            <p:nvPr/>
          </p:nvSpPr>
          <p:spPr>
            <a:xfrm rot="8713740">
              <a:off x="1455232" y="232638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4" name="Google Shape;2164;p39"/>
            <p:cNvSpPr/>
            <p:nvPr/>
          </p:nvSpPr>
          <p:spPr>
            <a:xfrm rot="8713740">
              <a:off x="1253336" y="238543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5" name="Google Shape;2165;p39"/>
            <p:cNvSpPr/>
            <p:nvPr/>
          </p:nvSpPr>
          <p:spPr>
            <a:xfrm rot="8719330">
              <a:off x="1128552" y="217666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6" name="Google Shape;2166;p39"/>
            <p:cNvSpPr/>
            <p:nvPr/>
          </p:nvSpPr>
          <p:spPr>
            <a:xfrm rot="8713740">
              <a:off x="1343578" y="242659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7" name="Google Shape;2167;p39"/>
            <p:cNvSpPr/>
            <p:nvPr/>
          </p:nvSpPr>
          <p:spPr>
            <a:xfrm rot="8718291">
              <a:off x="1102183" y="2276788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8" name="Google Shape;2168;p39"/>
            <p:cNvSpPr/>
            <p:nvPr/>
          </p:nvSpPr>
          <p:spPr>
            <a:xfrm rot="7480670">
              <a:off x="1448569" y="261785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9" name="Google Shape;2169;p39"/>
            <p:cNvSpPr/>
            <p:nvPr/>
          </p:nvSpPr>
          <p:spPr>
            <a:xfrm rot="-8510566">
              <a:off x="1553355" y="2584631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0" name="Google Shape;2170;p39"/>
            <p:cNvSpPr/>
            <p:nvPr/>
          </p:nvSpPr>
          <p:spPr>
            <a:xfrm rot="8706722">
              <a:off x="1738938" y="239296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1" name="Google Shape;2171;p39"/>
            <p:cNvSpPr/>
            <p:nvPr/>
          </p:nvSpPr>
          <p:spPr>
            <a:xfrm rot="8714346">
              <a:off x="1687108" y="228904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2" name="Google Shape;2172;p39"/>
            <p:cNvSpPr/>
            <p:nvPr/>
          </p:nvSpPr>
          <p:spPr>
            <a:xfrm rot="8713740">
              <a:off x="1443799" y="231922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3" name="Google Shape;2173;p39"/>
            <p:cNvSpPr/>
            <p:nvPr/>
          </p:nvSpPr>
          <p:spPr>
            <a:xfrm rot="8714346">
              <a:off x="1621314" y="216002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4" name="Google Shape;2174;p39"/>
            <p:cNvSpPr/>
            <p:nvPr/>
          </p:nvSpPr>
          <p:spPr>
            <a:xfrm rot="8713740">
              <a:off x="1299755" y="320696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5" name="Google Shape;2175;p39"/>
            <p:cNvSpPr/>
            <p:nvPr/>
          </p:nvSpPr>
          <p:spPr>
            <a:xfrm rot="8713740">
              <a:off x="1389300" y="323623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6" name="Google Shape;2176;p39"/>
            <p:cNvSpPr/>
            <p:nvPr/>
          </p:nvSpPr>
          <p:spPr>
            <a:xfrm rot="8713740">
              <a:off x="1344352" y="314980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7" name="Google Shape;2177;p39"/>
            <p:cNvSpPr/>
            <p:nvPr/>
          </p:nvSpPr>
          <p:spPr>
            <a:xfrm rot="8713740">
              <a:off x="1187404" y="329528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8" name="Google Shape;2178;p39"/>
            <p:cNvSpPr/>
            <p:nvPr/>
          </p:nvSpPr>
          <p:spPr>
            <a:xfrm rot="8719330">
              <a:off x="1062619" y="308651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9" name="Google Shape;2179;p39"/>
            <p:cNvSpPr/>
            <p:nvPr/>
          </p:nvSpPr>
          <p:spPr>
            <a:xfrm rot="8713013">
              <a:off x="1050188" y="2947888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0" name="Google Shape;2180;p39"/>
            <p:cNvSpPr/>
            <p:nvPr/>
          </p:nvSpPr>
          <p:spPr>
            <a:xfrm rot="8713740">
              <a:off x="1277645" y="333644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1" name="Google Shape;2181;p39"/>
            <p:cNvSpPr/>
            <p:nvPr/>
          </p:nvSpPr>
          <p:spPr>
            <a:xfrm rot="8713740">
              <a:off x="1588854" y="295681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2" name="Google Shape;2182;p39"/>
            <p:cNvSpPr/>
            <p:nvPr/>
          </p:nvSpPr>
          <p:spPr>
            <a:xfrm rot="8713740">
              <a:off x="1678399" y="298607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3" name="Google Shape;2183;p39"/>
            <p:cNvSpPr/>
            <p:nvPr/>
          </p:nvSpPr>
          <p:spPr>
            <a:xfrm rot="8713740">
              <a:off x="1476503" y="304513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4" name="Google Shape;2184;p39"/>
            <p:cNvSpPr/>
            <p:nvPr/>
          </p:nvSpPr>
          <p:spPr>
            <a:xfrm rot="8719330">
              <a:off x="1351719" y="283635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5" name="Google Shape;2185;p39"/>
            <p:cNvSpPr/>
            <p:nvPr/>
          </p:nvSpPr>
          <p:spPr>
            <a:xfrm rot="8713740">
              <a:off x="1566745" y="308629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6" name="Google Shape;2186;p39"/>
            <p:cNvSpPr/>
            <p:nvPr/>
          </p:nvSpPr>
          <p:spPr>
            <a:xfrm rot="8718291">
              <a:off x="1325350" y="293648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7" name="Google Shape;2187;p39"/>
            <p:cNvSpPr/>
            <p:nvPr/>
          </p:nvSpPr>
          <p:spPr>
            <a:xfrm rot="7480670">
              <a:off x="1671736" y="327755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8" name="Google Shape;2188;p39"/>
            <p:cNvSpPr/>
            <p:nvPr/>
          </p:nvSpPr>
          <p:spPr>
            <a:xfrm rot="-8510566">
              <a:off x="1776522" y="3244330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9" name="Google Shape;2189;p39"/>
            <p:cNvSpPr/>
            <p:nvPr/>
          </p:nvSpPr>
          <p:spPr>
            <a:xfrm rot="8706722">
              <a:off x="1962105" y="3052660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0" name="Google Shape;2190;p39"/>
            <p:cNvSpPr/>
            <p:nvPr/>
          </p:nvSpPr>
          <p:spPr>
            <a:xfrm rot="8714346">
              <a:off x="1910275" y="294874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1" name="Google Shape;2191;p39"/>
            <p:cNvSpPr/>
            <p:nvPr/>
          </p:nvSpPr>
          <p:spPr>
            <a:xfrm rot="8713740">
              <a:off x="1666966" y="297891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2" name="Google Shape;2192;p39"/>
            <p:cNvSpPr/>
            <p:nvPr/>
          </p:nvSpPr>
          <p:spPr>
            <a:xfrm rot="8714346">
              <a:off x="1844481" y="281972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3" name="Google Shape;2193;p39"/>
            <p:cNvSpPr/>
            <p:nvPr/>
          </p:nvSpPr>
          <p:spPr>
            <a:xfrm rot="8716661">
              <a:off x="2092087" y="5100841"/>
              <a:ext cx="63878" cy="43414"/>
            </a:xfrm>
            <a:custGeom>
              <a:rect b="b" l="l" r="r" t="t"/>
              <a:pathLst>
                <a:path extrusionOk="0" h="43384" w="63833">
                  <a:moveTo>
                    <a:pt x="5923" y="43384"/>
                  </a:moveTo>
                  <a:lnTo>
                    <a:pt x="0" y="35182"/>
                  </a:lnTo>
                  <a:lnTo>
                    <a:pt x="37391" y="0"/>
                  </a:lnTo>
                  <a:lnTo>
                    <a:pt x="63833" y="1832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4" name="Google Shape;2194;p39"/>
            <p:cNvSpPr/>
            <p:nvPr/>
          </p:nvSpPr>
          <p:spPr>
            <a:xfrm rot="8716661">
              <a:off x="1788941" y="5044260"/>
              <a:ext cx="113402" cy="144392"/>
            </a:xfrm>
            <a:custGeom>
              <a:rect b="b" l="l" r="r" t="t"/>
              <a:pathLst>
                <a:path extrusionOk="0" h="144291" w="113322">
                  <a:moveTo>
                    <a:pt x="0" y="3741"/>
                  </a:moveTo>
                  <a:lnTo>
                    <a:pt x="0" y="0"/>
                  </a:lnTo>
                  <a:lnTo>
                    <a:pt x="5398" y="3741"/>
                  </a:lnTo>
                  <a:close/>
                  <a:moveTo>
                    <a:pt x="90709" y="144291"/>
                  </a:moveTo>
                  <a:lnTo>
                    <a:pt x="47847" y="64547"/>
                  </a:lnTo>
                  <a:lnTo>
                    <a:pt x="56901" y="39441"/>
                  </a:lnTo>
                  <a:lnTo>
                    <a:pt x="113322" y="78551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5" name="Google Shape;2195;p39"/>
            <p:cNvSpPr/>
            <p:nvPr/>
          </p:nvSpPr>
          <p:spPr>
            <a:xfrm rot="8716661">
              <a:off x="1701090" y="4926838"/>
              <a:ext cx="290847" cy="318759"/>
            </a:xfrm>
            <a:custGeom>
              <a:rect b="b" l="l" r="r" t="t"/>
              <a:pathLst>
                <a:path extrusionOk="0" h="318535" w="290643">
                  <a:moveTo>
                    <a:pt x="25298" y="288944"/>
                  </a:moveTo>
                  <a:cubicBezTo>
                    <a:pt x="5295" y="269528"/>
                    <a:pt x="0" y="235992"/>
                    <a:pt x="0" y="187748"/>
                  </a:cubicBezTo>
                  <a:lnTo>
                    <a:pt x="0" y="8302"/>
                  </a:lnTo>
                  <a:lnTo>
                    <a:pt x="16003" y="0"/>
                  </a:lnTo>
                  <a:lnTo>
                    <a:pt x="78793" y="43524"/>
                  </a:lnTo>
                  <a:lnTo>
                    <a:pt x="79427" y="131855"/>
                  </a:lnTo>
                  <a:cubicBezTo>
                    <a:pt x="77662" y="164803"/>
                    <a:pt x="82957" y="198338"/>
                    <a:pt x="93547" y="229521"/>
                  </a:cubicBezTo>
                  <a:cubicBezTo>
                    <a:pt x="102961" y="255408"/>
                    <a:pt x="127083" y="268352"/>
                    <a:pt x="164149" y="268352"/>
                  </a:cubicBezTo>
                  <a:cubicBezTo>
                    <a:pt x="182387" y="267763"/>
                    <a:pt x="200038" y="264233"/>
                    <a:pt x="217100" y="258938"/>
                  </a:cubicBezTo>
                  <a:cubicBezTo>
                    <a:pt x="241810" y="251290"/>
                    <a:pt x="265933" y="241288"/>
                    <a:pt x="289467" y="229521"/>
                  </a:cubicBezTo>
                  <a:cubicBezTo>
                    <a:pt x="290055" y="231874"/>
                    <a:pt x="290643" y="234816"/>
                    <a:pt x="290643" y="237169"/>
                  </a:cubicBezTo>
                  <a:lnTo>
                    <a:pt x="290643" y="243052"/>
                  </a:lnTo>
                  <a:cubicBezTo>
                    <a:pt x="228278" y="296592"/>
                    <a:pt x="146498" y="315419"/>
                    <a:pt x="97665" y="318361"/>
                  </a:cubicBezTo>
                  <a:cubicBezTo>
                    <a:pt x="70602" y="320126"/>
                    <a:pt x="44126" y="308359"/>
                    <a:pt x="25298" y="288944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6" name="Google Shape;2196;p39"/>
            <p:cNvSpPr/>
            <p:nvPr/>
          </p:nvSpPr>
          <p:spPr>
            <a:xfrm rot="8716661">
              <a:off x="2251058" y="4935716"/>
              <a:ext cx="142267" cy="232551"/>
            </a:xfrm>
            <a:custGeom>
              <a:rect b="b" l="l" r="r" t="t"/>
              <a:pathLst>
                <a:path extrusionOk="0" h="232388" w="142167">
                  <a:moveTo>
                    <a:pt x="81108" y="232388"/>
                  </a:moveTo>
                  <a:lnTo>
                    <a:pt x="81108" y="69716"/>
                  </a:lnTo>
                  <a:cubicBezTo>
                    <a:pt x="81108" y="68350"/>
                    <a:pt x="81108" y="66983"/>
                    <a:pt x="81108" y="65616"/>
                  </a:cubicBezTo>
                  <a:cubicBezTo>
                    <a:pt x="79742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63990" y="0"/>
                  </a:lnTo>
                  <a:lnTo>
                    <a:pt x="142167" y="54190"/>
                  </a:lnTo>
                  <a:lnTo>
                    <a:pt x="142167" y="208238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7" name="Google Shape;2197;p39"/>
            <p:cNvSpPr/>
            <p:nvPr/>
          </p:nvSpPr>
          <p:spPr>
            <a:xfrm rot="8716661">
              <a:off x="2456731" y="4924426"/>
              <a:ext cx="131338" cy="253526"/>
            </a:xfrm>
            <a:custGeom>
              <a:rect b="b" l="l" r="r" t="t"/>
              <a:pathLst>
                <a:path extrusionOk="0" h="253348" w="131246">
                  <a:moveTo>
                    <a:pt x="51490" y="253348"/>
                  </a:moveTo>
                  <a:lnTo>
                    <a:pt x="51489" y="44199"/>
                  </a:lnTo>
                  <a:lnTo>
                    <a:pt x="0" y="44199"/>
                  </a:lnTo>
                  <a:lnTo>
                    <a:pt x="0" y="0"/>
                  </a:lnTo>
                  <a:lnTo>
                    <a:pt x="44807" y="0"/>
                  </a:lnTo>
                  <a:lnTo>
                    <a:pt x="104802" y="41587"/>
                  </a:lnTo>
                  <a:lnTo>
                    <a:pt x="104802" y="73817"/>
                  </a:lnTo>
                  <a:lnTo>
                    <a:pt x="106169" y="73817"/>
                  </a:lnTo>
                  <a:lnTo>
                    <a:pt x="115569" y="49050"/>
                  </a:lnTo>
                  <a:lnTo>
                    <a:pt x="131246" y="59916"/>
                  </a:lnTo>
                  <a:lnTo>
                    <a:pt x="127358" y="64191"/>
                  </a:lnTo>
                  <a:cubicBezTo>
                    <a:pt x="117675" y="79968"/>
                    <a:pt x="111638" y="101840"/>
                    <a:pt x="111638" y="126218"/>
                  </a:cubicBezTo>
                  <a:lnTo>
                    <a:pt x="111638" y="21233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8" name="Google Shape;2198;p39"/>
            <p:cNvSpPr/>
            <p:nvPr/>
          </p:nvSpPr>
          <p:spPr>
            <a:xfrm rot="8713740">
              <a:off x="2139858" y="502420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9" name="Google Shape;2199;p39"/>
            <p:cNvSpPr/>
            <p:nvPr/>
          </p:nvSpPr>
          <p:spPr>
            <a:xfrm rot="8719330">
              <a:off x="2015074" y="481542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0" name="Google Shape;2200;p39"/>
            <p:cNvSpPr/>
            <p:nvPr/>
          </p:nvSpPr>
          <p:spPr>
            <a:xfrm rot="8716661">
              <a:off x="2190205" y="5090541"/>
              <a:ext cx="60189" cy="76952"/>
            </a:xfrm>
            <a:custGeom>
              <a:rect b="b" l="l" r="r" t="t"/>
              <a:pathLst>
                <a:path extrusionOk="0" h="76898" w="60147">
                  <a:moveTo>
                    <a:pt x="60147" y="76898"/>
                  </a:moveTo>
                  <a:lnTo>
                    <a:pt x="0" y="19028"/>
                  </a:lnTo>
                  <a:lnTo>
                    <a:pt x="0" y="0"/>
                  </a:lnTo>
                  <a:lnTo>
                    <a:pt x="60147" y="41692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1" name="Google Shape;2201;p39"/>
            <p:cNvSpPr/>
            <p:nvPr/>
          </p:nvSpPr>
          <p:spPr>
            <a:xfrm rot="8718291">
              <a:off x="1988705" y="4915556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2" name="Google Shape;2202;p39"/>
            <p:cNvSpPr/>
            <p:nvPr/>
          </p:nvSpPr>
          <p:spPr>
            <a:xfrm rot="8716661">
              <a:off x="2650651" y="5021657"/>
              <a:ext cx="177824" cy="117642"/>
            </a:xfrm>
            <a:custGeom>
              <a:rect b="b" l="l" r="r" t="t"/>
              <a:pathLst>
                <a:path extrusionOk="0" h="117559" w="177699">
                  <a:moveTo>
                    <a:pt x="6986" y="117559"/>
                  </a:moveTo>
                  <a:lnTo>
                    <a:pt x="0" y="107886"/>
                  </a:lnTo>
                  <a:lnTo>
                    <a:pt x="114658" y="0"/>
                  </a:lnTo>
                  <a:lnTo>
                    <a:pt x="177699" y="43698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3" name="Google Shape;2203;p39"/>
            <p:cNvSpPr/>
            <p:nvPr/>
          </p:nvSpPr>
          <p:spPr>
            <a:xfrm rot="8714346">
              <a:off x="2573630" y="492781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4" name="Google Shape;2204;p39"/>
            <p:cNvSpPr/>
            <p:nvPr/>
          </p:nvSpPr>
          <p:spPr>
            <a:xfrm rot="8713740">
              <a:off x="2330321" y="495798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5" name="Google Shape;2205;p39"/>
            <p:cNvSpPr/>
            <p:nvPr/>
          </p:nvSpPr>
          <p:spPr>
            <a:xfrm rot="8714346">
              <a:off x="2507836" y="479879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6" name="Google Shape;2206;p39"/>
            <p:cNvSpPr/>
            <p:nvPr/>
          </p:nvSpPr>
          <p:spPr>
            <a:xfrm rot="8713740">
              <a:off x="1518425" y="386536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7" name="Google Shape;2207;p39"/>
            <p:cNvSpPr/>
            <p:nvPr/>
          </p:nvSpPr>
          <p:spPr>
            <a:xfrm rot="8713740">
              <a:off x="1607970" y="3894627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8" name="Google Shape;2208;p39"/>
            <p:cNvSpPr/>
            <p:nvPr/>
          </p:nvSpPr>
          <p:spPr>
            <a:xfrm rot="8713740">
              <a:off x="1563022" y="3808202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9" name="Google Shape;2209;p39"/>
            <p:cNvSpPr/>
            <p:nvPr/>
          </p:nvSpPr>
          <p:spPr>
            <a:xfrm rot="8713740">
              <a:off x="1406074" y="395368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0" name="Google Shape;2210;p39"/>
            <p:cNvSpPr/>
            <p:nvPr/>
          </p:nvSpPr>
          <p:spPr>
            <a:xfrm rot="8719330">
              <a:off x="1281289" y="374490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1" name="Google Shape;2211;p39"/>
            <p:cNvSpPr/>
            <p:nvPr/>
          </p:nvSpPr>
          <p:spPr>
            <a:xfrm rot="8713013">
              <a:off x="1268858" y="3606284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2" name="Google Shape;2212;p39"/>
            <p:cNvSpPr/>
            <p:nvPr/>
          </p:nvSpPr>
          <p:spPr>
            <a:xfrm rot="8713740">
              <a:off x="1496315" y="3994844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3" name="Google Shape;2213;p39"/>
            <p:cNvSpPr/>
            <p:nvPr/>
          </p:nvSpPr>
          <p:spPr>
            <a:xfrm rot="8713740">
              <a:off x="1807524" y="361521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4" name="Google Shape;2214;p39"/>
            <p:cNvSpPr/>
            <p:nvPr/>
          </p:nvSpPr>
          <p:spPr>
            <a:xfrm rot="8713740">
              <a:off x="1897069" y="364447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5" name="Google Shape;2215;p39"/>
            <p:cNvSpPr/>
            <p:nvPr/>
          </p:nvSpPr>
          <p:spPr>
            <a:xfrm rot="8713740">
              <a:off x="1695173" y="370353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6" name="Google Shape;2216;p39"/>
            <p:cNvSpPr/>
            <p:nvPr/>
          </p:nvSpPr>
          <p:spPr>
            <a:xfrm rot="8719330">
              <a:off x="1570389" y="349475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7" name="Google Shape;2217;p39"/>
            <p:cNvSpPr/>
            <p:nvPr/>
          </p:nvSpPr>
          <p:spPr>
            <a:xfrm rot="8713740">
              <a:off x="1785415" y="374469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8" name="Google Shape;2218;p39"/>
            <p:cNvSpPr/>
            <p:nvPr/>
          </p:nvSpPr>
          <p:spPr>
            <a:xfrm rot="8718291">
              <a:off x="1544020" y="3594883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9" name="Google Shape;2219;p39"/>
            <p:cNvSpPr/>
            <p:nvPr/>
          </p:nvSpPr>
          <p:spPr>
            <a:xfrm rot="7480670">
              <a:off x="1890406" y="393595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0" name="Google Shape;2220;p39"/>
            <p:cNvSpPr/>
            <p:nvPr/>
          </p:nvSpPr>
          <p:spPr>
            <a:xfrm rot="-8510566">
              <a:off x="1995192" y="3902726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1" name="Google Shape;2221;p39"/>
            <p:cNvSpPr/>
            <p:nvPr/>
          </p:nvSpPr>
          <p:spPr>
            <a:xfrm rot="8706722">
              <a:off x="2180775" y="3711056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2" name="Google Shape;2222;p39"/>
            <p:cNvSpPr/>
            <p:nvPr/>
          </p:nvSpPr>
          <p:spPr>
            <a:xfrm rot="8714346">
              <a:off x="2128945" y="360714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3" name="Google Shape;2223;p39"/>
            <p:cNvSpPr/>
            <p:nvPr/>
          </p:nvSpPr>
          <p:spPr>
            <a:xfrm rot="8713740">
              <a:off x="1885636" y="36373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4" name="Google Shape;2224;p39"/>
            <p:cNvSpPr/>
            <p:nvPr/>
          </p:nvSpPr>
          <p:spPr>
            <a:xfrm rot="8714346">
              <a:off x="2063151" y="3478123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5" name="Google Shape;2225;p39"/>
            <p:cNvSpPr/>
            <p:nvPr/>
          </p:nvSpPr>
          <p:spPr>
            <a:xfrm rot="8713740">
              <a:off x="1741592" y="4525064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6" name="Google Shape;2226;p39"/>
            <p:cNvSpPr/>
            <p:nvPr/>
          </p:nvSpPr>
          <p:spPr>
            <a:xfrm rot="8713740">
              <a:off x="1831137" y="4554326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7" name="Google Shape;2227;p39"/>
            <p:cNvSpPr/>
            <p:nvPr/>
          </p:nvSpPr>
          <p:spPr>
            <a:xfrm rot="8713740">
              <a:off x="1786189" y="4467901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8" name="Google Shape;2228;p39"/>
            <p:cNvSpPr/>
            <p:nvPr/>
          </p:nvSpPr>
          <p:spPr>
            <a:xfrm rot="8713740">
              <a:off x="1629241" y="4613382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9" name="Google Shape;2229;p39"/>
            <p:cNvSpPr/>
            <p:nvPr/>
          </p:nvSpPr>
          <p:spPr>
            <a:xfrm rot="8719330">
              <a:off x="1504456" y="440460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0" name="Google Shape;2230;p39"/>
            <p:cNvSpPr/>
            <p:nvPr/>
          </p:nvSpPr>
          <p:spPr>
            <a:xfrm rot="8713013">
              <a:off x="1492025" y="4265983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1" name="Google Shape;2231;p39"/>
            <p:cNvSpPr/>
            <p:nvPr/>
          </p:nvSpPr>
          <p:spPr>
            <a:xfrm rot="8713740">
              <a:off x="1719482" y="465454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2" name="Google Shape;2232;p39"/>
            <p:cNvSpPr/>
            <p:nvPr/>
          </p:nvSpPr>
          <p:spPr>
            <a:xfrm rot="8713740">
              <a:off x="2030691" y="4274912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3" name="Google Shape;2233;p39"/>
            <p:cNvSpPr/>
            <p:nvPr/>
          </p:nvSpPr>
          <p:spPr>
            <a:xfrm rot="8713740">
              <a:off x="2120236" y="4304174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4" name="Google Shape;2234;p39"/>
            <p:cNvSpPr/>
            <p:nvPr/>
          </p:nvSpPr>
          <p:spPr>
            <a:xfrm rot="8713740">
              <a:off x="1918340" y="436323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5" name="Google Shape;2235;p39"/>
            <p:cNvSpPr/>
            <p:nvPr/>
          </p:nvSpPr>
          <p:spPr>
            <a:xfrm rot="8719330">
              <a:off x="1793556" y="415445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6" name="Google Shape;2236;p39"/>
            <p:cNvSpPr/>
            <p:nvPr/>
          </p:nvSpPr>
          <p:spPr>
            <a:xfrm rot="8713740">
              <a:off x="2008582" y="4404392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7" name="Google Shape;2237;p39"/>
            <p:cNvSpPr/>
            <p:nvPr/>
          </p:nvSpPr>
          <p:spPr>
            <a:xfrm rot="8718291">
              <a:off x="1767187" y="4254582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8" name="Google Shape;2238;p39"/>
            <p:cNvSpPr/>
            <p:nvPr/>
          </p:nvSpPr>
          <p:spPr>
            <a:xfrm rot="7480670">
              <a:off x="2113573" y="459565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9" name="Google Shape;2239;p39"/>
            <p:cNvSpPr/>
            <p:nvPr/>
          </p:nvSpPr>
          <p:spPr>
            <a:xfrm rot="-8510566">
              <a:off x="2218359" y="4562425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0" name="Google Shape;2240;p39"/>
            <p:cNvSpPr/>
            <p:nvPr/>
          </p:nvSpPr>
          <p:spPr>
            <a:xfrm rot="8706722">
              <a:off x="2403942" y="4370755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1" name="Google Shape;2241;p39"/>
            <p:cNvSpPr/>
            <p:nvPr/>
          </p:nvSpPr>
          <p:spPr>
            <a:xfrm rot="8714346">
              <a:off x="2352112" y="4266843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2" name="Google Shape;2242;p39"/>
            <p:cNvSpPr/>
            <p:nvPr/>
          </p:nvSpPr>
          <p:spPr>
            <a:xfrm rot="8713740">
              <a:off x="2108803" y="429701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3" name="Google Shape;2243;p39"/>
            <p:cNvSpPr/>
            <p:nvPr/>
          </p:nvSpPr>
          <p:spPr>
            <a:xfrm rot="8714346">
              <a:off x="2286318" y="4137822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4" name="Google Shape;2244;p39"/>
            <p:cNvSpPr/>
            <p:nvPr/>
          </p:nvSpPr>
          <p:spPr>
            <a:xfrm rot="8713740">
              <a:off x="855070" y="188629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5" name="Google Shape;2245;p39"/>
            <p:cNvSpPr/>
            <p:nvPr/>
          </p:nvSpPr>
          <p:spPr>
            <a:xfrm rot="8713740">
              <a:off x="944615" y="1915558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6" name="Google Shape;2246;p39"/>
            <p:cNvSpPr/>
            <p:nvPr/>
          </p:nvSpPr>
          <p:spPr>
            <a:xfrm rot="8713740">
              <a:off x="899667" y="1829133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7" name="Google Shape;2247;p39"/>
            <p:cNvSpPr/>
            <p:nvPr/>
          </p:nvSpPr>
          <p:spPr>
            <a:xfrm rot="8713740">
              <a:off x="742719" y="197461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8" name="Google Shape;2248;p39"/>
            <p:cNvSpPr/>
            <p:nvPr/>
          </p:nvSpPr>
          <p:spPr>
            <a:xfrm rot="8719330">
              <a:off x="617934" y="176583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9" name="Google Shape;2249;p39"/>
            <p:cNvSpPr/>
            <p:nvPr/>
          </p:nvSpPr>
          <p:spPr>
            <a:xfrm rot="8713013">
              <a:off x="605503" y="1627215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0" name="Google Shape;2250;p39"/>
            <p:cNvSpPr/>
            <p:nvPr/>
          </p:nvSpPr>
          <p:spPr>
            <a:xfrm rot="8713740">
              <a:off x="832960" y="201577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1" name="Google Shape;2251;p39"/>
            <p:cNvSpPr/>
            <p:nvPr/>
          </p:nvSpPr>
          <p:spPr>
            <a:xfrm rot="8713740">
              <a:off x="1144169" y="1636144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2" name="Google Shape;2252;p39"/>
            <p:cNvSpPr/>
            <p:nvPr/>
          </p:nvSpPr>
          <p:spPr>
            <a:xfrm rot="8713740">
              <a:off x="1233714" y="1665406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3" name="Google Shape;2253;p39"/>
            <p:cNvSpPr/>
            <p:nvPr/>
          </p:nvSpPr>
          <p:spPr>
            <a:xfrm rot="8713740">
              <a:off x="1031818" y="1724462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4" name="Google Shape;2254;p39"/>
            <p:cNvSpPr/>
            <p:nvPr/>
          </p:nvSpPr>
          <p:spPr>
            <a:xfrm rot="8719330">
              <a:off x="907034" y="151568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5" name="Google Shape;2255;p39"/>
            <p:cNvSpPr/>
            <p:nvPr/>
          </p:nvSpPr>
          <p:spPr>
            <a:xfrm rot="8713740">
              <a:off x="1122060" y="1765624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6" name="Google Shape;2256;p39"/>
            <p:cNvSpPr/>
            <p:nvPr/>
          </p:nvSpPr>
          <p:spPr>
            <a:xfrm rot="8718291">
              <a:off x="880665" y="1615814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7" name="Google Shape;2257;p39"/>
            <p:cNvSpPr/>
            <p:nvPr/>
          </p:nvSpPr>
          <p:spPr>
            <a:xfrm rot="7480670">
              <a:off x="1227051" y="195688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8" name="Google Shape;2258;p39"/>
            <p:cNvSpPr/>
            <p:nvPr/>
          </p:nvSpPr>
          <p:spPr>
            <a:xfrm rot="-8510566">
              <a:off x="1331837" y="1923657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9" name="Google Shape;2259;p39"/>
            <p:cNvSpPr/>
            <p:nvPr/>
          </p:nvSpPr>
          <p:spPr>
            <a:xfrm rot="8706722">
              <a:off x="1517420" y="1731987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0" name="Google Shape;2260;p39"/>
            <p:cNvSpPr/>
            <p:nvPr/>
          </p:nvSpPr>
          <p:spPr>
            <a:xfrm rot="8714346">
              <a:off x="1465590" y="162807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1" name="Google Shape;2261;p39"/>
            <p:cNvSpPr/>
            <p:nvPr/>
          </p:nvSpPr>
          <p:spPr>
            <a:xfrm rot="8713740">
              <a:off x="1222281" y="165824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2" name="Google Shape;2262;p39"/>
            <p:cNvSpPr/>
            <p:nvPr/>
          </p:nvSpPr>
          <p:spPr>
            <a:xfrm rot="8714346">
              <a:off x="1399796" y="149905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3" name="Google Shape;2263;p39"/>
            <p:cNvSpPr/>
            <p:nvPr/>
          </p:nvSpPr>
          <p:spPr>
            <a:xfrm rot="8713740">
              <a:off x="631903" y="122659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4" name="Google Shape;2264;p39"/>
            <p:cNvSpPr/>
            <p:nvPr/>
          </p:nvSpPr>
          <p:spPr>
            <a:xfrm rot="8713740">
              <a:off x="721448" y="125585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5" name="Google Shape;2265;p39"/>
            <p:cNvSpPr/>
            <p:nvPr/>
          </p:nvSpPr>
          <p:spPr>
            <a:xfrm rot="8713740">
              <a:off x="676500" y="1169434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6" name="Google Shape;2266;p39"/>
            <p:cNvSpPr/>
            <p:nvPr/>
          </p:nvSpPr>
          <p:spPr>
            <a:xfrm rot="8713740">
              <a:off x="519552" y="13149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7" name="Google Shape;2267;p39"/>
            <p:cNvSpPr/>
            <p:nvPr/>
          </p:nvSpPr>
          <p:spPr>
            <a:xfrm rot="8719330">
              <a:off x="394767" y="110613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8" name="Google Shape;2268;p39"/>
            <p:cNvSpPr/>
            <p:nvPr/>
          </p:nvSpPr>
          <p:spPr>
            <a:xfrm rot="8713013">
              <a:off x="382336" y="967516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9" name="Google Shape;2269;p39"/>
            <p:cNvSpPr/>
            <p:nvPr/>
          </p:nvSpPr>
          <p:spPr>
            <a:xfrm rot="8713740">
              <a:off x="609793" y="135607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0" name="Google Shape;2270;p39"/>
            <p:cNvSpPr/>
            <p:nvPr/>
          </p:nvSpPr>
          <p:spPr>
            <a:xfrm rot="8713740">
              <a:off x="921002" y="97644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1" name="Google Shape;2271;p39"/>
            <p:cNvSpPr/>
            <p:nvPr/>
          </p:nvSpPr>
          <p:spPr>
            <a:xfrm rot="8713740">
              <a:off x="1010547" y="1005707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2" name="Google Shape;2272;p39"/>
            <p:cNvSpPr/>
            <p:nvPr/>
          </p:nvSpPr>
          <p:spPr>
            <a:xfrm rot="8713740">
              <a:off x="808651" y="106476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3" name="Google Shape;2273;p39"/>
            <p:cNvSpPr/>
            <p:nvPr/>
          </p:nvSpPr>
          <p:spPr>
            <a:xfrm rot="8719330">
              <a:off x="683867" y="85598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4" name="Google Shape;2274;p39"/>
            <p:cNvSpPr/>
            <p:nvPr/>
          </p:nvSpPr>
          <p:spPr>
            <a:xfrm rot="8713740">
              <a:off x="898893" y="110592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5" name="Google Shape;2275;p39"/>
            <p:cNvSpPr/>
            <p:nvPr/>
          </p:nvSpPr>
          <p:spPr>
            <a:xfrm rot="8718291">
              <a:off x="657498" y="956115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6" name="Google Shape;2276;p39"/>
            <p:cNvSpPr/>
            <p:nvPr/>
          </p:nvSpPr>
          <p:spPr>
            <a:xfrm rot="7480670">
              <a:off x="1003884" y="129718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7" name="Google Shape;2277;p39"/>
            <p:cNvSpPr/>
            <p:nvPr/>
          </p:nvSpPr>
          <p:spPr>
            <a:xfrm rot="-8510566">
              <a:off x="1108670" y="1263958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8" name="Google Shape;2278;p39"/>
            <p:cNvSpPr/>
            <p:nvPr/>
          </p:nvSpPr>
          <p:spPr>
            <a:xfrm rot="8706722">
              <a:off x="1294253" y="1072288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9" name="Google Shape;2279;p39"/>
            <p:cNvSpPr/>
            <p:nvPr/>
          </p:nvSpPr>
          <p:spPr>
            <a:xfrm rot="8714346">
              <a:off x="1242423" y="96837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0" name="Google Shape;2280;p39"/>
            <p:cNvSpPr/>
            <p:nvPr/>
          </p:nvSpPr>
          <p:spPr>
            <a:xfrm rot="8713740">
              <a:off x="999114" y="99854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1" name="Google Shape;2281;p39"/>
            <p:cNvSpPr/>
            <p:nvPr/>
          </p:nvSpPr>
          <p:spPr>
            <a:xfrm rot="8714346">
              <a:off x="1176629" y="83935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2" name="Google Shape;2282;p39"/>
            <p:cNvSpPr/>
            <p:nvPr/>
          </p:nvSpPr>
          <p:spPr>
            <a:xfrm rot="8713740">
              <a:off x="412964" y="56453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3" name="Google Shape;2283;p39"/>
            <p:cNvSpPr/>
            <p:nvPr/>
          </p:nvSpPr>
          <p:spPr>
            <a:xfrm rot="8713740">
              <a:off x="502509" y="59380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4" name="Google Shape;2284;p39"/>
            <p:cNvSpPr/>
            <p:nvPr/>
          </p:nvSpPr>
          <p:spPr>
            <a:xfrm rot="8713740">
              <a:off x="457561" y="50737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5" name="Google Shape;2285;p39"/>
            <p:cNvSpPr/>
            <p:nvPr/>
          </p:nvSpPr>
          <p:spPr>
            <a:xfrm rot="8713740">
              <a:off x="300613" y="65285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6" name="Google Shape;2286;p39"/>
            <p:cNvSpPr/>
            <p:nvPr/>
          </p:nvSpPr>
          <p:spPr>
            <a:xfrm rot="8719330">
              <a:off x="175828" y="44408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7" name="Google Shape;2287;p39"/>
            <p:cNvSpPr/>
            <p:nvPr/>
          </p:nvSpPr>
          <p:spPr>
            <a:xfrm rot="8713013">
              <a:off x="163397" y="305458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8" name="Google Shape;2288;p39"/>
            <p:cNvSpPr/>
            <p:nvPr/>
          </p:nvSpPr>
          <p:spPr>
            <a:xfrm rot="8713740">
              <a:off x="390854" y="69401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9" name="Google Shape;2289;p39"/>
            <p:cNvSpPr/>
            <p:nvPr/>
          </p:nvSpPr>
          <p:spPr>
            <a:xfrm rot="8713740">
              <a:off x="702063" y="31438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0" name="Google Shape;2290;p39"/>
            <p:cNvSpPr/>
            <p:nvPr/>
          </p:nvSpPr>
          <p:spPr>
            <a:xfrm rot="8713740">
              <a:off x="791608" y="34364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1" name="Google Shape;2291;p39"/>
            <p:cNvSpPr/>
            <p:nvPr/>
          </p:nvSpPr>
          <p:spPr>
            <a:xfrm rot="8713740">
              <a:off x="589712" y="40270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2" name="Google Shape;2292;p39"/>
            <p:cNvSpPr/>
            <p:nvPr/>
          </p:nvSpPr>
          <p:spPr>
            <a:xfrm rot="8719330">
              <a:off x="464928" y="19392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3" name="Google Shape;2293;p39"/>
            <p:cNvSpPr/>
            <p:nvPr/>
          </p:nvSpPr>
          <p:spPr>
            <a:xfrm rot="8713740">
              <a:off x="679954" y="44386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4" name="Google Shape;2294;p39"/>
            <p:cNvSpPr/>
            <p:nvPr/>
          </p:nvSpPr>
          <p:spPr>
            <a:xfrm rot="8718291">
              <a:off x="438559" y="29405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5" name="Google Shape;2295;p39"/>
            <p:cNvSpPr/>
            <p:nvPr/>
          </p:nvSpPr>
          <p:spPr>
            <a:xfrm rot="7480670">
              <a:off x="784945" y="63512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6" name="Google Shape;2296;p39"/>
            <p:cNvSpPr/>
            <p:nvPr/>
          </p:nvSpPr>
          <p:spPr>
            <a:xfrm rot="-8510566">
              <a:off x="889731" y="601900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7" name="Google Shape;2297;p39"/>
            <p:cNvSpPr/>
            <p:nvPr/>
          </p:nvSpPr>
          <p:spPr>
            <a:xfrm rot="8706722">
              <a:off x="1075314" y="410230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8" name="Google Shape;2298;p39"/>
            <p:cNvSpPr/>
            <p:nvPr/>
          </p:nvSpPr>
          <p:spPr>
            <a:xfrm rot="8714346">
              <a:off x="1023484" y="30631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9" name="Google Shape;2299;p39"/>
            <p:cNvSpPr/>
            <p:nvPr/>
          </p:nvSpPr>
          <p:spPr>
            <a:xfrm rot="8713740">
              <a:off x="780175" y="33648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0" name="Google Shape;2300;p39"/>
            <p:cNvSpPr/>
            <p:nvPr/>
          </p:nvSpPr>
          <p:spPr>
            <a:xfrm rot="8714346">
              <a:off x="957690" y="17729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1" name="Google Shape;2301;p39"/>
            <p:cNvSpPr/>
            <p:nvPr/>
          </p:nvSpPr>
          <p:spPr>
            <a:xfrm rot="8716661">
              <a:off x="202223" y="-57209"/>
              <a:ext cx="142267" cy="186625"/>
            </a:xfrm>
            <a:custGeom>
              <a:rect b="b" l="l" r="r" t="t"/>
              <a:pathLst>
                <a:path extrusionOk="0" h="186494" w="142167">
                  <a:moveTo>
                    <a:pt x="142167" y="186494"/>
                  </a:moveTo>
                  <a:lnTo>
                    <a:pt x="81108" y="144170"/>
                  </a:lnTo>
                  <a:lnTo>
                    <a:pt x="81108" y="69717"/>
                  </a:lnTo>
                  <a:cubicBezTo>
                    <a:pt x="81108" y="68349"/>
                    <a:pt x="81108" y="66983"/>
                    <a:pt x="81108" y="65615"/>
                  </a:cubicBezTo>
                  <a:cubicBezTo>
                    <a:pt x="79741" y="55591"/>
                    <a:pt x="70628" y="48756"/>
                    <a:pt x="60603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8"/>
                    <a:pt x="142167" y="501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2" name="Google Shape;2302;p39"/>
            <p:cNvSpPr/>
            <p:nvPr/>
          </p:nvSpPr>
          <p:spPr>
            <a:xfrm rot="8716661">
              <a:off x="298563" y="-5475"/>
              <a:ext cx="260822" cy="180181"/>
            </a:xfrm>
            <a:custGeom>
              <a:rect b="b" l="l" r="r" t="t"/>
              <a:pathLst>
                <a:path extrusionOk="0" h="180054" w="260639">
                  <a:moveTo>
                    <a:pt x="111638" y="180054"/>
                  </a:moveTo>
                  <a:lnTo>
                    <a:pt x="51490" y="138362"/>
                  </a:ln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2" y="1425"/>
                  </a:lnTo>
                  <a:lnTo>
                    <a:pt x="104802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3" name="Google Shape;2303;p39"/>
            <p:cNvSpPr/>
            <p:nvPr/>
          </p:nvSpPr>
          <p:spPr>
            <a:xfrm rot="8716661">
              <a:off x="276874" y="-12836"/>
              <a:ext cx="36297" cy="28002"/>
            </a:xfrm>
            <a:custGeom>
              <a:rect b="b" l="l" r="r" t="t"/>
              <a:pathLst>
                <a:path extrusionOk="0" h="27982" w="36272">
                  <a:moveTo>
                    <a:pt x="36272" y="27982"/>
                  </a:moveTo>
                  <a:lnTo>
                    <a:pt x="0" y="2840"/>
                  </a:lnTo>
                  <a:lnTo>
                    <a:pt x="9543" y="0"/>
                  </a:lnTo>
                  <a:cubicBezTo>
                    <a:pt x="20479" y="0"/>
                    <a:pt x="27542" y="4784"/>
                    <a:pt x="31871" y="11392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4" name="Google Shape;2304;p39"/>
            <p:cNvSpPr/>
            <p:nvPr/>
          </p:nvSpPr>
          <p:spPr>
            <a:xfrm rot="8716661">
              <a:off x="74592" y="-9693"/>
              <a:ext cx="58109" cy="54810"/>
            </a:xfrm>
            <a:custGeom>
              <a:rect b="b" l="l" r="r" t="t"/>
              <a:pathLst>
                <a:path extrusionOk="0" h="54772" w="58068">
                  <a:moveTo>
                    <a:pt x="37436" y="54772"/>
                  </a:moveTo>
                  <a:lnTo>
                    <a:pt x="0" y="28823"/>
                  </a:lnTo>
                  <a:lnTo>
                    <a:pt x="8515" y="8658"/>
                  </a:lnTo>
                  <a:cubicBezTo>
                    <a:pt x="13983" y="3190"/>
                    <a:pt x="21273" y="0"/>
                    <a:pt x="29020" y="0"/>
                  </a:cubicBezTo>
                  <a:cubicBezTo>
                    <a:pt x="36766" y="0"/>
                    <a:pt x="44057" y="3190"/>
                    <a:pt x="49525" y="8658"/>
                  </a:cubicBezTo>
                  <a:cubicBezTo>
                    <a:pt x="60916" y="19594"/>
                    <a:pt x="60916" y="38276"/>
                    <a:pt x="49525" y="49668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5" name="Google Shape;2305;p39"/>
            <p:cNvSpPr/>
            <p:nvPr/>
          </p:nvSpPr>
          <p:spPr>
            <a:xfrm rot="8716661">
              <a:off x="13779" y="-10415"/>
              <a:ext cx="30048" cy="20829"/>
            </a:xfrm>
            <a:custGeom>
              <a:rect b="b" l="l" r="r" t="t"/>
              <a:pathLst>
                <a:path extrusionOk="0" h="20814" w="30027">
                  <a:moveTo>
                    <a:pt x="30027" y="20814"/>
                  </a:moveTo>
                  <a:lnTo>
                    <a:pt x="0" y="0"/>
                  </a:lnTo>
                  <a:lnTo>
                    <a:pt x="30027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6" name="Google Shape;2306;p39"/>
            <p:cNvSpPr/>
            <p:nvPr/>
          </p:nvSpPr>
          <p:spPr>
            <a:xfrm rot="8713740">
              <a:off x="168184" y="3060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7" name="Google Shape;2307;p39"/>
            <p:cNvSpPr/>
            <p:nvPr/>
          </p:nvSpPr>
          <p:spPr>
            <a:xfrm rot="7480670">
              <a:off x="562275" y="-2828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8" name="Google Shape;2308;p39"/>
            <p:cNvSpPr/>
            <p:nvPr/>
          </p:nvSpPr>
          <p:spPr>
            <a:xfrm rot="-8513943">
              <a:off x="775320" y="-27327"/>
              <a:ext cx="149797" cy="328459"/>
            </a:xfrm>
            <a:custGeom>
              <a:rect b="b" l="l" r="r" t="t"/>
              <a:pathLst>
                <a:path extrusionOk="0" h="328219" w="149688">
                  <a:moveTo>
                    <a:pt x="149688" y="279622"/>
                  </a:moveTo>
                  <a:lnTo>
                    <a:pt x="87835" y="328219"/>
                  </a:lnTo>
                  <a:lnTo>
                    <a:pt x="54765" y="322521"/>
                  </a:lnTo>
                  <a:cubicBezTo>
                    <a:pt x="43178" y="317693"/>
                    <a:pt x="32555" y="310382"/>
                    <a:pt x="23727" y="301277"/>
                  </a:cubicBezTo>
                  <a:cubicBezTo>
                    <a:pt x="4966" y="283069"/>
                    <a:pt x="0" y="251616"/>
                    <a:pt x="0" y="206369"/>
                  </a:cubicBez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2836" y="184850"/>
                    <a:pt x="77802" y="216302"/>
                    <a:pt x="87734" y="245547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9" name="Google Shape;2309;p39"/>
            <p:cNvSpPr/>
            <p:nvPr/>
          </p:nvSpPr>
          <p:spPr>
            <a:xfrm rot="8713740">
              <a:off x="5027339" y="2027310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0" name="Google Shape;2310;p39"/>
            <p:cNvSpPr/>
            <p:nvPr/>
          </p:nvSpPr>
          <p:spPr>
            <a:xfrm rot="8713740">
              <a:off x="5116884" y="2056572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1" name="Google Shape;2311;p39"/>
            <p:cNvSpPr/>
            <p:nvPr/>
          </p:nvSpPr>
          <p:spPr>
            <a:xfrm rot="8713740">
              <a:off x="5071936" y="1970147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2" name="Google Shape;2312;p39"/>
            <p:cNvSpPr/>
            <p:nvPr/>
          </p:nvSpPr>
          <p:spPr>
            <a:xfrm rot="8713740">
              <a:off x="4914988" y="211562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3" name="Google Shape;2313;p39"/>
            <p:cNvSpPr/>
            <p:nvPr/>
          </p:nvSpPr>
          <p:spPr>
            <a:xfrm rot="8719330">
              <a:off x="4790203" y="190685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4" name="Google Shape;2314;p39"/>
            <p:cNvSpPr/>
            <p:nvPr/>
          </p:nvSpPr>
          <p:spPr>
            <a:xfrm rot="8713013">
              <a:off x="4777772" y="1768229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5" name="Google Shape;2315;p39"/>
            <p:cNvSpPr/>
            <p:nvPr/>
          </p:nvSpPr>
          <p:spPr>
            <a:xfrm rot="8713740">
              <a:off x="5005229" y="2156789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6" name="Google Shape;2316;p39"/>
            <p:cNvSpPr/>
            <p:nvPr/>
          </p:nvSpPr>
          <p:spPr>
            <a:xfrm rot="8713740">
              <a:off x="5316438" y="177715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7" name="Google Shape;2317;p39"/>
            <p:cNvSpPr/>
            <p:nvPr/>
          </p:nvSpPr>
          <p:spPr>
            <a:xfrm rot="8713740">
              <a:off x="5405983" y="180642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8" name="Google Shape;2318;p39"/>
            <p:cNvSpPr/>
            <p:nvPr/>
          </p:nvSpPr>
          <p:spPr>
            <a:xfrm rot="8713740">
              <a:off x="5204087" y="186547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9" name="Google Shape;2319;p39"/>
            <p:cNvSpPr/>
            <p:nvPr/>
          </p:nvSpPr>
          <p:spPr>
            <a:xfrm rot="8719330">
              <a:off x="5079303" y="165670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0" name="Google Shape;2320;p39"/>
            <p:cNvSpPr/>
            <p:nvPr/>
          </p:nvSpPr>
          <p:spPr>
            <a:xfrm rot="8713740">
              <a:off x="5294329" y="190663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1" name="Google Shape;2321;p39"/>
            <p:cNvSpPr/>
            <p:nvPr/>
          </p:nvSpPr>
          <p:spPr>
            <a:xfrm rot="8718291">
              <a:off x="5052934" y="1756828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2" name="Google Shape;2322;p39"/>
            <p:cNvSpPr/>
            <p:nvPr/>
          </p:nvSpPr>
          <p:spPr>
            <a:xfrm rot="7480670">
              <a:off x="5399320" y="209789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3" name="Google Shape;2323;p39"/>
            <p:cNvSpPr/>
            <p:nvPr/>
          </p:nvSpPr>
          <p:spPr>
            <a:xfrm rot="-8510566">
              <a:off x="5504106" y="2064671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4" name="Google Shape;2324;p39"/>
            <p:cNvSpPr/>
            <p:nvPr/>
          </p:nvSpPr>
          <p:spPr>
            <a:xfrm rot="8706722">
              <a:off x="5689689" y="187300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5" name="Google Shape;2325;p39"/>
            <p:cNvSpPr/>
            <p:nvPr/>
          </p:nvSpPr>
          <p:spPr>
            <a:xfrm rot="8714346">
              <a:off x="5637859" y="176908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6" name="Google Shape;2326;p39"/>
            <p:cNvSpPr/>
            <p:nvPr/>
          </p:nvSpPr>
          <p:spPr>
            <a:xfrm rot="8713740">
              <a:off x="5394550" y="179926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7" name="Google Shape;2327;p39"/>
            <p:cNvSpPr/>
            <p:nvPr/>
          </p:nvSpPr>
          <p:spPr>
            <a:xfrm rot="8714346">
              <a:off x="5572065" y="164006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8" name="Google Shape;2328;p39"/>
            <p:cNvSpPr/>
            <p:nvPr/>
          </p:nvSpPr>
          <p:spPr>
            <a:xfrm rot="8713740">
              <a:off x="5250506" y="268700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9" name="Google Shape;2329;p39"/>
            <p:cNvSpPr/>
            <p:nvPr/>
          </p:nvSpPr>
          <p:spPr>
            <a:xfrm rot="8713740">
              <a:off x="5340051" y="271627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0" name="Google Shape;2330;p39"/>
            <p:cNvSpPr/>
            <p:nvPr/>
          </p:nvSpPr>
          <p:spPr>
            <a:xfrm rot="8713740">
              <a:off x="5295103" y="262984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1" name="Google Shape;2331;p39"/>
            <p:cNvSpPr/>
            <p:nvPr/>
          </p:nvSpPr>
          <p:spPr>
            <a:xfrm rot="8713740">
              <a:off x="5138155" y="277532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2" name="Google Shape;2332;p39"/>
            <p:cNvSpPr/>
            <p:nvPr/>
          </p:nvSpPr>
          <p:spPr>
            <a:xfrm rot="8719330">
              <a:off x="5013370" y="256655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3" name="Google Shape;2333;p39"/>
            <p:cNvSpPr/>
            <p:nvPr/>
          </p:nvSpPr>
          <p:spPr>
            <a:xfrm rot="8713013">
              <a:off x="5000939" y="2427928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4" name="Google Shape;2334;p39"/>
            <p:cNvSpPr/>
            <p:nvPr/>
          </p:nvSpPr>
          <p:spPr>
            <a:xfrm rot="8713740">
              <a:off x="5228396" y="281648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5" name="Google Shape;2335;p39"/>
            <p:cNvSpPr/>
            <p:nvPr/>
          </p:nvSpPr>
          <p:spPr>
            <a:xfrm rot="8713740">
              <a:off x="5539605" y="243685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6" name="Google Shape;2336;p39"/>
            <p:cNvSpPr/>
            <p:nvPr/>
          </p:nvSpPr>
          <p:spPr>
            <a:xfrm rot="8713740">
              <a:off x="5629150" y="246611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7" name="Google Shape;2337;p39"/>
            <p:cNvSpPr/>
            <p:nvPr/>
          </p:nvSpPr>
          <p:spPr>
            <a:xfrm rot="8713740">
              <a:off x="5427254" y="252517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8" name="Google Shape;2338;p39"/>
            <p:cNvSpPr/>
            <p:nvPr/>
          </p:nvSpPr>
          <p:spPr>
            <a:xfrm rot="8719330">
              <a:off x="5302470" y="231639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9" name="Google Shape;2339;p39"/>
            <p:cNvSpPr/>
            <p:nvPr/>
          </p:nvSpPr>
          <p:spPr>
            <a:xfrm rot="8713740">
              <a:off x="5517496" y="256633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0" name="Google Shape;2340;p39"/>
            <p:cNvSpPr/>
            <p:nvPr/>
          </p:nvSpPr>
          <p:spPr>
            <a:xfrm rot="8718291">
              <a:off x="5276101" y="241652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1" name="Google Shape;2341;p39"/>
            <p:cNvSpPr/>
            <p:nvPr/>
          </p:nvSpPr>
          <p:spPr>
            <a:xfrm rot="7480670">
              <a:off x="5622487" y="275759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2" name="Google Shape;2342;p39"/>
            <p:cNvSpPr/>
            <p:nvPr/>
          </p:nvSpPr>
          <p:spPr>
            <a:xfrm rot="-8513943">
              <a:off x="5718281" y="2742111"/>
              <a:ext cx="222260" cy="286934"/>
            </a:xfrm>
            <a:custGeom>
              <a:rect b="b" l="l" r="r" t="t"/>
              <a:pathLst>
                <a:path extrusionOk="0" h="286724" w="222098">
                  <a:moveTo>
                    <a:pt x="23241" y="47275"/>
                  </a:moveTo>
                  <a:lnTo>
                    <a:pt x="0" y="11882"/>
                  </a:lnTo>
                  <a:lnTo>
                    <a:pt x="22902" y="0"/>
                  </a:lnTo>
                  <a:close/>
                  <a:moveTo>
                    <a:pt x="222098" y="258238"/>
                  </a:moveTo>
                  <a:lnTo>
                    <a:pt x="180472" y="286724"/>
                  </a:lnTo>
                  <a:lnTo>
                    <a:pt x="167667" y="267224"/>
                  </a:lnTo>
                  <a:lnTo>
                    <a:pt x="220995" y="245547"/>
                  </a:lnTo>
                  <a:cubicBezTo>
                    <a:pt x="221546" y="247754"/>
                    <a:pt x="222098" y="250513"/>
                    <a:pt x="222098" y="25272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3" name="Google Shape;2343;p39"/>
            <p:cNvSpPr/>
            <p:nvPr/>
          </p:nvSpPr>
          <p:spPr>
            <a:xfrm rot="8716661">
              <a:off x="5845380" y="2441072"/>
              <a:ext cx="69675" cy="78738"/>
            </a:xfrm>
            <a:custGeom>
              <a:rect b="b" l="l" r="r" t="t"/>
              <a:pathLst>
                <a:path extrusionOk="0" h="78683" w="69626">
                  <a:moveTo>
                    <a:pt x="0" y="74288"/>
                  </a:moveTo>
                  <a:lnTo>
                    <a:pt x="61446" y="0"/>
                  </a:lnTo>
                  <a:lnTo>
                    <a:pt x="69626" y="19468"/>
                  </a:lnTo>
                  <a:cubicBezTo>
                    <a:pt x="69626" y="34531"/>
                    <a:pt x="63877" y="49708"/>
                    <a:pt x="52380" y="61206"/>
                  </a:cubicBezTo>
                  <a:cubicBezTo>
                    <a:pt x="41341" y="72244"/>
                    <a:pt x="26624" y="78683"/>
                    <a:pt x="10986" y="7868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4" name="Google Shape;2344;p39"/>
            <p:cNvSpPr/>
            <p:nvPr/>
          </p:nvSpPr>
          <p:spPr>
            <a:xfrm rot="8713740">
              <a:off x="5617717" y="245895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5" name="Google Shape;2345;p39"/>
            <p:cNvSpPr/>
            <p:nvPr/>
          </p:nvSpPr>
          <p:spPr>
            <a:xfrm rot="8716661">
              <a:off x="5786410" y="2294915"/>
              <a:ext cx="117592" cy="117822"/>
            </a:xfrm>
            <a:custGeom>
              <a:rect b="b" l="l" r="r" t="t"/>
              <a:pathLst>
                <a:path extrusionOk="0" h="117739" w="117509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lnTo>
                    <a:pt x="2091" y="48678"/>
                  </a:lnTo>
                  <a:lnTo>
                    <a:pt x="38978" y="4080"/>
                  </a:lnTo>
                  <a:lnTo>
                    <a:pt x="58869" y="0"/>
                  </a:lnTo>
                  <a:cubicBezTo>
                    <a:pt x="74507" y="0"/>
                    <a:pt x="89224" y="6439"/>
                    <a:pt x="100263" y="17477"/>
                  </a:cubicBezTo>
                  <a:cubicBezTo>
                    <a:pt x="123258" y="39553"/>
                    <a:pt x="123258" y="77266"/>
                    <a:pt x="100263" y="100262"/>
                  </a:cubicBezTo>
                  <a:cubicBezTo>
                    <a:pt x="89224" y="111300"/>
                    <a:pt x="74507" y="117739"/>
                    <a:pt x="58869" y="117739"/>
                  </a:cubicBezTo>
                  <a:cubicBezTo>
                    <a:pt x="43233" y="117739"/>
                    <a:pt x="28515" y="112220"/>
                    <a:pt x="17477" y="101182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6" name="Google Shape;2346;p39"/>
            <p:cNvSpPr/>
            <p:nvPr/>
          </p:nvSpPr>
          <p:spPr>
            <a:xfrm rot="8716661">
              <a:off x="5599959" y="4470217"/>
              <a:ext cx="156475" cy="84121"/>
            </a:xfrm>
            <a:custGeom>
              <a:rect b="b" l="l" r="r" t="t"/>
              <a:pathLst>
                <a:path extrusionOk="0" h="84062" w="156365">
                  <a:moveTo>
                    <a:pt x="0" y="84062"/>
                  </a:moveTo>
                  <a:lnTo>
                    <a:pt x="38711" y="37259"/>
                  </a:lnTo>
                  <a:lnTo>
                    <a:pt x="82822" y="29417"/>
                  </a:lnTo>
                  <a:cubicBezTo>
                    <a:pt x="107532" y="21769"/>
                    <a:pt x="131655" y="11767"/>
                    <a:pt x="155189" y="0"/>
                  </a:cubicBezTo>
                  <a:cubicBezTo>
                    <a:pt x="155777" y="2353"/>
                    <a:pt x="156365" y="5295"/>
                    <a:pt x="156365" y="7648"/>
                  </a:cubicBezTo>
                  <a:lnTo>
                    <a:pt x="156365" y="13531"/>
                  </a:lnTo>
                  <a:cubicBezTo>
                    <a:pt x="109592" y="53687"/>
                    <a:pt x="51897" y="74315"/>
                    <a:pt x="5371" y="83361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7" name="Google Shape;2347;p39"/>
            <p:cNvSpPr/>
            <p:nvPr/>
          </p:nvSpPr>
          <p:spPr>
            <a:xfrm rot="8713740">
              <a:off x="5469176" y="334540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8" name="Google Shape;2348;p39"/>
            <p:cNvSpPr/>
            <p:nvPr/>
          </p:nvSpPr>
          <p:spPr>
            <a:xfrm rot="8716661">
              <a:off x="5560770" y="3385352"/>
              <a:ext cx="209296" cy="254953"/>
            </a:xfrm>
            <a:custGeom>
              <a:rect b="b" l="l" r="r" t="t"/>
              <a:pathLst>
                <a:path extrusionOk="0" h="254774" w="209149">
                  <a:moveTo>
                    <a:pt x="0" y="254774"/>
                  </a:moveTo>
                  <a:lnTo>
                    <a:pt x="0" y="48397"/>
                  </a:lnTo>
                  <a:lnTo>
                    <a:pt x="38851" y="1425"/>
                  </a:lnTo>
                  <a:lnTo>
                    <a:pt x="53312" y="1425"/>
                  </a:lnTo>
                  <a:lnTo>
                    <a:pt x="53313" y="75242"/>
                  </a:lnTo>
                  <a:lnTo>
                    <a:pt x="54679" y="75242"/>
                  </a:lnTo>
                  <a:cubicBezTo>
                    <a:pt x="69261" y="31954"/>
                    <a:pt x="80652" y="15094"/>
                    <a:pt x="102524" y="5981"/>
                  </a:cubicBezTo>
                  <a:cubicBezTo>
                    <a:pt x="112549" y="1880"/>
                    <a:pt x="123029" y="-398"/>
                    <a:pt x="133965" y="57"/>
                  </a:cubicBezTo>
                  <a:cubicBezTo>
                    <a:pt x="180898" y="-854"/>
                    <a:pt x="209149" y="31954"/>
                    <a:pt x="209149" y="88456"/>
                  </a:cubicBezTo>
                  <a:lnTo>
                    <a:pt x="209149" y="94380"/>
                  </a:lnTo>
                  <a:lnTo>
                    <a:pt x="147179" y="98025"/>
                  </a:lnTo>
                  <a:lnTo>
                    <a:pt x="147179" y="81622"/>
                  </a:lnTo>
                  <a:cubicBezTo>
                    <a:pt x="147179" y="57016"/>
                    <a:pt x="133054" y="40156"/>
                    <a:pt x="113460" y="40156"/>
                  </a:cubicBezTo>
                  <a:cubicBezTo>
                    <a:pt x="84298" y="40156"/>
                    <a:pt x="60148" y="78887"/>
                    <a:pt x="60148" y="127643"/>
                  </a:cubicBezTo>
                  <a:lnTo>
                    <a:pt x="60148" y="213764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9" name="Google Shape;2349;p39"/>
            <p:cNvSpPr/>
            <p:nvPr/>
          </p:nvSpPr>
          <p:spPr>
            <a:xfrm rot="8713740">
              <a:off x="5513773" y="3288242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0" name="Google Shape;2350;p39"/>
            <p:cNvSpPr/>
            <p:nvPr/>
          </p:nvSpPr>
          <p:spPr>
            <a:xfrm rot="8713740">
              <a:off x="5356825" y="343372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1" name="Google Shape;2351;p39"/>
            <p:cNvSpPr/>
            <p:nvPr/>
          </p:nvSpPr>
          <p:spPr>
            <a:xfrm rot="8719330">
              <a:off x="5232040" y="322494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2" name="Google Shape;2352;p39"/>
            <p:cNvSpPr/>
            <p:nvPr/>
          </p:nvSpPr>
          <p:spPr>
            <a:xfrm rot="8713013">
              <a:off x="5219609" y="3086324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3" name="Google Shape;2353;p39"/>
            <p:cNvSpPr/>
            <p:nvPr/>
          </p:nvSpPr>
          <p:spPr>
            <a:xfrm rot="8713740">
              <a:off x="5447066" y="3474884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4" name="Google Shape;2354;p39"/>
            <p:cNvSpPr/>
            <p:nvPr/>
          </p:nvSpPr>
          <p:spPr>
            <a:xfrm rot="8716661">
              <a:off x="5752244" y="3122007"/>
              <a:ext cx="61102" cy="189816"/>
            </a:xfrm>
            <a:custGeom>
              <a:rect b="b" l="l" r="r" t="t"/>
              <a:pathLst>
                <a:path extrusionOk="0" h="189683" w="61059">
                  <a:moveTo>
                    <a:pt x="0" y="189683"/>
                  </a:moveTo>
                  <a:lnTo>
                    <a:pt x="1" y="70355"/>
                  </a:lnTo>
                  <a:lnTo>
                    <a:pt x="58192" y="0"/>
                  </a:lnTo>
                  <a:lnTo>
                    <a:pt x="61059" y="7418"/>
                  </a:lnTo>
                  <a:lnTo>
                    <a:pt x="61059" y="16553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5" name="Google Shape;2355;p39"/>
            <p:cNvSpPr/>
            <p:nvPr/>
          </p:nvSpPr>
          <p:spPr>
            <a:xfrm rot="8713740">
              <a:off x="5645924" y="318357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6" name="Google Shape;2356;p39"/>
            <p:cNvSpPr/>
            <p:nvPr/>
          </p:nvSpPr>
          <p:spPr>
            <a:xfrm rot="8719330">
              <a:off x="5521140" y="297479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7" name="Google Shape;2357;p39"/>
            <p:cNvSpPr/>
            <p:nvPr/>
          </p:nvSpPr>
          <p:spPr>
            <a:xfrm rot="8716661">
              <a:off x="5735571" y="3237519"/>
              <a:ext cx="60189" cy="215096"/>
            </a:xfrm>
            <a:custGeom>
              <a:rect b="b" l="l" r="r" t="t"/>
              <a:pathLst>
                <a:path extrusionOk="0" h="214945" w="60147">
                  <a:moveTo>
                    <a:pt x="60147" y="214945"/>
                  </a:moveTo>
                  <a:lnTo>
                    <a:pt x="0" y="157075"/>
                  </a:lnTo>
                  <a:lnTo>
                    <a:pt x="0" y="72719"/>
                  </a:lnTo>
                  <a:lnTo>
                    <a:pt x="60147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8" name="Google Shape;2358;p39"/>
            <p:cNvSpPr/>
            <p:nvPr/>
          </p:nvSpPr>
          <p:spPr>
            <a:xfrm rot="8718291">
              <a:off x="5494771" y="3074923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9" name="Google Shape;2359;p39"/>
            <p:cNvSpPr/>
            <p:nvPr/>
          </p:nvSpPr>
          <p:spPr>
            <a:xfrm rot="8716661">
              <a:off x="5682167" y="4033164"/>
              <a:ext cx="61103" cy="175247"/>
            </a:xfrm>
            <a:custGeom>
              <a:rect b="b" l="l" r="r" t="t"/>
              <a:pathLst>
                <a:path extrusionOk="0" h="175124" w="61060">
                  <a:moveTo>
                    <a:pt x="0" y="175124"/>
                  </a:moveTo>
                  <a:lnTo>
                    <a:pt x="0" y="73822"/>
                  </a:lnTo>
                  <a:lnTo>
                    <a:pt x="61060" y="0"/>
                  </a:lnTo>
                  <a:lnTo>
                    <a:pt x="61059" y="150974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0" name="Google Shape;2360;p39"/>
            <p:cNvSpPr/>
            <p:nvPr/>
          </p:nvSpPr>
          <p:spPr>
            <a:xfrm rot="8713740">
              <a:off x="5579992" y="4093422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1" name="Google Shape;2361;p39"/>
            <p:cNvSpPr/>
            <p:nvPr/>
          </p:nvSpPr>
          <p:spPr>
            <a:xfrm rot="8719330">
              <a:off x="5455207" y="388464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2" name="Google Shape;2362;p39"/>
            <p:cNvSpPr/>
            <p:nvPr/>
          </p:nvSpPr>
          <p:spPr>
            <a:xfrm rot="8716661">
              <a:off x="5439516" y="3743006"/>
              <a:ext cx="290847" cy="351076"/>
            </a:xfrm>
            <a:custGeom>
              <a:rect b="b" l="l" r="r" t="t"/>
              <a:pathLst>
                <a:path extrusionOk="0" h="350829" w="290643">
                  <a:moveTo>
                    <a:pt x="25299" y="321238"/>
                  </a:moveTo>
                  <a:cubicBezTo>
                    <a:pt x="5295" y="301823"/>
                    <a:pt x="0" y="268287"/>
                    <a:pt x="0" y="220042"/>
                  </a:cubicBezTo>
                  <a:lnTo>
                    <a:pt x="0" y="73941"/>
                  </a:lnTo>
                  <a:lnTo>
                    <a:pt x="48310" y="15533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9" y="300646"/>
                  </a:cubicBezTo>
                  <a:cubicBezTo>
                    <a:pt x="182388" y="300057"/>
                    <a:pt x="200038" y="296527"/>
                    <a:pt x="217100" y="291232"/>
                  </a:cubicBezTo>
                  <a:cubicBezTo>
                    <a:pt x="241810" y="283583"/>
                    <a:pt x="265933" y="273582"/>
                    <a:pt x="289467" y="261815"/>
                  </a:cubicBezTo>
                  <a:cubicBezTo>
                    <a:pt x="290055" y="264168"/>
                    <a:pt x="290643" y="267110"/>
                    <a:pt x="290643" y="269463"/>
                  </a:cubicBezTo>
                  <a:lnTo>
                    <a:pt x="290643" y="275347"/>
                  </a:lnTo>
                  <a:cubicBezTo>
                    <a:pt x="228279" y="328887"/>
                    <a:pt x="146498" y="347714"/>
                    <a:pt x="97665" y="350655"/>
                  </a:cubicBezTo>
                  <a:cubicBezTo>
                    <a:pt x="70602" y="352420"/>
                    <a:pt x="44126" y="340653"/>
                    <a:pt x="25299" y="321238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3" name="Google Shape;2363;p39"/>
            <p:cNvSpPr/>
            <p:nvPr/>
          </p:nvSpPr>
          <p:spPr>
            <a:xfrm rot="8716661">
              <a:off x="5664508" y="4148988"/>
              <a:ext cx="60189" cy="197057"/>
            </a:xfrm>
            <a:custGeom>
              <a:rect b="b" l="l" r="r" t="t"/>
              <a:pathLst>
                <a:path extrusionOk="0" h="196919" w="60147">
                  <a:moveTo>
                    <a:pt x="60147" y="196919"/>
                  </a:moveTo>
                  <a:lnTo>
                    <a:pt x="0" y="139049"/>
                  </a:lnTo>
                  <a:lnTo>
                    <a:pt x="0" y="72719"/>
                  </a:lnTo>
                  <a:lnTo>
                    <a:pt x="60147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4" name="Google Shape;2364;p39"/>
            <p:cNvSpPr/>
            <p:nvPr/>
          </p:nvSpPr>
          <p:spPr>
            <a:xfrm rot="8716661">
              <a:off x="5712209" y="3732090"/>
              <a:ext cx="74956" cy="77208"/>
            </a:xfrm>
            <a:custGeom>
              <a:rect b="b" l="l" r="r" t="t"/>
              <a:pathLst>
                <a:path extrusionOk="0" h="77154" w="74903">
                  <a:moveTo>
                    <a:pt x="9249" y="66287"/>
                  </a:moveTo>
                  <a:lnTo>
                    <a:pt x="0" y="44381"/>
                  </a:lnTo>
                  <a:lnTo>
                    <a:pt x="36708" y="0"/>
                  </a:lnTo>
                  <a:lnTo>
                    <a:pt x="63584" y="11348"/>
                  </a:lnTo>
                  <a:cubicBezTo>
                    <a:pt x="78677" y="25837"/>
                    <a:pt x="78677" y="50590"/>
                    <a:pt x="63584" y="65683"/>
                  </a:cubicBezTo>
                  <a:cubicBezTo>
                    <a:pt x="56340" y="72928"/>
                    <a:pt x="46680" y="77154"/>
                    <a:pt x="36417" y="77154"/>
                  </a:cubicBezTo>
                  <a:cubicBezTo>
                    <a:pt x="26153" y="77154"/>
                    <a:pt x="16494" y="73531"/>
                    <a:pt x="9249" y="66287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5" name="Google Shape;2365;p39"/>
            <p:cNvSpPr/>
            <p:nvPr/>
          </p:nvSpPr>
          <p:spPr>
            <a:xfrm rot="8713740">
              <a:off x="4805821" y="136633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6" name="Google Shape;2366;p39"/>
            <p:cNvSpPr/>
            <p:nvPr/>
          </p:nvSpPr>
          <p:spPr>
            <a:xfrm rot="8713740">
              <a:off x="4895366" y="1395598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7" name="Google Shape;2367;p39"/>
            <p:cNvSpPr/>
            <p:nvPr/>
          </p:nvSpPr>
          <p:spPr>
            <a:xfrm rot="8713740">
              <a:off x="4850418" y="1309173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8" name="Google Shape;2368;p39"/>
            <p:cNvSpPr/>
            <p:nvPr/>
          </p:nvSpPr>
          <p:spPr>
            <a:xfrm rot="8713740">
              <a:off x="4693470" y="145465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9" name="Google Shape;2369;p39"/>
            <p:cNvSpPr/>
            <p:nvPr/>
          </p:nvSpPr>
          <p:spPr>
            <a:xfrm rot="8719330">
              <a:off x="4568685" y="124587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0" name="Google Shape;2370;p39"/>
            <p:cNvSpPr/>
            <p:nvPr/>
          </p:nvSpPr>
          <p:spPr>
            <a:xfrm rot="8713013">
              <a:off x="4556254" y="1107255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1" name="Google Shape;2371;p39"/>
            <p:cNvSpPr/>
            <p:nvPr/>
          </p:nvSpPr>
          <p:spPr>
            <a:xfrm rot="8713740">
              <a:off x="4783711" y="149581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2" name="Google Shape;2372;p39"/>
            <p:cNvSpPr/>
            <p:nvPr/>
          </p:nvSpPr>
          <p:spPr>
            <a:xfrm rot="8713740">
              <a:off x="5094920" y="1116184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3" name="Google Shape;2373;p39"/>
            <p:cNvSpPr/>
            <p:nvPr/>
          </p:nvSpPr>
          <p:spPr>
            <a:xfrm rot="8713740">
              <a:off x="5184465" y="1145446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4" name="Google Shape;2374;p39"/>
            <p:cNvSpPr/>
            <p:nvPr/>
          </p:nvSpPr>
          <p:spPr>
            <a:xfrm rot="8713740">
              <a:off x="4982569" y="1204502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5" name="Google Shape;2375;p39"/>
            <p:cNvSpPr/>
            <p:nvPr/>
          </p:nvSpPr>
          <p:spPr>
            <a:xfrm rot="8719330">
              <a:off x="4857785" y="99572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6" name="Google Shape;2376;p39"/>
            <p:cNvSpPr/>
            <p:nvPr/>
          </p:nvSpPr>
          <p:spPr>
            <a:xfrm rot="8713740">
              <a:off x="5072811" y="1245664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7" name="Google Shape;2377;p39"/>
            <p:cNvSpPr/>
            <p:nvPr/>
          </p:nvSpPr>
          <p:spPr>
            <a:xfrm rot="8718291">
              <a:off x="4831416" y="1095854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8" name="Google Shape;2378;p39"/>
            <p:cNvSpPr/>
            <p:nvPr/>
          </p:nvSpPr>
          <p:spPr>
            <a:xfrm rot="7480670">
              <a:off x="5177802" y="143692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9" name="Google Shape;2379;p39"/>
            <p:cNvSpPr/>
            <p:nvPr/>
          </p:nvSpPr>
          <p:spPr>
            <a:xfrm rot="-8510566">
              <a:off x="5282588" y="1403697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0" name="Google Shape;2380;p39"/>
            <p:cNvSpPr/>
            <p:nvPr/>
          </p:nvSpPr>
          <p:spPr>
            <a:xfrm rot="8706722">
              <a:off x="5468171" y="1212027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1" name="Google Shape;2381;p39"/>
            <p:cNvSpPr/>
            <p:nvPr/>
          </p:nvSpPr>
          <p:spPr>
            <a:xfrm rot="8714346">
              <a:off x="5416341" y="110811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2" name="Google Shape;2382;p39"/>
            <p:cNvSpPr/>
            <p:nvPr/>
          </p:nvSpPr>
          <p:spPr>
            <a:xfrm rot="8713740">
              <a:off x="5173032" y="113828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3" name="Google Shape;2383;p39"/>
            <p:cNvSpPr/>
            <p:nvPr/>
          </p:nvSpPr>
          <p:spPr>
            <a:xfrm rot="8714346">
              <a:off x="5350547" y="97909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4" name="Google Shape;2384;p39"/>
            <p:cNvSpPr/>
            <p:nvPr/>
          </p:nvSpPr>
          <p:spPr>
            <a:xfrm rot="8713740">
              <a:off x="4582654" y="70663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5" name="Google Shape;2385;p39"/>
            <p:cNvSpPr/>
            <p:nvPr/>
          </p:nvSpPr>
          <p:spPr>
            <a:xfrm rot="8713740">
              <a:off x="4672199" y="73589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6" name="Google Shape;2386;p39"/>
            <p:cNvSpPr/>
            <p:nvPr/>
          </p:nvSpPr>
          <p:spPr>
            <a:xfrm rot="8713740">
              <a:off x="4627251" y="649474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7" name="Google Shape;2387;p39"/>
            <p:cNvSpPr/>
            <p:nvPr/>
          </p:nvSpPr>
          <p:spPr>
            <a:xfrm rot="8713740">
              <a:off x="4470303" y="79495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8" name="Google Shape;2388;p39"/>
            <p:cNvSpPr/>
            <p:nvPr/>
          </p:nvSpPr>
          <p:spPr>
            <a:xfrm rot="8719330">
              <a:off x="4345518" y="58617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9" name="Google Shape;2389;p39"/>
            <p:cNvSpPr/>
            <p:nvPr/>
          </p:nvSpPr>
          <p:spPr>
            <a:xfrm rot="8713013">
              <a:off x="4333087" y="447556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0" name="Google Shape;2390;p39"/>
            <p:cNvSpPr/>
            <p:nvPr/>
          </p:nvSpPr>
          <p:spPr>
            <a:xfrm rot="8713740">
              <a:off x="4560544" y="83611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1" name="Google Shape;2391;p39"/>
            <p:cNvSpPr/>
            <p:nvPr/>
          </p:nvSpPr>
          <p:spPr>
            <a:xfrm rot="8713740">
              <a:off x="4871753" y="45648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2" name="Google Shape;2392;p39"/>
            <p:cNvSpPr/>
            <p:nvPr/>
          </p:nvSpPr>
          <p:spPr>
            <a:xfrm rot="8713740">
              <a:off x="4961298" y="485747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3" name="Google Shape;2393;p39"/>
            <p:cNvSpPr/>
            <p:nvPr/>
          </p:nvSpPr>
          <p:spPr>
            <a:xfrm rot="8713740">
              <a:off x="4759402" y="54480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4" name="Google Shape;2394;p39"/>
            <p:cNvSpPr/>
            <p:nvPr/>
          </p:nvSpPr>
          <p:spPr>
            <a:xfrm rot="8719330">
              <a:off x="4634618" y="33602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5" name="Google Shape;2395;p39"/>
            <p:cNvSpPr/>
            <p:nvPr/>
          </p:nvSpPr>
          <p:spPr>
            <a:xfrm rot="8713740">
              <a:off x="4849644" y="58596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6" name="Google Shape;2396;p39"/>
            <p:cNvSpPr/>
            <p:nvPr/>
          </p:nvSpPr>
          <p:spPr>
            <a:xfrm rot="8718291">
              <a:off x="4608249" y="436155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7" name="Google Shape;2397;p39"/>
            <p:cNvSpPr/>
            <p:nvPr/>
          </p:nvSpPr>
          <p:spPr>
            <a:xfrm rot="7480670">
              <a:off x="4954635" y="77722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8" name="Google Shape;2398;p39"/>
            <p:cNvSpPr/>
            <p:nvPr/>
          </p:nvSpPr>
          <p:spPr>
            <a:xfrm rot="-8510566">
              <a:off x="5059421" y="743998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9" name="Google Shape;2399;p39"/>
            <p:cNvSpPr/>
            <p:nvPr/>
          </p:nvSpPr>
          <p:spPr>
            <a:xfrm rot="8706722">
              <a:off x="5245004" y="552328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0" name="Google Shape;2400;p39"/>
            <p:cNvSpPr/>
            <p:nvPr/>
          </p:nvSpPr>
          <p:spPr>
            <a:xfrm rot="8714346">
              <a:off x="5193174" y="44841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1" name="Google Shape;2401;p39"/>
            <p:cNvSpPr/>
            <p:nvPr/>
          </p:nvSpPr>
          <p:spPr>
            <a:xfrm rot="8713740">
              <a:off x="4949865" y="47858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2" name="Google Shape;2402;p39"/>
            <p:cNvSpPr/>
            <p:nvPr/>
          </p:nvSpPr>
          <p:spPr>
            <a:xfrm rot="8714346">
              <a:off x="5127380" y="31939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3" name="Google Shape;2403;p39"/>
            <p:cNvSpPr/>
            <p:nvPr/>
          </p:nvSpPr>
          <p:spPr>
            <a:xfrm rot="8713740">
              <a:off x="4363715" y="4457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4" name="Google Shape;2404;p39"/>
            <p:cNvSpPr/>
            <p:nvPr/>
          </p:nvSpPr>
          <p:spPr>
            <a:xfrm rot="8713740">
              <a:off x="4453260" y="7384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5" name="Google Shape;2405;p39"/>
            <p:cNvSpPr/>
            <p:nvPr/>
          </p:nvSpPr>
          <p:spPr>
            <a:xfrm rot="8716661">
              <a:off x="4413880" y="19289"/>
              <a:ext cx="155159" cy="114044"/>
            </a:xfrm>
            <a:custGeom>
              <a:rect b="b" l="l" r="r" t="t"/>
              <a:pathLst>
                <a:path extrusionOk="0" h="113964" w="155050">
                  <a:moveTo>
                    <a:pt x="25756" y="113964"/>
                  </a:moveTo>
                  <a:lnTo>
                    <a:pt x="0" y="96110"/>
                  </a:lnTo>
                  <a:lnTo>
                    <a:pt x="72120" y="28251"/>
                  </a:lnTo>
                  <a:cubicBezTo>
                    <a:pt x="85790" y="12303"/>
                    <a:pt x="105383" y="2279"/>
                    <a:pt x="126799" y="0"/>
                  </a:cubicBezTo>
                  <a:cubicBezTo>
                    <a:pt x="148671" y="0"/>
                    <a:pt x="155050" y="19138"/>
                    <a:pt x="155050" y="33719"/>
                  </a:cubicBezTo>
                  <a:cubicBezTo>
                    <a:pt x="153683" y="49668"/>
                    <a:pt x="143203" y="62882"/>
                    <a:pt x="128622" y="69261"/>
                  </a:cubicBezTo>
                  <a:lnTo>
                    <a:pt x="129077" y="69261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6" name="Google Shape;2406;p39"/>
            <p:cNvSpPr/>
            <p:nvPr/>
          </p:nvSpPr>
          <p:spPr>
            <a:xfrm rot="8713740">
              <a:off x="4251364" y="13289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7" name="Google Shape;2407;p39"/>
            <p:cNvSpPr/>
            <p:nvPr/>
          </p:nvSpPr>
          <p:spPr>
            <a:xfrm rot="8716661">
              <a:off x="4139876" y="-17927"/>
              <a:ext cx="203990" cy="132229"/>
            </a:xfrm>
            <a:custGeom>
              <a:rect b="b" l="l" r="r" t="t"/>
              <a:pathLst>
                <a:path extrusionOk="0" h="132136" w="203847">
                  <a:moveTo>
                    <a:pt x="112633" y="132136"/>
                  </a:moveTo>
                  <a:lnTo>
                    <a:pt x="56185" y="93008"/>
                  </a:lnTo>
                  <a:lnTo>
                    <a:pt x="69777" y="55323"/>
                  </a:lnTo>
                  <a:lnTo>
                    <a:pt x="1818" y="55323"/>
                  </a:lnTo>
                  <a:lnTo>
                    <a:pt x="0" y="54062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8" name="Google Shape;2408;p39"/>
            <p:cNvSpPr/>
            <p:nvPr/>
          </p:nvSpPr>
          <p:spPr>
            <a:xfrm rot="8716661">
              <a:off x="4382914" y="-25489"/>
              <a:ext cx="64901" cy="78366"/>
            </a:xfrm>
            <a:custGeom>
              <a:rect b="b" l="l" r="r" t="t"/>
              <a:pathLst>
                <a:path extrusionOk="0" h="78311" w="64855">
                  <a:moveTo>
                    <a:pt x="64855" y="78311"/>
                  </a:moveTo>
                  <a:lnTo>
                    <a:pt x="0" y="33356"/>
                  </a:lnTo>
                  <a:lnTo>
                    <a:pt x="64294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9" name="Google Shape;2409;p39"/>
            <p:cNvSpPr/>
            <p:nvPr/>
          </p:nvSpPr>
          <p:spPr>
            <a:xfrm rot="8713740">
              <a:off x="4341605" y="17405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0" name="Google Shape;2410;p39"/>
            <p:cNvSpPr/>
            <p:nvPr/>
          </p:nvSpPr>
          <p:spPr>
            <a:xfrm rot="8716661">
              <a:off x="4707163" y="-28360"/>
              <a:ext cx="81813" cy="56711"/>
            </a:xfrm>
            <a:custGeom>
              <a:rect b="b" l="l" r="r" t="t"/>
              <a:pathLst>
                <a:path extrusionOk="0" h="56671" w="81756">
                  <a:moveTo>
                    <a:pt x="81756" y="56671"/>
                  </a:moveTo>
                  <a:lnTo>
                    <a:pt x="0" y="0"/>
                  </a:lnTo>
                  <a:lnTo>
                    <a:pt x="24798" y="0"/>
                  </a:lnTo>
                  <a:cubicBezTo>
                    <a:pt x="61707" y="0"/>
                    <a:pt x="81756" y="15949"/>
                    <a:pt x="81756" y="501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1" name="Google Shape;2411;p39"/>
            <p:cNvSpPr/>
            <p:nvPr/>
          </p:nvSpPr>
          <p:spPr>
            <a:xfrm rot="8716661">
              <a:off x="4788160" y="-25655"/>
              <a:ext cx="219565" cy="98094"/>
            </a:xfrm>
            <a:custGeom>
              <a:rect b="b" l="l" r="r" t="t"/>
              <a:pathLst>
                <a:path extrusionOk="0" h="98025" w="219411">
                  <a:moveTo>
                    <a:pt x="63575" y="45493"/>
                  </a:moveTo>
                  <a:lnTo>
                    <a:pt x="0" y="1425"/>
                  </a:lnTo>
                  <a:lnTo>
                    <a:pt x="63575" y="1425"/>
                  </a:lnTo>
                  <a:close/>
                  <a:moveTo>
                    <a:pt x="88634" y="62863"/>
                  </a:moveTo>
                  <a:lnTo>
                    <a:pt x="73596" y="52439"/>
                  </a:lnTo>
                  <a:lnTo>
                    <a:pt x="75493" y="47439"/>
                  </a:lnTo>
                  <a:cubicBezTo>
                    <a:pt x="85874" y="24008"/>
                    <a:pt x="96382" y="12816"/>
                    <a:pt x="112786" y="5981"/>
                  </a:cubicBezTo>
                  <a:cubicBezTo>
                    <a:pt x="122811" y="1880"/>
                    <a:pt x="133291" y="-398"/>
                    <a:pt x="144227" y="57"/>
                  </a:cubicBezTo>
                  <a:cubicBezTo>
                    <a:pt x="191160" y="-854"/>
                    <a:pt x="219411" y="31954"/>
                    <a:pt x="219411" y="88456"/>
                  </a:cubicBezTo>
                  <a:lnTo>
                    <a:pt x="219411" y="94380"/>
                  </a:lnTo>
                  <a:lnTo>
                    <a:pt x="157441" y="98025"/>
                  </a:lnTo>
                  <a:lnTo>
                    <a:pt x="157441" y="81621"/>
                  </a:lnTo>
                  <a:cubicBezTo>
                    <a:pt x="157441" y="57016"/>
                    <a:pt x="143316" y="40156"/>
                    <a:pt x="123722" y="40156"/>
                  </a:cubicBezTo>
                  <a:cubicBezTo>
                    <a:pt x="116431" y="40156"/>
                    <a:pt x="109454" y="42577"/>
                    <a:pt x="103089" y="46969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2" name="Google Shape;2412;p39"/>
            <p:cNvSpPr/>
            <p:nvPr/>
          </p:nvSpPr>
          <p:spPr>
            <a:xfrm rot="8713740">
              <a:off x="4630705" y="-7609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3" name="Google Shape;2413;p39"/>
            <p:cNvSpPr/>
            <p:nvPr/>
          </p:nvSpPr>
          <p:spPr>
            <a:xfrm rot="7480670">
              <a:off x="4735696" y="11516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4" name="Google Shape;2414;p39"/>
            <p:cNvSpPr/>
            <p:nvPr/>
          </p:nvSpPr>
          <p:spPr>
            <a:xfrm rot="-8510566">
              <a:off x="4840482" y="81940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5" name="Google Shape;2415;p39"/>
            <p:cNvSpPr/>
            <p:nvPr/>
          </p:nvSpPr>
          <p:spPr>
            <a:xfrm rot="8716661">
              <a:off x="5051794" y="-11660"/>
              <a:ext cx="112121" cy="89995"/>
            </a:xfrm>
            <a:custGeom>
              <a:rect b="b" l="l" r="r" t="t"/>
              <a:pathLst>
                <a:path extrusionOk="0" h="89932" w="112042">
                  <a:moveTo>
                    <a:pt x="62355" y="89932"/>
                  </a:moveTo>
                  <a:lnTo>
                    <a:pt x="0" y="46710"/>
                  </a:lnTo>
                  <a:lnTo>
                    <a:pt x="14231" y="33321"/>
                  </a:lnTo>
                  <a:cubicBezTo>
                    <a:pt x="30353" y="14511"/>
                    <a:pt x="53462" y="2687"/>
                    <a:pt x="78722" y="0"/>
                  </a:cubicBezTo>
                  <a:cubicBezTo>
                    <a:pt x="104518" y="0"/>
                    <a:pt x="112042" y="22572"/>
                    <a:pt x="112042" y="39770"/>
                  </a:cubicBezTo>
                  <a:cubicBezTo>
                    <a:pt x="110429" y="58580"/>
                    <a:pt x="98068" y="74165"/>
                    <a:pt x="80872" y="81689"/>
                  </a:cubicBezTo>
                  <a:lnTo>
                    <a:pt x="81408" y="8168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6" name="Google Shape;2416;p39"/>
            <p:cNvSpPr/>
            <p:nvPr/>
          </p:nvSpPr>
          <p:spPr>
            <a:xfrm rot="8713740">
              <a:off x="4142623" y="246421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7" name="Google Shape;2417;p39"/>
            <p:cNvSpPr/>
            <p:nvPr/>
          </p:nvSpPr>
          <p:spPr>
            <a:xfrm rot="8713740">
              <a:off x="4232168" y="249348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8" name="Google Shape;2418;p39"/>
            <p:cNvSpPr/>
            <p:nvPr/>
          </p:nvSpPr>
          <p:spPr>
            <a:xfrm rot="8713740">
              <a:off x="4187220" y="240705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9" name="Google Shape;2419;p39"/>
            <p:cNvSpPr/>
            <p:nvPr/>
          </p:nvSpPr>
          <p:spPr>
            <a:xfrm rot="8713740">
              <a:off x="4030272" y="255253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0" name="Google Shape;2420;p39"/>
            <p:cNvSpPr/>
            <p:nvPr/>
          </p:nvSpPr>
          <p:spPr>
            <a:xfrm rot="8719330">
              <a:off x="3905487" y="234376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1" name="Google Shape;2421;p39"/>
            <p:cNvSpPr/>
            <p:nvPr/>
          </p:nvSpPr>
          <p:spPr>
            <a:xfrm rot="8713013">
              <a:off x="3893056" y="2205138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2" name="Google Shape;2422;p39"/>
            <p:cNvSpPr/>
            <p:nvPr/>
          </p:nvSpPr>
          <p:spPr>
            <a:xfrm rot="8713740">
              <a:off x="4120513" y="259369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3" name="Google Shape;2423;p39"/>
            <p:cNvSpPr/>
            <p:nvPr/>
          </p:nvSpPr>
          <p:spPr>
            <a:xfrm rot="8713740">
              <a:off x="4431722" y="221406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4" name="Google Shape;2424;p39"/>
            <p:cNvSpPr/>
            <p:nvPr/>
          </p:nvSpPr>
          <p:spPr>
            <a:xfrm rot="8713740">
              <a:off x="4521267" y="224332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5" name="Google Shape;2425;p39"/>
            <p:cNvSpPr/>
            <p:nvPr/>
          </p:nvSpPr>
          <p:spPr>
            <a:xfrm rot="8713740">
              <a:off x="4319371" y="230238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6" name="Google Shape;2426;p39"/>
            <p:cNvSpPr/>
            <p:nvPr/>
          </p:nvSpPr>
          <p:spPr>
            <a:xfrm rot="8719330">
              <a:off x="4194587" y="209360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7" name="Google Shape;2427;p39"/>
            <p:cNvSpPr/>
            <p:nvPr/>
          </p:nvSpPr>
          <p:spPr>
            <a:xfrm rot="8713740">
              <a:off x="4409613" y="234354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8" name="Google Shape;2428;p39"/>
            <p:cNvSpPr/>
            <p:nvPr/>
          </p:nvSpPr>
          <p:spPr>
            <a:xfrm rot="8718291">
              <a:off x="4168218" y="219373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9" name="Google Shape;2429;p39"/>
            <p:cNvSpPr/>
            <p:nvPr/>
          </p:nvSpPr>
          <p:spPr>
            <a:xfrm rot="7480670">
              <a:off x="4514604" y="253480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0" name="Google Shape;2430;p39"/>
            <p:cNvSpPr/>
            <p:nvPr/>
          </p:nvSpPr>
          <p:spPr>
            <a:xfrm rot="-8510566">
              <a:off x="4619390" y="2501580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1" name="Google Shape;2431;p39"/>
            <p:cNvSpPr/>
            <p:nvPr/>
          </p:nvSpPr>
          <p:spPr>
            <a:xfrm rot="8706722">
              <a:off x="4804973" y="2309910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2" name="Google Shape;2432;p39"/>
            <p:cNvSpPr/>
            <p:nvPr/>
          </p:nvSpPr>
          <p:spPr>
            <a:xfrm rot="8714346">
              <a:off x="4753143" y="220599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3" name="Google Shape;2433;p39"/>
            <p:cNvSpPr/>
            <p:nvPr/>
          </p:nvSpPr>
          <p:spPr>
            <a:xfrm rot="8713740">
              <a:off x="4509834" y="223616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4" name="Google Shape;2434;p39"/>
            <p:cNvSpPr/>
            <p:nvPr/>
          </p:nvSpPr>
          <p:spPr>
            <a:xfrm rot="8714346">
              <a:off x="4687349" y="207697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5" name="Google Shape;2435;p39"/>
            <p:cNvSpPr/>
            <p:nvPr/>
          </p:nvSpPr>
          <p:spPr>
            <a:xfrm rot="8713740">
              <a:off x="4365790" y="312391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6" name="Google Shape;2436;p39"/>
            <p:cNvSpPr/>
            <p:nvPr/>
          </p:nvSpPr>
          <p:spPr>
            <a:xfrm rot="8713740">
              <a:off x="4455335" y="315318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7" name="Google Shape;2437;p39"/>
            <p:cNvSpPr/>
            <p:nvPr/>
          </p:nvSpPr>
          <p:spPr>
            <a:xfrm rot="8713740">
              <a:off x="4410387" y="3066755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8" name="Google Shape;2438;p39"/>
            <p:cNvSpPr/>
            <p:nvPr/>
          </p:nvSpPr>
          <p:spPr>
            <a:xfrm rot="8713740">
              <a:off x="4253439" y="321223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9" name="Google Shape;2439;p39"/>
            <p:cNvSpPr/>
            <p:nvPr/>
          </p:nvSpPr>
          <p:spPr>
            <a:xfrm rot="8719330">
              <a:off x="4128654" y="300346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0" name="Google Shape;2440;p39"/>
            <p:cNvSpPr/>
            <p:nvPr/>
          </p:nvSpPr>
          <p:spPr>
            <a:xfrm rot="8713013">
              <a:off x="4116223" y="2864837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1" name="Google Shape;2441;p39"/>
            <p:cNvSpPr/>
            <p:nvPr/>
          </p:nvSpPr>
          <p:spPr>
            <a:xfrm rot="8713740">
              <a:off x="4343680" y="325339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2" name="Google Shape;2442;p39"/>
            <p:cNvSpPr/>
            <p:nvPr/>
          </p:nvSpPr>
          <p:spPr>
            <a:xfrm rot="8713740">
              <a:off x="4654889" y="287376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3" name="Google Shape;2443;p39"/>
            <p:cNvSpPr/>
            <p:nvPr/>
          </p:nvSpPr>
          <p:spPr>
            <a:xfrm rot="8713740">
              <a:off x="4744434" y="2903028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4" name="Google Shape;2444;p39"/>
            <p:cNvSpPr/>
            <p:nvPr/>
          </p:nvSpPr>
          <p:spPr>
            <a:xfrm rot="8713740">
              <a:off x="4542538" y="296208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5" name="Google Shape;2445;p39"/>
            <p:cNvSpPr/>
            <p:nvPr/>
          </p:nvSpPr>
          <p:spPr>
            <a:xfrm rot="8719330">
              <a:off x="4417754" y="275330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6" name="Google Shape;2446;p39"/>
            <p:cNvSpPr/>
            <p:nvPr/>
          </p:nvSpPr>
          <p:spPr>
            <a:xfrm rot="8713740">
              <a:off x="4632780" y="300324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7" name="Google Shape;2447;p39"/>
            <p:cNvSpPr/>
            <p:nvPr/>
          </p:nvSpPr>
          <p:spPr>
            <a:xfrm rot="8718291">
              <a:off x="4391385" y="2853436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8" name="Google Shape;2448;p39"/>
            <p:cNvSpPr/>
            <p:nvPr/>
          </p:nvSpPr>
          <p:spPr>
            <a:xfrm rot="7480670">
              <a:off x="4737771" y="319450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9" name="Google Shape;2449;p39"/>
            <p:cNvSpPr/>
            <p:nvPr/>
          </p:nvSpPr>
          <p:spPr>
            <a:xfrm rot="-8510566">
              <a:off x="4842557" y="3161279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0" name="Google Shape;2450;p39"/>
            <p:cNvSpPr/>
            <p:nvPr/>
          </p:nvSpPr>
          <p:spPr>
            <a:xfrm rot="8706722">
              <a:off x="5028140" y="2969609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1" name="Google Shape;2451;p39"/>
            <p:cNvSpPr/>
            <p:nvPr/>
          </p:nvSpPr>
          <p:spPr>
            <a:xfrm rot="8714346">
              <a:off x="4976310" y="286569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2" name="Google Shape;2452;p39"/>
            <p:cNvSpPr/>
            <p:nvPr/>
          </p:nvSpPr>
          <p:spPr>
            <a:xfrm rot="8713740">
              <a:off x="4733001" y="289586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3" name="Google Shape;2453;p39"/>
            <p:cNvSpPr/>
            <p:nvPr/>
          </p:nvSpPr>
          <p:spPr>
            <a:xfrm rot="8714346">
              <a:off x="4910516" y="273667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4" name="Google Shape;2454;p39"/>
            <p:cNvSpPr/>
            <p:nvPr/>
          </p:nvSpPr>
          <p:spPr>
            <a:xfrm rot="8716661">
              <a:off x="5092864" y="5038150"/>
              <a:ext cx="153699" cy="101642"/>
            </a:xfrm>
            <a:custGeom>
              <a:rect b="b" l="l" r="r" t="t"/>
              <a:pathLst>
                <a:path extrusionOk="0" h="101571" w="153591">
                  <a:moveTo>
                    <a:pt x="5923" y="101571"/>
                  </a:moveTo>
                  <a:lnTo>
                    <a:pt x="0" y="93369"/>
                  </a:lnTo>
                  <a:lnTo>
                    <a:pt x="99231" y="0"/>
                  </a:lnTo>
                  <a:lnTo>
                    <a:pt x="153591" y="37681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5" name="Google Shape;2455;p39"/>
            <p:cNvSpPr/>
            <p:nvPr/>
          </p:nvSpPr>
          <p:spPr>
            <a:xfrm rot="8716661">
              <a:off x="4835149" y="4967368"/>
              <a:ext cx="151288" cy="196012"/>
            </a:xfrm>
            <a:custGeom>
              <a:rect b="b" l="l" r="r" t="t"/>
              <a:pathLst>
                <a:path extrusionOk="0" h="195874" w="151182">
                  <a:moveTo>
                    <a:pt x="90709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71369" y="0"/>
                  </a:lnTo>
                  <a:lnTo>
                    <a:pt x="151182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6" name="Google Shape;2456;p39"/>
            <p:cNvSpPr/>
            <p:nvPr/>
          </p:nvSpPr>
          <p:spPr>
            <a:xfrm rot="8713013">
              <a:off x="4779578" y="4843906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7" name="Google Shape;2457;p39"/>
            <p:cNvSpPr/>
            <p:nvPr/>
          </p:nvSpPr>
          <p:spPr>
            <a:xfrm rot="8713740">
              <a:off x="5318244" y="485283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8" name="Google Shape;2458;p39"/>
            <p:cNvSpPr/>
            <p:nvPr/>
          </p:nvSpPr>
          <p:spPr>
            <a:xfrm rot="8716661">
              <a:off x="5407424" y="4885117"/>
              <a:ext cx="236235" cy="254953"/>
            </a:xfrm>
            <a:custGeom>
              <a:rect b="b" l="l" r="r" t="t"/>
              <a:pathLst>
                <a:path extrusionOk="0" h="254774" w="236069">
                  <a:moveTo>
                    <a:pt x="26920" y="254774"/>
                  </a:moveTo>
                  <a:lnTo>
                    <a:pt x="26920" y="45624"/>
                  </a:lnTo>
                  <a:lnTo>
                    <a:pt x="0" y="45624"/>
                  </a:lnTo>
                  <a:lnTo>
                    <a:pt x="36558" y="1425"/>
                  </a:lnTo>
                  <a:lnTo>
                    <a:pt x="80233" y="1425"/>
                  </a:lnTo>
                  <a:lnTo>
                    <a:pt x="80233" y="75242"/>
                  </a:lnTo>
                  <a:lnTo>
                    <a:pt x="81599" y="75242"/>
                  </a:lnTo>
                  <a:cubicBezTo>
                    <a:pt x="96181" y="31954"/>
                    <a:pt x="107572" y="15095"/>
                    <a:pt x="129444" y="5981"/>
                  </a:cubicBezTo>
                  <a:cubicBezTo>
                    <a:pt x="139469" y="1880"/>
                    <a:pt x="149949" y="-398"/>
                    <a:pt x="160885" y="57"/>
                  </a:cubicBezTo>
                  <a:lnTo>
                    <a:pt x="165106" y="791"/>
                  </a:lnTo>
                  <a:lnTo>
                    <a:pt x="227336" y="43927"/>
                  </a:lnTo>
                  <a:lnTo>
                    <a:pt x="230922" y="50679"/>
                  </a:lnTo>
                  <a:cubicBezTo>
                    <a:pt x="234303" y="61686"/>
                    <a:pt x="236069" y="74331"/>
                    <a:pt x="236069" y="88456"/>
                  </a:cubicBezTo>
                  <a:lnTo>
                    <a:pt x="236069" y="94380"/>
                  </a:lnTo>
                  <a:lnTo>
                    <a:pt x="174099" y="98025"/>
                  </a:lnTo>
                  <a:lnTo>
                    <a:pt x="174099" y="81621"/>
                  </a:lnTo>
                  <a:cubicBezTo>
                    <a:pt x="174099" y="57016"/>
                    <a:pt x="159974" y="40156"/>
                    <a:pt x="140380" y="40156"/>
                  </a:cubicBezTo>
                  <a:cubicBezTo>
                    <a:pt x="111218" y="40156"/>
                    <a:pt x="87068" y="78887"/>
                    <a:pt x="87068" y="127643"/>
                  </a:cubicBezTo>
                  <a:lnTo>
                    <a:pt x="87068" y="213764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9" name="Google Shape;2459;p39"/>
            <p:cNvSpPr/>
            <p:nvPr/>
          </p:nvSpPr>
          <p:spPr>
            <a:xfrm rot="8713740">
              <a:off x="5205893" y="494115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0" name="Google Shape;2460;p39"/>
            <p:cNvSpPr/>
            <p:nvPr/>
          </p:nvSpPr>
          <p:spPr>
            <a:xfrm rot="8719330">
              <a:off x="5081109" y="473237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1" name="Google Shape;2461;p39"/>
            <p:cNvSpPr/>
            <p:nvPr/>
          </p:nvSpPr>
          <p:spPr>
            <a:xfrm rot="8716661">
              <a:off x="5289665" y="4983405"/>
              <a:ext cx="103509" cy="208102"/>
            </a:xfrm>
            <a:custGeom>
              <a:rect b="b" l="l" r="r" t="t"/>
              <a:pathLst>
                <a:path extrusionOk="0" h="207956" w="103436">
                  <a:moveTo>
                    <a:pt x="0" y="5185"/>
                  </a:moveTo>
                  <a:lnTo>
                    <a:pt x="0" y="0"/>
                  </a:lnTo>
                  <a:lnTo>
                    <a:pt x="7480" y="5185"/>
                  </a:lnTo>
                  <a:close/>
                  <a:moveTo>
                    <a:pt x="103436" y="207956"/>
                  </a:moveTo>
                  <a:lnTo>
                    <a:pt x="43288" y="150086"/>
                  </a:lnTo>
                  <a:lnTo>
                    <a:pt x="43288" y="30006"/>
                  </a:lnTo>
                  <a:lnTo>
                    <a:pt x="103435" y="71698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2" name="Google Shape;2462;p39"/>
            <p:cNvSpPr/>
            <p:nvPr/>
          </p:nvSpPr>
          <p:spPr>
            <a:xfrm rot="8718291">
              <a:off x="5054740" y="4832505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3" name="Google Shape;2463;p39"/>
            <p:cNvSpPr/>
            <p:nvPr/>
          </p:nvSpPr>
          <p:spPr>
            <a:xfrm rot="8716661">
              <a:off x="5627279" y="4851258"/>
              <a:ext cx="84912" cy="94998"/>
            </a:xfrm>
            <a:custGeom>
              <a:rect b="b" l="l" r="r" t="t"/>
              <a:pathLst>
                <a:path extrusionOk="0" h="94931" w="84852">
                  <a:moveTo>
                    <a:pt x="0" y="84445"/>
                  </a:moveTo>
                  <a:lnTo>
                    <a:pt x="69845" y="0"/>
                  </a:lnTo>
                  <a:lnTo>
                    <a:pt x="84852" y="35717"/>
                  </a:lnTo>
                  <a:cubicBezTo>
                    <a:pt x="84852" y="50779"/>
                    <a:pt x="79103" y="65956"/>
                    <a:pt x="67606" y="77454"/>
                  </a:cubicBezTo>
                  <a:cubicBezTo>
                    <a:pt x="56567" y="88492"/>
                    <a:pt x="41850" y="94930"/>
                    <a:pt x="26212" y="94931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4" name="Google Shape;2464;p39"/>
            <p:cNvSpPr/>
            <p:nvPr/>
          </p:nvSpPr>
          <p:spPr>
            <a:xfrm rot="8713740">
              <a:off x="5396356" y="487493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5" name="Google Shape;2465;p39"/>
            <p:cNvSpPr/>
            <p:nvPr/>
          </p:nvSpPr>
          <p:spPr>
            <a:xfrm rot="8714346">
              <a:off x="5573871" y="471574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6" name="Google Shape;2466;p39"/>
            <p:cNvSpPr/>
            <p:nvPr/>
          </p:nvSpPr>
          <p:spPr>
            <a:xfrm rot="8713740">
              <a:off x="4584460" y="3782314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7" name="Google Shape;2467;p39"/>
            <p:cNvSpPr/>
            <p:nvPr/>
          </p:nvSpPr>
          <p:spPr>
            <a:xfrm rot="8713740">
              <a:off x="4674005" y="3811576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8" name="Google Shape;2468;p39"/>
            <p:cNvSpPr/>
            <p:nvPr/>
          </p:nvSpPr>
          <p:spPr>
            <a:xfrm rot="8713740">
              <a:off x="4629057" y="3725151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9" name="Google Shape;2469;p39"/>
            <p:cNvSpPr/>
            <p:nvPr/>
          </p:nvSpPr>
          <p:spPr>
            <a:xfrm rot="8713740">
              <a:off x="4472109" y="3870632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0" name="Google Shape;2470;p39"/>
            <p:cNvSpPr/>
            <p:nvPr/>
          </p:nvSpPr>
          <p:spPr>
            <a:xfrm rot="8719330">
              <a:off x="4347324" y="366185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1" name="Google Shape;2471;p39"/>
            <p:cNvSpPr/>
            <p:nvPr/>
          </p:nvSpPr>
          <p:spPr>
            <a:xfrm rot="8713013">
              <a:off x="4334893" y="3523233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2" name="Google Shape;2472;p39"/>
            <p:cNvSpPr/>
            <p:nvPr/>
          </p:nvSpPr>
          <p:spPr>
            <a:xfrm rot="8713740">
              <a:off x="4562350" y="391179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3" name="Google Shape;2473;p39"/>
            <p:cNvSpPr/>
            <p:nvPr/>
          </p:nvSpPr>
          <p:spPr>
            <a:xfrm rot="8713740">
              <a:off x="4873559" y="3532162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4" name="Google Shape;2474;p39"/>
            <p:cNvSpPr/>
            <p:nvPr/>
          </p:nvSpPr>
          <p:spPr>
            <a:xfrm rot="8713740">
              <a:off x="4963104" y="3561424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5" name="Google Shape;2475;p39"/>
            <p:cNvSpPr/>
            <p:nvPr/>
          </p:nvSpPr>
          <p:spPr>
            <a:xfrm rot="8713740">
              <a:off x="4761208" y="362048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6" name="Google Shape;2476;p39"/>
            <p:cNvSpPr/>
            <p:nvPr/>
          </p:nvSpPr>
          <p:spPr>
            <a:xfrm rot="8719330">
              <a:off x="4636424" y="341170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7" name="Google Shape;2477;p39"/>
            <p:cNvSpPr/>
            <p:nvPr/>
          </p:nvSpPr>
          <p:spPr>
            <a:xfrm rot="8713740">
              <a:off x="4851450" y="3661642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8" name="Google Shape;2478;p39"/>
            <p:cNvSpPr/>
            <p:nvPr/>
          </p:nvSpPr>
          <p:spPr>
            <a:xfrm rot="8718291">
              <a:off x="4610055" y="3511832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9" name="Google Shape;2479;p39"/>
            <p:cNvSpPr/>
            <p:nvPr/>
          </p:nvSpPr>
          <p:spPr>
            <a:xfrm rot="7480670">
              <a:off x="4956441" y="385290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0" name="Google Shape;2480;p39"/>
            <p:cNvSpPr/>
            <p:nvPr/>
          </p:nvSpPr>
          <p:spPr>
            <a:xfrm rot="-8510566">
              <a:off x="5061227" y="3819675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1" name="Google Shape;2481;p39"/>
            <p:cNvSpPr/>
            <p:nvPr/>
          </p:nvSpPr>
          <p:spPr>
            <a:xfrm rot="8706722">
              <a:off x="5246810" y="3628005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2" name="Google Shape;2482;p39"/>
            <p:cNvSpPr/>
            <p:nvPr/>
          </p:nvSpPr>
          <p:spPr>
            <a:xfrm rot="8714346">
              <a:off x="5194980" y="3524093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3" name="Google Shape;2483;p39"/>
            <p:cNvSpPr/>
            <p:nvPr/>
          </p:nvSpPr>
          <p:spPr>
            <a:xfrm rot="8713740">
              <a:off x="4951671" y="355426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4" name="Google Shape;2484;p39"/>
            <p:cNvSpPr/>
            <p:nvPr/>
          </p:nvSpPr>
          <p:spPr>
            <a:xfrm rot="8714346">
              <a:off x="5129186" y="3395072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5" name="Google Shape;2485;p39"/>
            <p:cNvSpPr/>
            <p:nvPr/>
          </p:nvSpPr>
          <p:spPr>
            <a:xfrm rot="8713740">
              <a:off x="4807627" y="444201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6" name="Google Shape;2486;p39"/>
            <p:cNvSpPr/>
            <p:nvPr/>
          </p:nvSpPr>
          <p:spPr>
            <a:xfrm rot="8713740">
              <a:off x="4897172" y="447127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7" name="Google Shape;2487;p39"/>
            <p:cNvSpPr/>
            <p:nvPr/>
          </p:nvSpPr>
          <p:spPr>
            <a:xfrm rot="8713740">
              <a:off x="4852224" y="4384850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8" name="Google Shape;2488;p39"/>
            <p:cNvSpPr/>
            <p:nvPr/>
          </p:nvSpPr>
          <p:spPr>
            <a:xfrm rot="8713740">
              <a:off x="4695276" y="453033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9" name="Google Shape;2489;p39"/>
            <p:cNvSpPr/>
            <p:nvPr/>
          </p:nvSpPr>
          <p:spPr>
            <a:xfrm rot="8719330">
              <a:off x="4570491" y="432155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0" name="Google Shape;2490;p39"/>
            <p:cNvSpPr/>
            <p:nvPr/>
          </p:nvSpPr>
          <p:spPr>
            <a:xfrm rot="8713013">
              <a:off x="4558060" y="4182932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1" name="Google Shape;2491;p39"/>
            <p:cNvSpPr/>
            <p:nvPr/>
          </p:nvSpPr>
          <p:spPr>
            <a:xfrm rot="8713740">
              <a:off x="4785517" y="4571492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2" name="Google Shape;2492;p39"/>
            <p:cNvSpPr/>
            <p:nvPr/>
          </p:nvSpPr>
          <p:spPr>
            <a:xfrm rot="8713740">
              <a:off x="5096726" y="4191861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3" name="Google Shape;2493;p39"/>
            <p:cNvSpPr/>
            <p:nvPr/>
          </p:nvSpPr>
          <p:spPr>
            <a:xfrm rot="8713740">
              <a:off x="5186271" y="4221123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4" name="Google Shape;2494;p39"/>
            <p:cNvSpPr/>
            <p:nvPr/>
          </p:nvSpPr>
          <p:spPr>
            <a:xfrm rot="8713740">
              <a:off x="4984375" y="428017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5" name="Google Shape;2495;p39"/>
            <p:cNvSpPr/>
            <p:nvPr/>
          </p:nvSpPr>
          <p:spPr>
            <a:xfrm rot="8719330">
              <a:off x="4859591" y="407140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6" name="Google Shape;2496;p39"/>
            <p:cNvSpPr/>
            <p:nvPr/>
          </p:nvSpPr>
          <p:spPr>
            <a:xfrm rot="8713740">
              <a:off x="5074617" y="4321341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7" name="Google Shape;2497;p39"/>
            <p:cNvSpPr/>
            <p:nvPr/>
          </p:nvSpPr>
          <p:spPr>
            <a:xfrm rot="8718291">
              <a:off x="4833222" y="4171531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8" name="Google Shape;2498;p39"/>
            <p:cNvSpPr/>
            <p:nvPr/>
          </p:nvSpPr>
          <p:spPr>
            <a:xfrm rot="7480670">
              <a:off x="5179608" y="451260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9" name="Google Shape;2499;p39"/>
            <p:cNvSpPr/>
            <p:nvPr/>
          </p:nvSpPr>
          <p:spPr>
            <a:xfrm rot="-8510566">
              <a:off x="5284394" y="4479374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0" name="Google Shape;2500;p39"/>
            <p:cNvSpPr/>
            <p:nvPr/>
          </p:nvSpPr>
          <p:spPr>
            <a:xfrm rot="8706722">
              <a:off x="5469977" y="4287704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1" name="Google Shape;2501;p39"/>
            <p:cNvSpPr/>
            <p:nvPr/>
          </p:nvSpPr>
          <p:spPr>
            <a:xfrm rot="8714346">
              <a:off x="5418147" y="4183792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2" name="Google Shape;2502;p39"/>
            <p:cNvSpPr/>
            <p:nvPr/>
          </p:nvSpPr>
          <p:spPr>
            <a:xfrm rot="8713740">
              <a:off x="5174838" y="421396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3" name="Google Shape;2503;p39"/>
            <p:cNvSpPr/>
            <p:nvPr/>
          </p:nvSpPr>
          <p:spPr>
            <a:xfrm rot="8714346">
              <a:off x="5352353" y="4054771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4" name="Google Shape;2504;p39"/>
            <p:cNvSpPr/>
            <p:nvPr/>
          </p:nvSpPr>
          <p:spPr>
            <a:xfrm rot="8713740">
              <a:off x="3921105" y="180324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5" name="Google Shape;2505;p39"/>
            <p:cNvSpPr/>
            <p:nvPr/>
          </p:nvSpPr>
          <p:spPr>
            <a:xfrm rot="8713740">
              <a:off x="4010650" y="1832507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6" name="Google Shape;2506;p39"/>
            <p:cNvSpPr/>
            <p:nvPr/>
          </p:nvSpPr>
          <p:spPr>
            <a:xfrm rot="8713740">
              <a:off x="3965702" y="1746082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7" name="Google Shape;2507;p39"/>
            <p:cNvSpPr/>
            <p:nvPr/>
          </p:nvSpPr>
          <p:spPr>
            <a:xfrm rot="8713740">
              <a:off x="3808754" y="189156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8" name="Google Shape;2508;p39"/>
            <p:cNvSpPr/>
            <p:nvPr/>
          </p:nvSpPr>
          <p:spPr>
            <a:xfrm rot="8719330">
              <a:off x="3683969" y="168278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9" name="Google Shape;2509;p39"/>
            <p:cNvSpPr/>
            <p:nvPr/>
          </p:nvSpPr>
          <p:spPr>
            <a:xfrm rot="8713013">
              <a:off x="3671538" y="1544164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0" name="Google Shape;2510;p39"/>
            <p:cNvSpPr/>
            <p:nvPr/>
          </p:nvSpPr>
          <p:spPr>
            <a:xfrm rot="8713740">
              <a:off x="3898995" y="1932724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1" name="Google Shape;2511;p39"/>
            <p:cNvSpPr/>
            <p:nvPr/>
          </p:nvSpPr>
          <p:spPr>
            <a:xfrm rot="8713740">
              <a:off x="4210204" y="155309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2" name="Google Shape;2512;p39"/>
            <p:cNvSpPr/>
            <p:nvPr/>
          </p:nvSpPr>
          <p:spPr>
            <a:xfrm rot="8713740">
              <a:off x="4299749" y="158235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3" name="Google Shape;2513;p39"/>
            <p:cNvSpPr/>
            <p:nvPr/>
          </p:nvSpPr>
          <p:spPr>
            <a:xfrm rot="8713740">
              <a:off x="4097853" y="164141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4" name="Google Shape;2514;p39"/>
            <p:cNvSpPr/>
            <p:nvPr/>
          </p:nvSpPr>
          <p:spPr>
            <a:xfrm rot="8719330">
              <a:off x="3973069" y="143263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5" name="Google Shape;2515;p39"/>
            <p:cNvSpPr/>
            <p:nvPr/>
          </p:nvSpPr>
          <p:spPr>
            <a:xfrm rot="8713740">
              <a:off x="4188095" y="168257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6" name="Google Shape;2516;p39"/>
            <p:cNvSpPr/>
            <p:nvPr/>
          </p:nvSpPr>
          <p:spPr>
            <a:xfrm rot="8718291">
              <a:off x="3946700" y="1532763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7" name="Google Shape;2517;p39"/>
            <p:cNvSpPr/>
            <p:nvPr/>
          </p:nvSpPr>
          <p:spPr>
            <a:xfrm rot="7480670">
              <a:off x="4293086" y="187383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8" name="Google Shape;2518;p39"/>
            <p:cNvSpPr/>
            <p:nvPr/>
          </p:nvSpPr>
          <p:spPr>
            <a:xfrm rot="-8510566">
              <a:off x="4397872" y="1840606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9" name="Google Shape;2519;p39"/>
            <p:cNvSpPr/>
            <p:nvPr/>
          </p:nvSpPr>
          <p:spPr>
            <a:xfrm rot="8706722">
              <a:off x="4583455" y="1648936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0" name="Google Shape;2520;p39"/>
            <p:cNvSpPr/>
            <p:nvPr/>
          </p:nvSpPr>
          <p:spPr>
            <a:xfrm rot="8714346">
              <a:off x="4531625" y="154502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1" name="Google Shape;2521;p39"/>
            <p:cNvSpPr/>
            <p:nvPr/>
          </p:nvSpPr>
          <p:spPr>
            <a:xfrm rot="8713740">
              <a:off x="4288316" y="157519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2" name="Google Shape;2522;p39"/>
            <p:cNvSpPr/>
            <p:nvPr/>
          </p:nvSpPr>
          <p:spPr>
            <a:xfrm rot="8714346">
              <a:off x="4465831" y="1416003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3" name="Google Shape;2523;p39"/>
            <p:cNvSpPr/>
            <p:nvPr/>
          </p:nvSpPr>
          <p:spPr>
            <a:xfrm rot="8713740">
              <a:off x="3697938" y="114354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4" name="Google Shape;2524;p39"/>
            <p:cNvSpPr/>
            <p:nvPr/>
          </p:nvSpPr>
          <p:spPr>
            <a:xfrm rot="8713740">
              <a:off x="3787483" y="1172808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5" name="Google Shape;2525;p39"/>
            <p:cNvSpPr/>
            <p:nvPr/>
          </p:nvSpPr>
          <p:spPr>
            <a:xfrm rot="8713740">
              <a:off x="3742535" y="1086383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6" name="Google Shape;2526;p39"/>
            <p:cNvSpPr/>
            <p:nvPr/>
          </p:nvSpPr>
          <p:spPr>
            <a:xfrm rot="8713740">
              <a:off x="3585587" y="123186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7" name="Google Shape;2527;p39"/>
            <p:cNvSpPr/>
            <p:nvPr/>
          </p:nvSpPr>
          <p:spPr>
            <a:xfrm rot="8719330">
              <a:off x="3460802" y="102308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8" name="Google Shape;2528;p39"/>
            <p:cNvSpPr/>
            <p:nvPr/>
          </p:nvSpPr>
          <p:spPr>
            <a:xfrm rot="8713013">
              <a:off x="3448371" y="884465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9" name="Google Shape;2529;p39"/>
            <p:cNvSpPr/>
            <p:nvPr/>
          </p:nvSpPr>
          <p:spPr>
            <a:xfrm rot="8713740">
              <a:off x="3675828" y="127302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0" name="Google Shape;2530;p39"/>
            <p:cNvSpPr/>
            <p:nvPr/>
          </p:nvSpPr>
          <p:spPr>
            <a:xfrm rot="8713740">
              <a:off x="3987037" y="893394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1" name="Google Shape;2531;p39"/>
            <p:cNvSpPr/>
            <p:nvPr/>
          </p:nvSpPr>
          <p:spPr>
            <a:xfrm rot="8713740">
              <a:off x="4076582" y="922656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2" name="Google Shape;2532;p39"/>
            <p:cNvSpPr/>
            <p:nvPr/>
          </p:nvSpPr>
          <p:spPr>
            <a:xfrm rot="8713740">
              <a:off x="3874686" y="981712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3" name="Google Shape;2533;p39"/>
            <p:cNvSpPr/>
            <p:nvPr/>
          </p:nvSpPr>
          <p:spPr>
            <a:xfrm rot="8719330">
              <a:off x="3749902" y="77293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4" name="Google Shape;2534;p39"/>
            <p:cNvSpPr/>
            <p:nvPr/>
          </p:nvSpPr>
          <p:spPr>
            <a:xfrm rot="8713740">
              <a:off x="3964928" y="1022874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5" name="Google Shape;2535;p39"/>
            <p:cNvSpPr/>
            <p:nvPr/>
          </p:nvSpPr>
          <p:spPr>
            <a:xfrm rot="8718291">
              <a:off x="3723533" y="873064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6" name="Google Shape;2536;p39"/>
            <p:cNvSpPr/>
            <p:nvPr/>
          </p:nvSpPr>
          <p:spPr>
            <a:xfrm rot="7480670">
              <a:off x="4069919" y="121413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7" name="Google Shape;2537;p39"/>
            <p:cNvSpPr/>
            <p:nvPr/>
          </p:nvSpPr>
          <p:spPr>
            <a:xfrm rot="-8510566">
              <a:off x="4174705" y="1180907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8" name="Google Shape;2538;p39"/>
            <p:cNvSpPr/>
            <p:nvPr/>
          </p:nvSpPr>
          <p:spPr>
            <a:xfrm rot="8706722">
              <a:off x="4360288" y="989237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9" name="Google Shape;2539;p39"/>
            <p:cNvSpPr/>
            <p:nvPr/>
          </p:nvSpPr>
          <p:spPr>
            <a:xfrm rot="8714346">
              <a:off x="4308458" y="88532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0" name="Google Shape;2540;p39"/>
            <p:cNvSpPr/>
            <p:nvPr/>
          </p:nvSpPr>
          <p:spPr>
            <a:xfrm rot="8713740">
              <a:off x="4065149" y="91549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1" name="Google Shape;2541;p39"/>
            <p:cNvSpPr/>
            <p:nvPr/>
          </p:nvSpPr>
          <p:spPr>
            <a:xfrm rot="8714346">
              <a:off x="4242664" y="75630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2" name="Google Shape;2542;p39"/>
            <p:cNvSpPr/>
            <p:nvPr/>
          </p:nvSpPr>
          <p:spPr>
            <a:xfrm rot="8713740">
              <a:off x="3478999" y="48148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3" name="Google Shape;2543;p39"/>
            <p:cNvSpPr/>
            <p:nvPr/>
          </p:nvSpPr>
          <p:spPr>
            <a:xfrm rot="8713740">
              <a:off x="3568544" y="51075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4" name="Google Shape;2544;p39"/>
            <p:cNvSpPr/>
            <p:nvPr/>
          </p:nvSpPr>
          <p:spPr>
            <a:xfrm rot="8713740">
              <a:off x="3523596" y="424325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5" name="Google Shape;2545;p39"/>
            <p:cNvSpPr/>
            <p:nvPr/>
          </p:nvSpPr>
          <p:spPr>
            <a:xfrm rot="8713740">
              <a:off x="3366648" y="56980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6" name="Google Shape;2546;p39"/>
            <p:cNvSpPr/>
            <p:nvPr/>
          </p:nvSpPr>
          <p:spPr>
            <a:xfrm rot="8719330">
              <a:off x="3241863" y="36103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7" name="Google Shape;2547;p39"/>
            <p:cNvSpPr/>
            <p:nvPr/>
          </p:nvSpPr>
          <p:spPr>
            <a:xfrm rot="8713013">
              <a:off x="3229432" y="222407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8" name="Google Shape;2548;p39"/>
            <p:cNvSpPr/>
            <p:nvPr/>
          </p:nvSpPr>
          <p:spPr>
            <a:xfrm rot="8713740">
              <a:off x="3456889" y="61096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9" name="Google Shape;2549;p39"/>
            <p:cNvSpPr/>
            <p:nvPr/>
          </p:nvSpPr>
          <p:spPr>
            <a:xfrm rot="8713740">
              <a:off x="3768098" y="23133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0" name="Google Shape;2550;p39"/>
            <p:cNvSpPr/>
            <p:nvPr/>
          </p:nvSpPr>
          <p:spPr>
            <a:xfrm rot="8713740">
              <a:off x="3857643" y="260598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1" name="Google Shape;2551;p39"/>
            <p:cNvSpPr/>
            <p:nvPr/>
          </p:nvSpPr>
          <p:spPr>
            <a:xfrm rot="8713740">
              <a:off x="3655747" y="31965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2" name="Google Shape;2552;p39"/>
            <p:cNvSpPr/>
            <p:nvPr/>
          </p:nvSpPr>
          <p:spPr>
            <a:xfrm rot="8719330">
              <a:off x="3530963" y="11087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3" name="Google Shape;2553;p39"/>
            <p:cNvSpPr/>
            <p:nvPr/>
          </p:nvSpPr>
          <p:spPr>
            <a:xfrm rot="8713740">
              <a:off x="3745989" y="36081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4" name="Google Shape;2554;p39"/>
            <p:cNvSpPr/>
            <p:nvPr/>
          </p:nvSpPr>
          <p:spPr>
            <a:xfrm rot="8718291">
              <a:off x="3504594" y="211006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5" name="Google Shape;2555;p39"/>
            <p:cNvSpPr/>
            <p:nvPr/>
          </p:nvSpPr>
          <p:spPr>
            <a:xfrm rot="7480670">
              <a:off x="3850980" y="55207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6" name="Google Shape;2556;p39"/>
            <p:cNvSpPr/>
            <p:nvPr/>
          </p:nvSpPr>
          <p:spPr>
            <a:xfrm rot="-8510566">
              <a:off x="3955766" y="518849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7" name="Google Shape;2557;p39"/>
            <p:cNvSpPr/>
            <p:nvPr/>
          </p:nvSpPr>
          <p:spPr>
            <a:xfrm rot="8706722">
              <a:off x="4141349" y="327179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8" name="Google Shape;2558;p39"/>
            <p:cNvSpPr/>
            <p:nvPr/>
          </p:nvSpPr>
          <p:spPr>
            <a:xfrm rot="8714346">
              <a:off x="4089519" y="22326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9" name="Google Shape;2559;p39"/>
            <p:cNvSpPr/>
            <p:nvPr/>
          </p:nvSpPr>
          <p:spPr>
            <a:xfrm rot="8713740">
              <a:off x="3846210" y="25343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0" name="Google Shape;2560;p39"/>
            <p:cNvSpPr/>
            <p:nvPr/>
          </p:nvSpPr>
          <p:spPr>
            <a:xfrm rot="8714346">
              <a:off x="4023725" y="9424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1" name="Google Shape;2561;p39"/>
            <p:cNvSpPr/>
            <p:nvPr/>
          </p:nvSpPr>
          <p:spPr>
            <a:xfrm rot="8716661">
              <a:off x="3298754" y="-42758"/>
              <a:ext cx="123350" cy="85502"/>
            </a:xfrm>
            <a:custGeom>
              <a:rect b="b" l="l" r="r" t="t"/>
              <a:pathLst>
                <a:path extrusionOk="0" h="85442" w="123263">
                  <a:moveTo>
                    <a:pt x="123263" y="85442"/>
                  </a:moveTo>
                  <a:lnTo>
                    <a:pt x="0" y="0"/>
                  </a:lnTo>
                  <a:lnTo>
                    <a:pt x="66305" y="0"/>
                  </a:lnTo>
                  <a:cubicBezTo>
                    <a:pt x="103214" y="0"/>
                    <a:pt x="123263" y="15948"/>
                    <a:pt x="123263" y="501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2" name="Google Shape;2562;p39"/>
            <p:cNvSpPr/>
            <p:nvPr/>
          </p:nvSpPr>
          <p:spPr>
            <a:xfrm rot="8716661">
              <a:off x="3387976" y="-13747"/>
              <a:ext cx="260822" cy="98094"/>
            </a:xfrm>
            <a:custGeom>
              <a:rect b="b" l="l" r="r" t="t"/>
              <a:pathLst>
                <a:path extrusionOk="0" h="98025" w="260639">
                  <a:moveTo>
                    <a:pt x="104802" y="74264"/>
                  </a:moveTo>
                  <a:lnTo>
                    <a:pt x="0" y="1618"/>
                  </a:lnTo>
                  <a:lnTo>
                    <a:pt x="0" y="1425"/>
                  </a:lnTo>
                  <a:lnTo>
                    <a:pt x="104803" y="1425"/>
                  </a:lnTo>
                  <a:close/>
                  <a:moveTo>
                    <a:pt x="122123" y="86270"/>
                  </a:moveTo>
                  <a:lnTo>
                    <a:pt x="106178" y="75218"/>
                  </a:lnTo>
                  <a:lnTo>
                    <a:pt x="116721" y="47439"/>
                  </a:lnTo>
                  <a:cubicBezTo>
                    <a:pt x="127102" y="24008"/>
                    <a:pt x="137610" y="12816"/>
                    <a:pt x="154014" y="5981"/>
                  </a:cubicBezTo>
                  <a:cubicBezTo>
                    <a:pt x="164038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50369" y="40156"/>
                    <a:pt x="137041" y="49839"/>
                    <a:pt x="127358" y="65616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3" name="Google Shape;2563;p39"/>
            <p:cNvSpPr/>
            <p:nvPr/>
          </p:nvSpPr>
          <p:spPr>
            <a:xfrm rot="8713740">
              <a:off x="3234219" y="-5244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4" name="Google Shape;2564;p39"/>
            <p:cNvSpPr/>
            <p:nvPr/>
          </p:nvSpPr>
          <p:spPr>
            <a:xfrm rot="7483339">
              <a:off x="3672139" y="-18649"/>
              <a:ext cx="154212" cy="104516"/>
            </a:xfrm>
            <a:custGeom>
              <a:rect b="b" l="l" r="r" t="t"/>
              <a:pathLst>
                <a:path extrusionOk="0" h="104443" w="154104">
                  <a:moveTo>
                    <a:pt x="72416" y="104443"/>
                  </a:moveTo>
                  <a:lnTo>
                    <a:pt x="0" y="0"/>
                  </a:lnTo>
                  <a:lnTo>
                    <a:pt x="154104" y="0"/>
                  </a:lnTo>
                  <a:lnTo>
                    <a:pt x="154104" y="55323"/>
                  </a:lnTo>
                  <a:lnTo>
                    <a:pt x="89312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5" name="Google Shape;2565;p39"/>
            <p:cNvSpPr/>
            <p:nvPr/>
          </p:nvSpPr>
          <p:spPr>
            <a:xfrm rot="-8513943">
              <a:off x="3884835" y="-48141"/>
              <a:ext cx="84827" cy="281233"/>
            </a:xfrm>
            <a:custGeom>
              <a:rect b="b" l="l" r="r" t="t"/>
              <a:pathLst>
                <a:path extrusionOk="0" h="281028" w="84765">
                  <a:moveTo>
                    <a:pt x="84765" y="225012"/>
                  </a:moveTo>
                  <a:lnTo>
                    <a:pt x="13471" y="281028"/>
                  </a:lnTo>
                  <a:lnTo>
                    <a:pt x="4828" y="263963"/>
                  </a:lnTo>
                  <a:cubicBezTo>
                    <a:pt x="1241" y="248168"/>
                    <a:pt x="0" y="228993"/>
                    <a:pt x="0" y="206370"/>
                  </a:cubicBez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6" name="Google Shape;2566;p39"/>
            <p:cNvSpPr/>
            <p:nvPr/>
          </p:nvSpPr>
          <p:spPr>
            <a:xfrm rot="8716661">
              <a:off x="5789564" y="1993548"/>
              <a:ext cx="181460" cy="87381"/>
            </a:xfrm>
            <a:custGeom>
              <a:rect b="b" l="l" r="r" t="t"/>
              <a:pathLst>
                <a:path extrusionOk="0" h="87320" w="181333">
                  <a:moveTo>
                    <a:pt x="0" y="87320"/>
                  </a:moveTo>
                  <a:lnTo>
                    <a:pt x="42309" y="36168"/>
                  </a:lnTo>
                  <a:lnTo>
                    <a:pt x="54839" y="38831"/>
                  </a:lnTo>
                  <a:cubicBezTo>
                    <a:pt x="73078" y="38242"/>
                    <a:pt x="90728" y="34712"/>
                    <a:pt x="107790" y="29417"/>
                  </a:cubicBezTo>
                  <a:cubicBezTo>
                    <a:pt x="132500" y="21768"/>
                    <a:pt x="156623" y="11767"/>
                    <a:pt x="180157" y="0"/>
                  </a:cubicBezTo>
                  <a:cubicBezTo>
                    <a:pt x="180745" y="2353"/>
                    <a:pt x="181333" y="5295"/>
                    <a:pt x="181333" y="7648"/>
                  </a:cubicBezTo>
                  <a:lnTo>
                    <a:pt x="181333" y="13532"/>
                  </a:lnTo>
                  <a:cubicBezTo>
                    <a:pt x="134560" y="53687"/>
                    <a:pt x="76865" y="74315"/>
                    <a:pt x="30340" y="83361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7" name="Google Shape;2567;p39"/>
            <p:cNvSpPr/>
            <p:nvPr/>
          </p:nvSpPr>
          <p:spPr>
            <a:xfrm rot="8716661">
              <a:off x="5880812" y="1564723"/>
              <a:ext cx="61103" cy="195889"/>
            </a:xfrm>
            <a:custGeom>
              <a:rect b="b" l="l" r="r" t="t"/>
              <a:pathLst>
                <a:path extrusionOk="0" h="195751" w="61060">
                  <a:moveTo>
                    <a:pt x="0" y="195751"/>
                  </a:moveTo>
                  <a:lnTo>
                    <a:pt x="0" y="67520"/>
                  </a:lnTo>
                  <a:lnTo>
                    <a:pt x="55847" y="0"/>
                  </a:lnTo>
                  <a:lnTo>
                    <a:pt x="61059" y="13486"/>
                  </a:lnTo>
                  <a:lnTo>
                    <a:pt x="61060" y="171601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8" name="Google Shape;2568;p39"/>
            <p:cNvSpPr/>
            <p:nvPr/>
          </p:nvSpPr>
          <p:spPr>
            <a:xfrm rot="8713740">
              <a:off x="5772765" y="162683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9" name="Google Shape;2569;p39"/>
            <p:cNvSpPr/>
            <p:nvPr/>
          </p:nvSpPr>
          <p:spPr>
            <a:xfrm rot="8719330">
              <a:off x="5647980" y="141805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0" name="Google Shape;2570;p39"/>
            <p:cNvSpPr/>
            <p:nvPr/>
          </p:nvSpPr>
          <p:spPr>
            <a:xfrm rot="8713013">
              <a:off x="5635549" y="1279432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1" name="Google Shape;2571;p39"/>
            <p:cNvSpPr/>
            <p:nvPr/>
          </p:nvSpPr>
          <p:spPr>
            <a:xfrm rot="8716661">
              <a:off x="5863616" y="1680400"/>
              <a:ext cx="60189" cy="219328"/>
            </a:xfrm>
            <a:custGeom>
              <a:rect b="b" l="l" r="r" t="t"/>
              <a:pathLst>
                <a:path extrusionOk="0" h="219174" w="60147">
                  <a:moveTo>
                    <a:pt x="60147" y="219174"/>
                  </a:moveTo>
                  <a:lnTo>
                    <a:pt x="0" y="161304"/>
                  </a:lnTo>
                  <a:lnTo>
                    <a:pt x="0" y="68045"/>
                  </a:lnTo>
                  <a:lnTo>
                    <a:pt x="56210" y="87"/>
                  </a:lnTo>
                  <a:lnTo>
                    <a:pt x="60147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2" name="Google Shape;2572;p39"/>
            <p:cNvSpPr/>
            <p:nvPr/>
          </p:nvSpPr>
          <p:spPr>
            <a:xfrm rot="8718291">
              <a:off x="5910711" y="1268031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3" name="Google Shape;2573;p39"/>
            <p:cNvSpPr/>
            <p:nvPr/>
          </p:nvSpPr>
          <p:spPr>
            <a:xfrm rot="8713740">
              <a:off x="5661949" y="878814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4" name="Google Shape;2574;p39"/>
            <p:cNvSpPr/>
            <p:nvPr/>
          </p:nvSpPr>
          <p:spPr>
            <a:xfrm rot="8716661">
              <a:off x="5751749" y="913072"/>
              <a:ext cx="229289" cy="254953"/>
            </a:xfrm>
            <a:custGeom>
              <a:rect b="b" l="l" r="r" t="t"/>
              <a:pathLst>
                <a:path extrusionOk="0" h="254774" w="229128">
                  <a:moveTo>
                    <a:pt x="19979" y="254774"/>
                  </a:moveTo>
                  <a:lnTo>
                    <a:pt x="19979" y="45624"/>
                  </a:lnTo>
                  <a:lnTo>
                    <a:pt x="0" y="45624"/>
                  </a:lnTo>
                  <a:lnTo>
                    <a:pt x="36558" y="1425"/>
                  </a:lnTo>
                  <a:lnTo>
                    <a:pt x="73292" y="1425"/>
                  </a:lnTo>
                  <a:lnTo>
                    <a:pt x="73292" y="75242"/>
                  </a:lnTo>
                  <a:lnTo>
                    <a:pt x="74658" y="75242"/>
                  </a:lnTo>
                  <a:cubicBezTo>
                    <a:pt x="89240" y="31954"/>
                    <a:pt x="100631" y="15094"/>
                    <a:pt x="122503" y="5981"/>
                  </a:cubicBezTo>
                  <a:cubicBezTo>
                    <a:pt x="132528" y="1880"/>
                    <a:pt x="143008" y="-398"/>
                    <a:pt x="153944" y="57"/>
                  </a:cubicBezTo>
                  <a:cubicBezTo>
                    <a:pt x="200877" y="-854"/>
                    <a:pt x="229128" y="31954"/>
                    <a:pt x="229128" y="88456"/>
                  </a:cubicBezTo>
                  <a:lnTo>
                    <a:pt x="229128" y="94380"/>
                  </a:lnTo>
                  <a:lnTo>
                    <a:pt x="167158" y="98025"/>
                  </a:lnTo>
                  <a:lnTo>
                    <a:pt x="167158" y="81621"/>
                  </a:lnTo>
                  <a:cubicBezTo>
                    <a:pt x="167158" y="57016"/>
                    <a:pt x="153033" y="40156"/>
                    <a:pt x="133439" y="40156"/>
                  </a:cubicBezTo>
                  <a:cubicBezTo>
                    <a:pt x="104277" y="40156"/>
                    <a:pt x="80127" y="78887"/>
                    <a:pt x="80127" y="127643"/>
                  </a:cubicBezTo>
                  <a:lnTo>
                    <a:pt x="80127" y="213764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5" name="Google Shape;2575;p39"/>
            <p:cNvSpPr/>
            <p:nvPr/>
          </p:nvSpPr>
          <p:spPr>
            <a:xfrm rot="8713740">
              <a:off x="5706546" y="821651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6" name="Google Shape;2576;p39"/>
            <p:cNvSpPr/>
            <p:nvPr/>
          </p:nvSpPr>
          <p:spPr>
            <a:xfrm rot="8713740">
              <a:off x="5549598" y="967132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7" name="Google Shape;2577;p39"/>
            <p:cNvSpPr/>
            <p:nvPr/>
          </p:nvSpPr>
          <p:spPr>
            <a:xfrm rot="8719330">
              <a:off x="5424813" y="75835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8" name="Google Shape;2578;p39"/>
            <p:cNvSpPr/>
            <p:nvPr/>
          </p:nvSpPr>
          <p:spPr>
            <a:xfrm rot="8713013">
              <a:off x="5412382" y="619733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9" name="Google Shape;2579;p39"/>
            <p:cNvSpPr/>
            <p:nvPr/>
          </p:nvSpPr>
          <p:spPr>
            <a:xfrm rot="8713740">
              <a:off x="5639839" y="100829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0" name="Google Shape;2580;p39"/>
            <p:cNvSpPr/>
            <p:nvPr/>
          </p:nvSpPr>
          <p:spPr>
            <a:xfrm rot="8716661">
              <a:off x="5950242" y="653769"/>
              <a:ext cx="61103" cy="208182"/>
            </a:xfrm>
            <a:custGeom>
              <a:rect b="b" l="l" r="r" t="t"/>
              <a:pathLst>
                <a:path extrusionOk="0" h="208036" w="61060">
                  <a:moveTo>
                    <a:pt x="0" y="208036"/>
                  </a:moveTo>
                  <a:lnTo>
                    <a:pt x="1" y="61780"/>
                  </a:lnTo>
                  <a:lnTo>
                    <a:pt x="51100" y="0"/>
                  </a:lnTo>
                  <a:lnTo>
                    <a:pt x="61059" y="25771"/>
                  </a:lnTo>
                  <a:lnTo>
                    <a:pt x="61060" y="183886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1" name="Google Shape;2581;p39"/>
            <p:cNvSpPr/>
            <p:nvPr/>
          </p:nvSpPr>
          <p:spPr>
            <a:xfrm rot="8713740">
              <a:off x="5838697" y="71698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2" name="Google Shape;2582;p39"/>
            <p:cNvSpPr/>
            <p:nvPr/>
          </p:nvSpPr>
          <p:spPr>
            <a:xfrm rot="8719330">
              <a:off x="5713913" y="50820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3" name="Google Shape;2583;p39"/>
            <p:cNvSpPr/>
            <p:nvPr/>
          </p:nvSpPr>
          <p:spPr>
            <a:xfrm rot="8716661">
              <a:off x="5929547" y="770549"/>
              <a:ext cx="60190" cy="219329"/>
            </a:xfrm>
            <a:custGeom>
              <a:rect b="b" l="l" r="r" t="t"/>
              <a:pathLst>
                <a:path extrusionOk="0" h="219175" w="60148">
                  <a:moveTo>
                    <a:pt x="60148" y="219175"/>
                  </a:moveTo>
                  <a:lnTo>
                    <a:pt x="0" y="161305"/>
                  </a:lnTo>
                  <a:lnTo>
                    <a:pt x="0" y="50021"/>
                  </a:lnTo>
                  <a:lnTo>
                    <a:pt x="41025" y="421"/>
                  </a:lnTo>
                  <a:lnTo>
                    <a:pt x="60147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4" name="Google Shape;2584;p39"/>
            <p:cNvSpPr/>
            <p:nvPr/>
          </p:nvSpPr>
          <p:spPr>
            <a:xfrm rot="8718291">
              <a:off x="5687544" y="608332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5" name="Google Shape;2585;p39"/>
            <p:cNvSpPr/>
            <p:nvPr/>
          </p:nvSpPr>
          <p:spPr>
            <a:xfrm rot="8716661">
              <a:off x="6020880" y="657773"/>
              <a:ext cx="32061" cy="36387"/>
            </a:xfrm>
            <a:custGeom>
              <a:rect b="b" l="l" r="r" t="t"/>
              <a:pathLst>
                <a:path extrusionOk="0" h="36361" w="32038">
                  <a:moveTo>
                    <a:pt x="0" y="35166"/>
                  </a:moveTo>
                  <a:lnTo>
                    <a:pt x="29086" y="0"/>
                  </a:lnTo>
                  <a:lnTo>
                    <a:pt x="32038" y="7028"/>
                  </a:lnTo>
                  <a:cubicBezTo>
                    <a:pt x="32039" y="14489"/>
                    <a:pt x="29191" y="22008"/>
                    <a:pt x="23495" y="27704"/>
                  </a:cubicBezTo>
                  <a:cubicBezTo>
                    <a:pt x="18027" y="33172"/>
                    <a:pt x="10736" y="36361"/>
                    <a:pt x="2990" y="36361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6" name="Google Shape;2586;p39"/>
            <p:cNvSpPr/>
            <p:nvPr/>
          </p:nvSpPr>
          <p:spPr>
            <a:xfrm rot="8713740">
              <a:off x="5443010" y="21675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7" name="Google Shape;2587;p39"/>
            <p:cNvSpPr/>
            <p:nvPr/>
          </p:nvSpPr>
          <p:spPr>
            <a:xfrm rot="8713740">
              <a:off x="5532555" y="246018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8" name="Google Shape;2588;p39"/>
            <p:cNvSpPr/>
            <p:nvPr/>
          </p:nvSpPr>
          <p:spPr>
            <a:xfrm rot="8713740">
              <a:off x="5487607" y="159593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9" name="Google Shape;2589;p39"/>
            <p:cNvSpPr/>
            <p:nvPr/>
          </p:nvSpPr>
          <p:spPr>
            <a:xfrm rot="8713740">
              <a:off x="5330659" y="30507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0" name="Google Shape;2590;p39"/>
            <p:cNvSpPr/>
            <p:nvPr/>
          </p:nvSpPr>
          <p:spPr>
            <a:xfrm rot="8719330">
              <a:off x="5205874" y="9629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1" name="Google Shape;2591;p39"/>
            <p:cNvSpPr/>
            <p:nvPr/>
          </p:nvSpPr>
          <p:spPr>
            <a:xfrm rot="8716661">
              <a:off x="5193000" y="-36335"/>
              <a:ext cx="290847" cy="341189"/>
            </a:xfrm>
            <a:custGeom>
              <a:rect b="b" l="l" r="r" t="t"/>
              <a:pathLst>
                <a:path extrusionOk="0" h="340949" w="290643">
                  <a:moveTo>
                    <a:pt x="155476" y="340949"/>
                  </a:moveTo>
                  <a:lnTo>
                    <a:pt x="1169" y="233989"/>
                  </a:lnTo>
                  <a:lnTo>
                    <a:pt x="0" y="220042"/>
                  </a:ln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9" y="300646"/>
                  </a:cubicBezTo>
                  <a:cubicBezTo>
                    <a:pt x="182388" y="300057"/>
                    <a:pt x="200038" y="296527"/>
                    <a:pt x="217100" y="291232"/>
                  </a:cubicBezTo>
                  <a:cubicBezTo>
                    <a:pt x="241810" y="283584"/>
                    <a:pt x="265933" y="273582"/>
                    <a:pt x="289467" y="261815"/>
                  </a:cubicBezTo>
                  <a:cubicBezTo>
                    <a:pt x="290055" y="264168"/>
                    <a:pt x="290643" y="267110"/>
                    <a:pt x="290643" y="269463"/>
                  </a:cubicBezTo>
                  <a:lnTo>
                    <a:pt x="290643" y="275347"/>
                  </a:lnTo>
                  <a:cubicBezTo>
                    <a:pt x="259461" y="302117"/>
                    <a:pt x="223425" y="320208"/>
                    <a:pt x="189080" y="3319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2" name="Google Shape;2592;p39"/>
            <p:cNvSpPr/>
            <p:nvPr/>
          </p:nvSpPr>
          <p:spPr>
            <a:xfrm rot="8713740">
              <a:off x="5420900" y="34623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3" name="Google Shape;2593;p39"/>
            <p:cNvSpPr/>
            <p:nvPr/>
          </p:nvSpPr>
          <p:spPr>
            <a:xfrm rot="8713740">
              <a:off x="5732109" y="-3339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4" name="Google Shape;2594;p39"/>
            <p:cNvSpPr/>
            <p:nvPr/>
          </p:nvSpPr>
          <p:spPr>
            <a:xfrm rot="8716661">
              <a:off x="5826231" y="14707"/>
              <a:ext cx="238998" cy="236722"/>
            </a:xfrm>
            <a:custGeom>
              <a:rect b="b" l="l" r="r" t="t"/>
              <a:pathLst>
                <a:path extrusionOk="0" h="236556" w="238830">
                  <a:moveTo>
                    <a:pt x="56401" y="236556"/>
                  </a:moveTo>
                  <a:lnTo>
                    <a:pt x="29681" y="218034"/>
                  </a:lnTo>
                  <a:lnTo>
                    <a:pt x="29681" y="45624"/>
                  </a:lnTo>
                  <a:lnTo>
                    <a:pt x="0" y="45624"/>
                  </a:lnTo>
                  <a:lnTo>
                    <a:pt x="36558" y="1425"/>
                  </a:lnTo>
                  <a:lnTo>
                    <a:pt x="82994" y="1425"/>
                  </a:lnTo>
                  <a:lnTo>
                    <a:pt x="82994" y="75242"/>
                  </a:lnTo>
                  <a:lnTo>
                    <a:pt x="84360" y="75242"/>
                  </a:lnTo>
                  <a:cubicBezTo>
                    <a:pt x="98942" y="31954"/>
                    <a:pt x="110333" y="15095"/>
                    <a:pt x="132205" y="5981"/>
                  </a:cubicBezTo>
                  <a:cubicBezTo>
                    <a:pt x="142230" y="1880"/>
                    <a:pt x="152710" y="-398"/>
                    <a:pt x="163646" y="57"/>
                  </a:cubicBezTo>
                  <a:cubicBezTo>
                    <a:pt x="210579" y="-854"/>
                    <a:pt x="238830" y="31954"/>
                    <a:pt x="238830" y="88456"/>
                  </a:cubicBezTo>
                  <a:lnTo>
                    <a:pt x="238830" y="94380"/>
                  </a:lnTo>
                  <a:lnTo>
                    <a:pt x="176860" y="98025"/>
                  </a:lnTo>
                  <a:lnTo>
                    <a:pt x="176860" y="81621"/>
                  </a:lnTo>
                  <a:cubicBezTo>
                    <a:pt x="176860" y="57016"/>
                    <a:pt x="162735" y="40156"/>
                    <a:pt x="143141" y="40156"/>
                  </a:cubicBezTo>
                  <a:cubicBezTo>
                    <a:pt x="113979" y="40156"/>
                    <a:pt x="89829" y="78887"/>
                    <a:pt x="89829" y="127643"/>
                  </a:cubicBezTo>
                  <a:lnTo>
                    <a:pt x="89829" y="213764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5" name="Google Shape;2595;p39"/>
            <p:cNvSpPr/>
            <p:nvPr/>
          </p:nvSpPr>
          <p:spPr>
            <a:xfrm rot="8713740">
              <a:off x="5619758" y="54922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6" name="Google Shape;2596;p39"/>
            <p:cNvSpPr/>
            <p:nvPr/>
          </p:nvSpPr>
          <p:spPr>
            <a:xfrm rot="8716661">
              <a:off x="5535387" y="-9301"/>
              <a:ext cx="145069" cy="55565"/>
            </a:xfrm>
            <a:custGeom>
              <a:rect b="b" l="l" r="r" t="t"/>
              <a:pathLst>
                <a:path extrusionOk="0" h="55526" w="144967">
                  <a:moveTo>
                    <a:pt x="80105" y="55526"/>
                  </a:moveTo>
                  <a:lnTo>
                    <a:pt x="0" y="0"/>
                  </a:lnTo>
                  <a:lnTo>
                    <a:pt x="144967" y="0"/>
                  </a:lnTo>
                  <a:lnTo>
                    <a:pt x="144967" y="55323"/>
                  </a:lnTo>
                  <a:lnTo>
                    <a:pt x="8017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7" name="Google Shape;2597;p39"/>
            <p:cNvSpPr/>
            <p:nvPr/>
          </p:nvSpPr>
          <p:spPr>
            <a:xfrm rot="8713740">
              <a:off x="5710000" y="96084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8" name="Google Shape;2598;p39"/>
            <p:cNvSpPr/>
            <p:nvPr/>
          </p:nvSpPr>
          <p:spPr>
            <a:xfrm rot="8716661">
              <a:off x="5474865" y="-18079"/>
              <a:ext cx="53332" cy="42160"/>
            </a:xfrm>
            <a:custGeom>
              <a:rect b="b" l="l" r="r" t="t"/>
              <a:pathLst>
                <a:path extrusionOk="0" h="42130" w="53295">
                  <a:moveTo>
                    <a:pt x="51759" y="42130"/>
                  </a:moveTo>
                  <a:lnTo>
                    <a:pt x="0" y="6252"/>
                  </a:lnTo>
                  <a:lnTo>
                    <a:pt x="14807" y="0"/>
                  </a:lnTo>
                  <a:cubicBezTo>
                    <a:pt x="25071" y="0"/>
                    <a:pt x="34731" y="4226"/>
                    <a:pt x="41975" y="11471"/>
                  </a:cubicBezTo>
                  <a:cubicBezTo>
                    <a:pt x="49522" y="18716"/>
                    <a:pt x="53295" y="28526"/>
                    <a:pt x="53295" y="38412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9" name="Google Shape;2599;p39"/>
            <p:cNvSpPr/>
            <p:nvPr/>
          </p:nvSpPr>
          <p:spPr>
            <a:xfrm rot="7480670">
              <a:off x="5814991" y="28734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0" name="Google Shape;2600;p39"/>
            <p:cNvSpPr/>
            <p:nvPr/>
          </p:nvSpPr>
          <p:spPr>
            <a:xfrm rot="-8513943">
              <a:off x="5911593" y="269470"/>
              <a:ext cx="238103" cy="295083"/>
            </a:xfrm>
            <a:custGeom>
              <a:rect b="b" l="l" r="r" t="t"/>
              <a:pathLst>
                <a:path extrusionOk="0" h="294867" w="237929">
                  <a:moveTo>
                    <a:pt x="39306" y="79955"/>
                  </a:moveTo>
                  <a:lnTo>
                    <a:pt x="0" y="20095"/>
                  </a:lnTo>
                  <a:lnTo>
                    <a:pt x="38733" y="0"/>
                  </a:lnTo>
                  <a:close/>
                  <a:moveTo>
                    <a:pt x="237929" y="258238"/>
                  </a:moveTo>
                  <a:cubicBezTo>
                    <a:pt x="223307" y="270791"/>
                    <a:pt x="207546" y="281309"/>
                    <a:pt x="191415" y="290069"/>
                  </a:cubicBezTo>
                  <a:lnTo>
                    <a:pt x="180425" y="294867"/>
                  </a:lnTo>
                  <a:lnTo>
                    <a:pt x="166448" y="273582"/>
                  </a:lnTo>
                  <a:lnTo>
                    <a:pt x="168955" y="273136"/>
                  </a:lnTo>
                  <a:cubicBezTo>
                    <a:pt x="192130" y="265963"/>
                    <a:pt x="214754" y="256582"/>
                    <a:pt x="236826" y="245547"/>
                  </a:cubicBezTo>
                  <a:cubicBezTo>
                    <a:pt x="237377" y="247754"/>
                    <a:pt x="237929" y="250513"/>
                    <a:pt x="237929" y="25272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1" name="Google Shape;2601;p39"/>
            <p:cNvSpPr/>
            <p:nvPr/>
          </p:nvSpPr>
          <p:spPr>
            <a:xfrm rot="8716661">
              <a:off x="6048715" y="-13028"/>
              <a:ext cx="59769" cy="80755"/>
            </a:xfrm>
            <a:custGeom>
              <a:rect b="b" l="l" r="r" t="t"/>
              <a:pathLst>
                <a:path extrusionOk="0" h="80698" w="59727">
                  <a:moveTo>
                    <a:pt x="0" y="52945"/>
                  </a:moveTo>
                  <a:lnTo>
                    <a:pt x="43791" y="0"/>
                  </a:lnTo>
                  <a:lnTo>
                    <a:pt x="59727" y="37928"/>
                  </a:lnTo>
                  <a:cubicBezTo>
                    <a:pt x="59727" y="52991"/>
                    <a:pt x="53978" y="68168"/>
                    <a:pt x="42480" y="79666"/>
                  </a:cubicBezTo>
                  <a:lnTo>
                    <a:pt x="40038" y="80698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2" name="Google Shape;2602;p39"/>
            <p:cNvSpPr/>
            <p:nvPr/>
          </p:nvSpPr>
          <p:spPr>
            <a:xfrm rot="8716661">
              <a:off x="5806995" y="-10036"/>
              <a:ext cx="57816" cy="54471"/>
            </a:xfrm>
            <a:custGeom>
              <a:rect b="b" l="l" r="r" t="t"/>
              <a:pathLst>
                <a:path extrusionOk="0" h="54433" w="57775">
                  <a:moveTo>
                    <a:pt x="37946" y="54433"/>
                  </a:moveTo>
                  <a:lnTo>
                    <a:pt x="0" y="28130"/>
                  </a:lnTo>
                  <a:lnTo>
                    <a:pt x="8222" y="8658"/>
                  </a:lnTo>
                  <a:cubicBezTo>
                    <a:pt x="13690" y="3190"/>
                    <a:pt x="20981" y="0"/>
                    <a:pt x="28726" y="0"/>
                  </a:cubicBezTo>
                  <a:cubicBezTo>
                    <a:pt x="36473" y="0"/>
                    <a:pt x="43764" y="3190"/>
                    <a:pt x="49232" y="8658"/>
                  </a:cubicBezTo>
                  <a:cubicBezTo>
                    <a:pt x="60624" y="19594"/>
                    <a:pt x="60623" y="38276"/>
                    <a:pt x="49232" y="49668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3" name="Google Shape;2603;p39"/>
            <p:cNvSpPr/>
            <p:nvPr/>
          </p:nvSpPr>
          <p:spPr>
            <a:xfrm rot="8713740">
              <a:off x="212331" y="304532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4" name="Google Shape;2604;p39"/>
            <p:cNvSpPr/>
            <p:nvPr/>
          </p:nvSpPr>
          <p:spPr>
            <a:xfrm rot="8713740">
              <a:off x="301876" y="307458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5" name="Google Shape;2605;p39"/>
            <p:cNvSpPr/>
            <p:nvPr/>
          </p:nvSpPr>
          <p:spPr>
            <a:xfrm rot="8713740">
              <a:off x="256928" y="2988160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6" name="Google Shape;2606;p39"/>
            <p:cNvSpPr/>
            <p:nvPr/>
          </p:nvSpPr>
          <p:spPr>
            <a:xfrm rot="8713740">
              <a:off x="99980" y="313364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7" name="Google Shape;2607;p39"/>
            <p:cNvSpPr/>
            <p:nvPr/>
          </p:nvSpPr>
          <p:spPr>
            <a:xfrm rot="8719330">
              <a:off x="-24805" y="292486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8" name="Google Shape;2608;p39"/>
            <p:cNvSpPr/>
            <p:nvPr/>
          </p:nvSpPr>
          <p:spPr>
            <a:xfrm rot="8716661">
              <a:off x="51717" y="2754396"/>
              <a:ext cx="189621" cy="351076"/>
            </a:xfrm>
            <a:custGeom>
              <a:rect b="b" l="l" r="r" t="t"/>
              <a:pathLst>
                <a:path extrusionOk="0" h="350829" w="189488">
                  <a:moveTo>
                    <a:pt x="25299" y="321238"/>
                  </a:moveTo>
                  <a:cubicBezTo>
                    <a:pt x="5295" y="301823"/>
                    <a:pt x="0" y="268286"/>
                    <a:pt x="0" y="220042"/>
                  </a:cubicBez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8" y="300646"/>
                  </a:cubicBezTo>
                  <a:lnTo>
                    <a:pt x="189488" y="296141"/>
                  </a:lnTo>
                  <a:lnTo>
                    <a:pt x="160617" y="337791"/>
                  </a:lnTo>
                  <a:lnTo>
                    <a:pt x="97666" y="350655"/>
                  </a:lnTo>
                  <a:cubicBezTo>
                    <a:pt x="70602" y="352420"/>
                    <a:pt x="44126" y="340653"/>
                    <a:pt x="25299" y="321238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9" name="Google Shape;2609;p39"/>
            <p:cNvSpPr/>
            <p:nvPr/>
          </p:nvSpPr>
          <p:spPr>
            <a:xfrm rot="8713740">
              <a:off x="190221" y="3174802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0" name="Google Shape;2610;p39"/>
            <p:cNvSpPr/>
            <p:nvPr/>
          </p:nvSpPr>
          <p:spPr>
            <a:xfrm rot="8713740">
              <a:off x="501430" y="2795171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1" name="Google Shape;2611;p39"/>
            <p:cNvSpPr/>
            <p:nvPr/>
          </p:nvSpPr>
          <p:spPr>
            <a:xfrm rot="8713740">
              <a:off x="590975" y="2824433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2" name="Google Shape;2612;p39"/>
            <p:cNvSpPr/>
            <p:nvPr/>
          </p:nvSpPr>
          <p:spPr>
            <a:xfrm rot="8713740">
              <a:off x="389079" y="288348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3" name="Google Shape;2613;p39"/>
            <p:cNvSpPr/>
            <p:nvPr/>
          </p:nvSpPr>
          <p:spPr>
            <a:xfrm rot="8719330">
              <a:off x="264295" y="267471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4" name="Google Shape;2614;p39"/>
            <p:cNvSpPr/>
            <p:nvPr/>
          </p:nvSpPr>
          <p:spPr>
            <a:xfrm rot="8713740">
              <a:off x="479321" y="2924651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5" name="Google Shape;2615;p39"/>
            <p:cNvSpPr/>
            <p:nvPr/>
          </p:nvSpPr>
          <p:spPr>
            <a:xfrm rot="8718291">
              <a:off x="237926" y="2774841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6" name="Google Shape;2616;p39"/>
            <p:cNvSpPr/>
            <p:nvPr/>
          </p:nvSpPr>
          <p:spPr>
            <a:xfrm rot="7480670">
              <a:off x="584312" y="311591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7" name="Google Shape;2617;p39"/>
            <p:cNvSpPr/>
            <p:nvPr/>
          </p:nvSpPr>
          <p:spPr>
            <a:xfrm rot="-8510566">
              <a:off x="689098" y="3082684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8" name="Google Shape;2618;p39"/>
            <p:cNvSpPr/>
            <p:nvPr/>
          </p:nvSpPr>
          <p:spPr>
            <a:xfrm rot="8706722">
              <a:off x="874681" y="2891014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9" name="Google Shape;2619;p39"/>
            <p:cNvSpPr/>
            <p:nvPr/>
          </p:nvSpPr>
          <p:spPr>
            <a:xfrm rot="8714346">
              <a:off x="822851" y="2787102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0" name="Google Shape;2620;p39"/>
            <p:cNvSpPr/>
            <p:nvPr/>
          </p:nvSpPr>
          <p:spPr>
            <a:xfrm rot="8713740">
              <a:off x="579542" y="281727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1" name="Google Shape;2621;p39"/>
            <p:cNvSpPr/>
            <p:nvPr/>
          </p:nvSpPr>
          <p:spPr>
            <a:xfrm rot="8714346">
              <a:off x="757057" y="2658081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2" name="Google Shape;2622;p39"/>
            <p:cNvSpPr/>
            <p:nvPr/>
          </p:nvSpPr>
          <p:spPr>
            <a:xfrm rot="8713740">
              <a:off x="435498" y="3705022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3" name="Google Shape;2623;p39"/>
            <p:cNvSpPr/>
            <p:nvPr/>
          </p:nvSpPr>
          <p:spPr>
            <a:xfrm rot="8713740">
              <a:off x="525043" y="3734284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4" name="Google Shape;2624;p39"/>
            <p:cNvSpPr/>
            <p:nvPr/>
          </p:nvSpPr>
          <p:spPr>
            <a:xfrm rot="8713740">
              <a:off x="480095" y="3647859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5" name="Google Shape;2625;p39"/>
            <p:cNvSpPr/>
            <p:nvPr/>
          </p:nvSpPr>
          <p:spPr>
            <a:xfrm rot="8713740">
              <a:off x="323147" y="379334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6" name="Google Shape;2626;p39"/>
            <p:cNvSpPr/>
            <p:nvPr/>
          </p:nvSpPr>
          <p:spPr>
            <a:xfrm rot="8719330">
              <a:off x="198362" y="358456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7" name="Google Shape;2627;p39"/>
            <p:cNvSpPr/>
            <p:nvPr/>
          </p:nvSpPr>
          <p:spPr>
            <a:xfrm rot="8713013">
              <a:off x="185931" y="3445941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8" name="Google Shape;2628;p39"/>
            <p:cNvSpPr/>
            <p:nvPr/>
          </p:nvSpPr>
          <p:spPr>
            <a:xfrm rot="8713740">
              <a:off x="413388" y="3834501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9" name="Google Shape;2629;p39"/>
            <p:cNvSpPr/>
            <p:nvPr/>
          </p:nvSpPr>
          <p:spPr>
            <a:xfrm rot="8713740">
              <a:off x="724597" y="3454870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0" name="Google Shape;2630;p39"/>
            <p:cNvSpPr/>
            <p:nvPr/>
          </p:nvSpPr>
          <p:spPr>
            <a:xfrm rot="8713740">
              <a:off x="814142" y="3484132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1" name="Google Shape;2631;p39"/>
            <p:cNvSpPr/>
            <p:nvPr/>
          </p:nvSpPr>
          <p:spPr>
            <a:xfrm rot="8713740">
              <a:off x="612246" y="354318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2" name="Google Shape;2632;p39"/>
            <p:cNvSpPr/>
            <p:nvPr/>
          </p:nvSpPr>
          <p:spPr>
            <a:xfrm rot="8719330">
              <a:off x="487462" y="333441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3" name="Google Shape;2633;p39"/>
            <p:cNvSpPr/>
            <p:nvPr/>
          </p:nvSpPr>
          <p:spPr>
            <a:xfrm rot="8713740">
              <a:off x="702488" y="3584350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4" name="Google Shape;2634;p39"/>
            <p:cNvSpPr/>
            <p:nvPr/>
          </p:nvSpPr>
          <p:spPr>
            <a:xfrm rot="8718291">
              <a:off x="461093" y="3434540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5" name="Google Shape;2635;p39"/>
            <p:cNvSpPr/>
            <p:nvPr/>
          </p:nvSpPr>
          <p:spPr>
            <a:xfrm rot="7480670">
              <a:off x="807479" y="377561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6" name="Google Shape;2636;p39"/>
            <p:cNvSpPr/>
            <p:nvPr/>
          </p:nvSpPr>
          <p:spPr>
            <a:xfrm rot="-8510566">
              <a:off x="912265" y="3742383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7" name="Google Shape;2637;p39"/>
            <p:cNvSpPr/>
            <p:nvPr/>
          </p:nvSpPr>
          <p:spPr>
            <a:xfrm rot="8706722">
              <a:off x="1097848" y="3550713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8" name="Google Shape;2638;p39"/>
            <p:cNvSpPr/>
            <p:nvPr/>
          </p:nvSpPr>
          <p:spPr>
            <a:xfrm rot="8714346">
              <a:off x="1046018" y="3446801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9" name="Google Shape;2639;p39"/>
            <p:cNvSpPr/>
            <p:nvPr/>
          </p:nvSpPr>
          <p:spPr>
            <a:xfrm rot="8713740">
              <a:off x="802709" y="3476972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0" name="Google Shape;2640;p39"/>
            <p:cNvSpPr/>
            <p:nvPr/>
          </p:nvSpPr>
          <p:spPr>
            <a:xfrm rot="8714346">
              <a:off x="980224" y="3317780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1" name="Google Shape;2641;p39"/>
            <p:cNvSpPr/>
            <p:nvPr/>
          </p:nvSpPr>
          <p:spPr>
            <a:xfrm rot="8713740">
              <a:off x="654168" y="436341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2" name="Google Shape;2642;p39"/>
            <p:cNvSpPr/>
            <p:nvPr/>
          </p:nvSpPr>
          <p:spPr>
            <a:xfrm rot="8713740">
              <a:off x="743713" y="439268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3" name="Google Shape;2643;p39"/>
            <p:cNvSpPr/>
            <p:nvPr/>
          </p:nvSpPr>
          <p:spPr>
            <a:xfrm rot="8713740">
              <a:off x="698765" y="4306255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4" name="Google Shape;2644;p39"/>
            <p:cNvSpPr/>
            <p:nvPr/>
          </p:nvSpPr>
          <p:spPr>
            <a:xfrm rot="8713740">
              <a:off x="541817" y="445173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5" name="Google Shape;2645;p39"/>
            <p:cNvSpPr/>
            <p:nvPr/>
          </p:nvSpPr>
          <p:spPr>
            <a:xfrm rot="8719330">
              <a:off x="417032" y="424296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6" name="Google Shape;2646;p39"/>
            <p:cNvSpPr/>
            <p:nvPr/>
          </p:nvSpPr>
          <p:spPr>
            <a:xfrm rot="8713013">
              <a:off x="404601" y="4104337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7" name="Google Shape;2647;p39"/>
            <p:cNvSpPr/>
            <p:nvPr/>
          </p:nvSpPr>
          <p:spPr>
            <a:xfrm rot="8713740">
              <a:off x="632058" y="449289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8" name="Google Shape;2648;p39"/>
            <p:cNvSpPr/>
            <p:nvPr/>
          </p:nvSpPr>
          <p:spPr>
            <a:xfrm rot="8713740">
              <a:off x="943267" y="411326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9" name="Google Shape;2649;p39"/>
            <p:cNvSpPr/>
            <p:nvPr/>
          </p:nvSpPr>
          <p:spPr>
            <a:xfrm rot="8713740">
              <a:off x="1032812" y="4142528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0" name="Google Shape;2650;p39"/>
            <p:cNvSpPr/>
            <p:nvPr/>
          </p:nvSpPr>
          <p:spPr>
            <a:xfrm rot="8713740">
              <a:off x="830916" y="420158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1" name="Google Shape;2651;p39"/>
            <p:cNvSpPr/>
            <p:nvPr/>
          </p:nvSpPr>
          <p:spPr>
            <a:xfrm rot="8719330">
              <a:off x="706132" y="399280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2" name="Google Shape;2652;p39"/>
            <p:cNvSpPr/>
            <p:nvPr/>
          </p:nvSpPr>
          <p:spPr>
            <a:xfrm rot="8713740">
              <a:off x="921158" y="424274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3" name="Google Shape;2653;p39"/>
            <p:cNvSpPr/>
            <p:nvPr/>
          </p:nvSpPr>
          <p:spPr>
            <a:xfrm rot="8718291">
              <a:off x="679763" y="4092936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4" name="Google Shape;2654;p39"/>
            <p:cNvSpPr/>
            <p:nvPr/>
          </p:nvSpPr>
          <p:spPr>
            <a:xfrm rot="7480670">
              <a:off x="1026149" y="443400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5" name="Google Shape;2655;p39"/>
            <p:cNvSpPr/>
            <p:nvPr/>
          </p:nvSpPr>
          <p:spPr>
            <a:xfrm rot="-8510566">
              <a:off x="1130935" y="4400779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6" name="Google Shape;2656;p39"/>
            <p:cNvSpPr/>
            <p:nvPr/>
          </p:nvSpPr>
          <p:spPr>
            <a:xfrm rot="8706722">
              <a:off x="1316518" y="4209109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7" name="Google Shape;2657;p39"/>
            <p:cNvSpPr/>
            <p:nvPr/>
          </p:nvSpPr>
          <p:spPr>
            <a:xfrm rot="8714346">
              <a:off x="1264688" y="410519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8" name="Google Shape;2658;p39"/>
            <p:cNvSpPr/>
            <p:nvPr/>
          </p:nvSpPr>
          <p:spPr>
            <a:xfrm rot="8713740">
              <a:off x="1021379" y="413536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9" name="Google Shape;2659;p39"/>
            <p:cNvSpPr/>
            <p:nvPr/>
          </p:nvSpPr>
          <p:spPr>
            <a:xfrm rot="8714346">
              <a:off x="1198894" y="397617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0" name="Google Shape;2660;p39"/>
            <p:cNvSpPr/>
            <p:nvPr/>
          </p:nvSpPr>
          <p:spPr>
            <a:xfrm rot="8716661">
              <a:off x="849868" y="5056628"/>
              <a:ext cx="61102" cy="114464"/>
            </a:xfrm>
            <a:custGeom>
              <a:rect b="b" l="l" r="r" t="t"/>
              <a:pathLst>
                <a:path extrusionOk="0" h="114384" w="61059">
                  <a:moveTo>
                    <a:pt x="0" y="114384"/>
                  </a:moveTo>
                  <a:lnTo>
                    <a:pt x="0" y="0"/>
                  </a:lnTo>
                  <a:lnTo>
                    <a:pt x="61059" y="42324"/>
                  </a:lnTo>
                  <a:lnTo>
                    <a:pt x="61059" y="90234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1" name="Google Shape;2661;p39"/>
            <p:cNvSpPr/>
            <p:nvPr/>
          </p:nvSpPr>
          <p:spPr>
            <a:xfrm rot="8716661">
              <a:off x="1072817" y="5030666"/>
              <a:ext cx="60190" cy="142678"/>
            </a:xfrm>
            <a:custGeom>
              <a:rect b="b" l="l" r="r" t="t"/>
              <a:pathLst>
                <a:path extrusionOk="0" h="142578" w="60148">
                  <a:moveTo>
                    <a:pt x="0" y="142578"/>
                  </a:moveTo>
                  <a:lnTo>
                    <a:pt x="0" y="0"/>
                  </a:lnTo>
                  <a:lnTo>
                    <a:pt x="60148" y="41693"/>
                  </a:lnTo>
                  <a:lnTo>
                    <a:pt x="60148" y="10156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2" name="Google Shape;2662;p39"/>
            <p:cNvSpPr/>
            <p:nvPr/>
          </p:nvSpPr>
          <p:spPr>
            <a:xfrm rot="8713740">
              <a:off x="921932" y="4965954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3" name="Google Shape;2663;p39"/>
            <p:cNvSpPr/>
            <p:nvPr/>
          </p:nvSpPr>
          <p:spPr>
            <a:xfrm rot="8716661">
              <a:off x="762227" y="5108522"/>
              <a:ext cx="53780" cy="49740"/>
            </a:xfrm>
            <a:custGeom>
              <a:rect b="b" l="l" r="r" t="t"/>
              <a:pathLst>
                <a:path extrusionOk="0" h="49705" w="53742">
                  <a:moveTo>
                    <a:pt x="8658" y="41503"/>
                  </a:moveTo>
                  <a:cubicBezTo>
                    <a:pt x="3190" y="36035"/>
                    <a:pt x="0" y="28744"/>
                    <a:pt x="0" y="20999"/>
                  </a:cubicBezTo>
                  <a:lnTo>
                    <a:pt x="0" y="20542"/>
                  </a:lnTo>
                  <a:cubicBezTo>
                    <a:pt x="0" y="12796"/>
                    <a:pt x="3190" y="5506"/>
                    <a:pt x="8658" y="38"/>
                  </a:cubicBezTo>
                  <a:lnTo>
                    <a:pt x="8747" y="0"/>
                  </a:lnTo>
                  <a:lnTo>
                    <a:pt x="53742" y="31189"/>
                  </a:lnTo>
                  <a:lnTo>
                    <a:pt x="49668" y="41048"/>
                  </a:lnTo>
                  <a:cubicBezTo>
                    <a:pt x="44200" y="46516"/>
                    <a:pt x="36909" y="49705"/>
                    <a:pt x="29162" y="49705"/>
                  </a:cubicBezTo>
                  <a:cubicBezTo>
                    <a:pt x="21416" y="49705"/>
                    <a:pt x="14126" y="46971"/>
                    <a:pt x="8658" y="4150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4" name="Google Shape;2664;p39"/>
            <p:cNvSpPr/>
            <p:nvPr/>
          </p:nvSpPr>
          <p:spPr>
            <a:xfrm rot="8716661">
              <a:off x="635330" y="4902508"/>
              <a:ext cx="203990" cy="196012"/>
            </a:xfrm>
            <a:custGeom>
              <a:rect b="b" l="l" r="r" t="t"/>
              <a:pathLst>
                <a:path extrusionOk="0" h="195874" w="203847">
                  <a:moveTo>
                    <a:pt x="90709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5" name="Google Shape;2665;p39"/>
            <p:cNvSpPr/>
            <p:nvPr/>
          </p:nvSpPr>
          <p:spPr>
            <a:xfrm rot="8713013">
              <a:off x="627768" y="4764036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6" name="Google Shape;2666;p39"/>
            <p:cNvSpPr/>
            <p:nvPr/>
          </p:nvSpPr>
          <p:spPr>
            <a:xfrm rot="8713740">
              <a:off x="1166434" y="477296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7" name="Google Shape;2667;p39"/>
            <p:cNvSpPr/>
            <p:nvPr/>
          </p:nvSpPr>
          <p:spPr>
            <a:xfrm rot="8713740">
              <a:off x="1255979" y="4802227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8" name="Google Shape;2668;p39"/>
            <p:cNvSpPr/>
            <p:nvPr/>
          </p:nvSpPr>
          <p:spPr>
            <a:xfrm rot="8713740">
              <a:off x="1054083" y="486128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9" name="Google Shape;2669;p39"/>
            <p:cNvSpPr/>
            <p:nvPr/>
          </p:nvSpPr>
          <p:spPr>
            <a:xfrm rot="8719330">
              <a:off x="929299" y="465250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0" name="Google Shape;2670;p39"/>
            <p:cNvSpPr/>
            <p:nvPr/>
          </p:nvSpPr>
          <p:spPr>
            <a:xfrm rot="8713740">
              <a:off x="1144325" y="490244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1" name="Google Shape;2671;p39"/>
            <p:cNvSpPr/>
            <p:nvPr/>
          </p:nvSpPr>
          <p:spPr>
            <a:xfrm rot="8718291">
              <a:off x="902930" y="4752635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2" name="Google Shape;2672;p39"/>
            <p:cNvSpPr/>
            <p:nvPr/>
          </p:nvSpPr>
          <p:spPr>
            <a:xfrm rot="7483339">
              <a:off x="1313588" y="5058181"/>
              <a:ext cx="97393" cy="159715"/>
            </a:xfrm>
            <a:custGeom>
              <a:rect b="b" l="l" r="r" t="t"/>
              <a:pathLst>
                <a:path extrusionOk="0" h="159603" w="97325">
                  <a:moveTo>
                    <a:pt x="0" y="19052"/>
                  </a:moveTo>
                  <a:lnTo>
                    <a:pt x="0" y="0"/>
                  </a:lnTo>
                  <a:lnTo>
                    <a:pt x="13209" y="19052"/>
                  </a:lnTo>
                  <a:close/>
                  <a:moveTo>
                    <a:pt x="90710" y="159603"/>
                  </a:moveTo>
                  <a:lnTo>
                    <a:pt x="47847" y="79858"/>
                  </a:lnTo>
                  <a:lnTo>
                    <a:pt x="50421" y="72721"/>
                  </a:lnTo>
                  <a:lnTo>
                    <a:pt x="97325" y="14037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3" name="Google Shape;2673;p39"/>
            <p:cNvSpPr/>
            <p:nvPr/>
          </p:nvSpPr>
          <p:spPr>
            <a:xfrm rot="-8513943">
              <a:off x="1434960" y="5064286"/>
              <a:ext cx="213453" cy="83381"/>
            </a:xfrm>
            <a:custGeom>
              <a:rect b="b" l="l" r="r" t="t"/>
              <a:pathLst>
                <a:path extrusionOk="0" h="83320" w="213297">
                  <a:moveTo>
                    <a:pt x="213297" y="12691"/>
                  </a:moveTo>
                  <a:cubicBezTo>
                    <a:pt x="154807" y="62904"/>
                    <a:pt x="78108" y="80561"/>
                    <a:pt x="32310" y="83320"/>
                  </a:cubicBezTo>
                  <a:lnTo>
                    <a:pt x="0" y="77753"/>
                  </a:lnTo>
                  <a:lnTo>
                    <a:pt x="69926" y="22813"/>
                  </a:lnTo>
                  <a:lnTo>
                    <a:pt x="94662" y="36418"/>
                  </a:lnTo>
                  <a:cubicBezTo>
                    <a:pt x="111768" y="35866"/>
                    <a:pt x="128321" y="32555"/>
                    <a:pt x="144323" y="27589"/>
                  </a:cubicBezTo>
                  <a:cubicBezTo>
                    <a:pt x="167498" y="20416"/>
                    <a:pt x="190122" y="11036"/>
                    <a:pt x="212193" y="0"/>
                  </a:cubicBezTo>
                  <a:cubicBezTo>
                    <a:pt x="212745" y="2207"/>
                    <a:pt x="213297" y="4966"/>
                    <a:pt x="213297" y="717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4" name="Google Shape;2674;p39"/>
            <p:cNvSpPr/>
            <p:nvPr/>
          </p:nvSpPr>
          <p:spPr>
            <a:xfrm rot="8706722">
              <a:off x="1539685" y="4868808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5" name="Google Shape;2675;p39"/>
            <p:cNvSpPr/>
            <p:nvPr/>
          </p:nvSpPr>
          <p:spPr>
            <a:xfrm rot="8714346">
              <a:off x="1487855" y="476489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6" name="Google Shape;2676;p39"/>
            <p:cNvSpPr/>
            <p:nvPr/>
          </p:nvSpPr>
          <p:spPr>
            <a:xfrm rot="8713740">
              <a:off x="1244546" y="479506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7" name="Google Shape;2677;p39"/>
            <p:cNvSpPr/>
            <p:nvPr/>
          </p:nvSpPr>
          <p:spPr>
            <a:xfrm rot="8714346">
              <a:off x="1422061" y="463587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8" name="Google Shape;2678;p39"/>
            <p:cNvSpPr/>
            <p:nvPr/>
          </p:nvSpPr>
          <p:spPr>
            <a:xfrm rot="8716661">
              <a:off x="-3556" y="2405872"/>
              <a:ext cx="142267" cy="208739"/>
            </a:xfrm>
            <a:custGeom>
              <a:rect b="b" l="l" r="r" t="t"/>
              <a:pathLst>
                <a:path extrusionOk="0" h="208592" w="142167">
                  <a:moveTo>
                    <a:pt x="81108" y="208592"/>
                  </a:moveTo>
                  <a:lnTo>
                    <a:pt x="81108" y="69717"/>
                  </a:lnTo>
                  <a:cubicBezTo>
                    <a:pt x="81108" y="68350"/>
                    <a:pt x="81108" y="66983"/>
                    <a:pt x="81108" y="65615"/>
                  </a:cubicBezTo>
                  <a:cubicBezTo>
                    <a:pt x="79742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10" y="0"/>
                  </a:lnTo>
                  <a:cubicBezTo>
                    <a:pt x="122118" y="0"/>
                    <a:pt x="142167" y="15948"/>
                    <a:pt x="142167" y="50123"/>
                  </a:cubicBezTo>
                  <a:lnTo>
                    <a:pt x="142167" y="120504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9" name="Google Shape;2679;p39"/>
            <p:cNvSpPr/>
            <p:nvPr/>
          </p:nvSpPr>
          <p:spPr>
            <a:xfrm rot="8713740">
              <a:off x="80358" y="241361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0" name="Google Shape;2680;p39"/>
            <p:cNvSpPr/>
            <p:nvPr/>
          </p:nvSpPr>
          <p:spPr>
            <a:xfrm rot="8713740">
              <a:off x="35410" y="232718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1" name="Google Shape;2681;p39"/>
            <p:cNvSpPr/>
            <p:nvPr/>
          </p:nvSpPr>
          <p:spPr>
            <a:xfrm rot="8716661">
              <a:off x="-20338" y="2216978"/>
              <a:ext cx="78786" cy="180792"/>
            </a:xfrm>
            <a:custGeom>
              <a:rect b="b" l="l" r="r" t="t"/>
              <a:pathLst>
                <a:path extrusionOk="0" h="180665" w="78731">
                  <a:moveTo>
                    <a:pt x="0" y="180665"/>
                  </a:moveTo>
                  <a:lnTo>
                    <a:pt x="0" y="40596"/>
                  </a:lnTo>
                  <a:lnTo>
                    <a:pt x="78250" y="0"/>
                  </a:lnTo>
                  <a:lnTo>
                    <a:pt x="78731" y="6708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2" name="Google Shape;2682;p39"/>
            <p:cNvSpPr/>
            <p:nvPr/>
          </p:nvSpPr>
          <p:spPr>
            <a:xfrm rot="8716661">
              <a:off x="-15434" y="2575123"/>
              <a:ext cx="103508" cy="152134"/>
            </a:xfrm>
            <a:custGeom>
              <a:rect b="b" l="l" r="r" t="t"/>
              <a:pathLst>
                <a:path extrusionOk="0" h="152027" w="103435">
                  <a:moveTo>
                    <a:pt x="43288" y="152027"/>
                  </a:move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65255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3" name="Google Shape;2683;p39"/>
            <p:cNvSpPr/>
            <p:nvPr/>
          </p:nvSpPr>
          <p:spPr>
            <a:xfrm rot="8713740">
              <a:off x="279912" y="213419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4" name="Google Shape;2684;p39"/>
            <p:cNvSpPr/>
            <p:nvPr/>
          </p:nvSpPr>
          <p:spPr>
            <a:xfrm rot="8713740">
              <a:off x="369457" y="216345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5" name="Google Shape;2685;p39"/>
            <p:cNvSpPr/>
            <p:nvPr/>
          </p:nvSpPr>
          <p:spPr>
            <a:xfrm rot="8713740">
              <a:off x="167561" y="22225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6" name="Google Shape;2686;p39"/>
            <p:cNvSpPr/>
            <p:nvPr/>
          </p:nvSpPr>
          <p:spPr>
            <a:xfrm rot="8719330">
              <a:off x="42777" y="201373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7" name="Google Shape;2687;p39"/>
            <p:cNvSpPr/>
            <p:nvPr/>
          </p:nvSpPr>
          <p:spPr>
            <a:xfrm rot="8713740">
              <a:off x="257803" y="226367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8" name="Google Shape;2688;p39"/>
            <p:cNvSpPr/>
            <p:nvPr/>
          </p:nvSpPr>
          <p:spPr>
            <a:xfrm rot="8718291">
              <a:off x="16408" y="211386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9" name="Google Shape;2689;p39"/>
            <p:cNvSpPr/>
            <p:nvPr/>
          </p:nvSpPr>
          <p:spPr>
            <a:xfrm rot="7480670">
              <a:off x="362794" y="245493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0" name="Google Shape;2690;p39"/>
            <p:cNvSpPr/>
            <p:nvPr/>
          </p:nvSpPr>
          <p:spPr>
            <a:xfrm rot="-8510566">
              <a:off x="467580" y="2421710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1" name="Google Shape;2691;p39"/>
            <p:cNvSpPr/>
            <p:nvPr/>
          </p:nvSpPr>
          <p:spPr>
            <a:xfrm rot="8706722">
              <a:off x="653163" y="2230040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2" name="Google Shape;2692;p39"/>
            <p:cNvSpPr/>
            <p:nvPr/>
          </p:nvSpPr>
          <p:spPr>
            <a:xfrm rot="8714346">
              <a:off x="601333" y="212612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3" name="Google Shape;2693;p39"/>
            <p:cNvSpPr/>
            <p:nvPr/>
          </p:nvSpPr>
          <p:spPr>
            <a:xfrm rot="8713740">
              <a:off x="358024" y="215629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4" name="Google Shape;2694;p39"/>
            <p:cNvSpPr/>
            <p:nvPr/>
          </p:nvSpPr>
          <p:spPr>
            <a:xfrm rot="8714346">
              <a:off x="535539" y="199710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5" name="Google Shape;2695;p39"/>
            <p:cNvSpPr/>
            <p:nvPr/>
          </p:nvSpPr>
          <p:spPr>
            <a:xfrm rot="8716661">
              <a:off x="-76209" y="1768065"/>
              <a:ext cx="197317" cy="215200"/>
            </a:xfrm>
            <a:custGeom>
              <a:rect b="b" l="l" r="r" t="t"/>
              <a:pathLst>
                <a:path extrusionOk="0" h="215049" w="197178">
                  <a:moveTo>
                    <a:pt x="51490" y="215049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4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lnTo>
                    <a:pt x="197178" y="4872"/>
                  </a:lnTo>
                  <a:lnTo>
                    <a:pt x="170795" y="42934"/>
                  </a:lnTo>
                  <a:lnTo>
                    <a:pt x="164950" y="40156"/>
                  </a:ln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128277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6" name="Google Shape;2696;p39"/>
            <p:cNvSpPr/>
            <p:nvPr/>
          </p:nvSpPr>
          <p:spPr>
            <a:xfrm rot="8713740">
              <a:off x="56745" y="147449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7" name="Google Shape;2697;p39"/>
            <p:cNvSpPr/>
            <p:nvPr/>
          </p:nvSpPr>
          <p:spPr>
            <a:xfrm rot="8713740">
              <a:off x="146290" y="150376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8" name="Google Shape;2698;p39"/>
            <p:cNvSpPr/>
            <p:nvPr/>
          </p:nvSpPr>
          <p:spPr>
            <a:xfrm rot="8716661">
              <a:off x="-21925" y="1443475"/>
              <a:ext cx="68662" cy="55362"/>
            </a:xfrm>
            <a:custGeom>
              <a:rect b="b" l="l" r="r" t="t"/>
              <a:pathLst>
                <a:path extrusionOk="0" h="55323" w="68614">
                  <a:moveTo>
                    <a:pt x="0" y="55323"/>
                  </a:moveTo>
                  <a:lnTo>
                    <a:pt x="0" y="0"/>
                  </a:lnTo>
                  <a:lnTo>
                    <a:pt x="68614" y="0"/>
                  </a:lnTo>
                  <a:lnTo>
                    <a:pt x="30266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9" name="Google Shape;2699;p39"/>
            <p:cNvSpPr/>
            <p:nvPr/>
          </p:nvSpPr>
          <p:spPr>
            <a:xfrm rot="8716661">
              <a:off x="35716" y="1617988"/>
              <a:ext cx="103508" cy="204040"/>
            </a:xfrm>
            <a:custGeom>
              <a:rect b="b" l="l" r="r" t="t"/>
              <a:pathLst>
                <a:path extrusionOk="0" h="203897" w="103435">
                  <a:moveTo>
                    <a:pt x="87556" y="203897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18098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0" name="Google Shape;2700;p39"/>
            <p:cNvSpPr/>
            <p:nvPr/>
          </p:nvSpPr>
          <p:spPr>
            <a:xfrm rot="7480670">
              <a:off x="139627" y="179523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1" name="Google Shape;2701;p39"/>
            <p:cNvSpPr/>
            <p:nvPr/>
          </p:nvSpPr>
          <p:spPr>
            <a:xfrm rot="-8510566">
              <a:off x="244413" y="1762011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2" name="Google Shape;2702;p39"/>
            <p:cNvSpPr/>
            <p:nvPr/>
          </p:nvSpPr>
          <p:spPr>
            <a:xfrm rot="8706722">
              <a:off x="429996" y="157034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3" name="Google Shape;2703;p39"/>
            <p:cNvSpPr/>
            <p:nvPr/>
          </p:nvSpPr>
          <p:spPr>
            <a:xfrm rot="8714346">
              <a:off x="378166" y="146642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4" name="Google Shape;2704;p39"/>
            <p:cNvSpPr/>
            <p:nvPr/>
          </p:nvSpPr>
          <p:spPr>
            <a:xfrm rot="8713740">
              <a:off x="134857" y="149660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5" name="Google Shape;2705;p39"/>
            <p:cNvSpPr/>
            <p:nvPr/>
          </p:nvSpPr>
          <p:spPr>
            <a:xfrm rot="8714346">
              <a:off x="312372" y="133740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6" name="Google Shape;2706;p39"/>
            <p:cNvSpPr/>
            <p:nvPr/>
          </p:nvSpPr>
          <p:spPr>
            <a:xfrm rot="8716661">
              <a:off x="-17832" y="949172"/>
              <a:ext cx="39554" cy="50158"/>
            </a:xfrm>
            <a:custGeom>
              <a:rect b="b" l="l" r="r" t="t"/>
              <a:pathLst>
                <a:path extrusionOk="0" h="50123" w="39526">
                  <a:moveTo>
                    <a:pt x="0" y="50123"/>
                  </a:moveTo>
                  <a:lnTo>
                    <a:pt x="0" y="0"/>
                  </a:lnTo>
                  <a:lnTo>
                    <a:pt x="39526" y="0"/>
                  </a:lnTo>
                  <a:lnTo>
                    <a:pt x="4782" y="501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7" name="Google Shape;2707;p39"/>
            <p:cNvSpPr/>
            <p:nvPr/>
          </p:nvSpPr>
          <p:spPr>
            <a:xfrm rot="8716661">
              <a:off x="-65203" y="834596"/>
              <a:ext cx="249825" cy="254953"/>
            </a:xfrm>
            <a:custGeom>
              <a:rect b="b" l="l" r="r" t="t"/>
              <a:pathLst>
                <a:path extrusionOk="0" h="254774" w="249650">
                  <a:moveTo>
                    <a:pt x="51490" y="254774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08922" y="-398"/>
                    <a:pt x="227718" y="7576"/>
                    <a:pt x="240647" y="22727"/>
                  </a:cubicBezTo>
                  <a:lnTo>
                    <a:pt x="249650" y="52327"/>
                  </a:lnTo>
                  <a:lnTo>
                    <a:pt x="218795" y="96841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213764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8" name="Google Shape;2708;p39"/>
            <p:cNvSpPr/>
            <p:nvPr/>
          </p:nvSpPr>
          <p:spPr>
            <a:xfrm rot="7483339">
              <a:off x="-63459" y="1172502"/>
              <a:ext cx="203991" cy="146498"/>
            </a:xfrm>
            <a:custGeom>
              <a:rect b="b" l="l" r="r" t="t"/>
              <a:pathLst>
                <a:path extrusionOk="0" h="146395" w="203848">
                  <a:moveTo>
                    <a:pt x="0" y="55323"/>
                  </a:moveTo>
                  <a:lnTo>
                    <a:pt x="0" y="0"/>
                  </a:lnTo>
                  <a:lnTo>
                    <a:pt x="203848" y="0"/>
                  </a:lnTo>
                  <a:lnTo>
                    <a:pt x="203847" y="49512"/>
                  </a:lnTo>
                  <a:lnTo>
                    <a:pt x="195466" y="55323"/>
                  </a:lnTo>
                  <a:lnTo>
                    <a:pt x="139055" y="55323"/>
                  </a:lnTo>
                  <a:lnTo>
                    <a:pt x="121388" y="106685"/>
                  </a:lnTo>
                  <a:lnTo>
                    <a:pt x="64115" y="146395"/>
                  </a:lnTo>
                  <a:lnTo>
                    <a:pt x="47847" y="116129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9" name="Google Shape;2709;p39"/>
            <p:cNvSpPr/>
            <p:nvPr/>
          </p:nvSpPr>
          <p:spPr>
            <a:xfrm rot="-8510566">
              <a:off x="25474" y="1099953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0" name="Google Shape;2710;p39"/>
            <p:cNvSpPr/>
            <p:nvPr/>
          </p:nvSpPr>
          <p:spPr>
            <a:xfrm rot="8706722">
              <a:off x="211057" y="908283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1" name="Google Shape;2711;p39"/>
            <p:cNvSpPr/>
            <p:nvPr/>
          </p:nvSpPr>
          <p:spPr>
            <a:xfrm rot="8714346">
              <a:off x="159227" y="804371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2" name="Google Shape;2712;p39"/>
            <p:cNvSpPr/>
            <p:nvPr/>
          </p:nvSpPr>
          <p:spPr>
            <a:xfrm rot="8714346">
              <a:off x="93433" y="675350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3" name="Google Shape;2713;p39"/>
            <p:cNvSpPr/>
            <p:nvPr/>
          </p:nvSpPr>
          <p:spPr>
            <a:xfrm rot="8716661">
              <a:off x="-7014" y="316690"/>
              <a:ext cx="14011" cy="20212"/>
            </a:xfrm>
            <a:custGeom>
              <a:rect b="b" l="l" r="r" t="t"/>
              <a:pathLst>
                <a:path extrusionOk="0" h="20198" w="14001">
                  <a:moveTo>
                    <a:pt x="0" y="20198"/>
                  </a:moveTo>
                  <a:lnTo>
                    <a:pt x="0" y="0"/>
                  </a:lnTo>
                  <a:lnTo>
                    <a:pt x="14001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4" name="Google Shape;2714;p39"/>
            <p:cNvSpPr/>
            <p:nvPr/>
          </p:nvSpPr>
          <p:spPr>
            <a:xfrm rot="-8513943">
              <a:off x="-81861" y="472453"/>
              <a:ext cx="173758" cy="237858"/>
            </a:xfrm>
            <a:custGeom>
              <a:rect b="b" l="l" r="r" t="t"/>
              <a:pathLst>
                <a:path extrusionOk="0" h="237684" w="173631">
                  <a:moveTo>
                    <a:pt x="173631" y="220990"/>
                  </a:moveTo>
                  <a:lnTo>
                    <a:pt x="130972" y="232382"/>
                  </a:lnTo>
                  <a:cubicBezTo>
                    <a:pt x="116428" y="235210"/>
                    <a:pt x="103047" y="236831"/>
                    <a:pt x="91597" y="237521"/>
                  </a:cubicBezTo>
                  <a:cubicBezTo>
                    <a:pt x="66215" y="239176"/>
                    <a:pt x="41384" y="228141"/>
                    <a:pt x="23727" y="209931"/>
                  </a:cubicBezTo>
                  <a:cubicBezTo>
                    <a:pt x="4966" y="191722"/>
                    <a:pt x="0" y="160270"/>
                    <a:pt x="0" y="115023"/>
                  </a:cubicBezTo>
                  <a:lnTo>
                    <a:pt x="0" y="0"/>
                  </a:lnTo>
                  <a:lnTo>
                    <a:pt x="76176" y="96953"/>
                  </a:lnTo>
                  <a:lnTo>
                    <a:pt x="76768" y="109023"/>
                  </a:lnTo>
                  <a:cubicBezTo>
                    <a:pt x="79044" y="124404"/>
                    <a:pt x="82768" y="139578"/>
                    <a:pt x="87734" y="154201"/>
                  </a:cubicBezTo>
                  <a:cubicBezTo>
                    <a:pt x="92149" y="166340"/>
                    <a:pt x="100012" y="175445"/>
                    <a:pt x="111117" y="181514"/>
                  </a:cubicBezTo>
                  <a:lnTo>
                    <a:pt x="148930" y="189552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5" name="Google Shape;2715;p39"/>
            <p:cNvSpPr/>
            <p:nvPr/>
          </p:nvSpPr>
          <p:spPr>
            <a:xfrm rot="8706722">
              <a:off x="-11613" y="244868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6" name="Google Shape;2716;p39"/>
            <p:cNvSpPr/>
            <p:nvPr/>
          </p:nvSpPr>
          <p:spPr>
            <a:xfrm rot="8716661">
              <a:off x="-30159" y="143433"/>
              <a:ext cx="77776" cy="97328"/>
            </a:xfrm>
            <a:custGeom>
              <a:rect b="b" l="l" r="r" t="t"/>
              <a:pathLst>
                <a:path extrusionOk="0" h="97260" w="77721">
                  <a:moveTo>
                    <a:pt x="15821" y="97260"/>
                  </a:moveTo>
                  <a:lnTo>
                    <a:pt x="0" y="59790"/>
                  </a:ln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lnTo>
                    <a:pt x="77721" y="796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7" name="Google Shape;2717;p39"/>
            <p:cNvSpPr/>
            <p:nvPr/>
          </p:nvSpPr>
          <p:spPr>
            <a:xfrm rot="8716661">
              <a:off x="-17843" y="3452674"/>
              <a:ext cx="58496" cy="44230"/>
            </a:xfrm>
            <a:custGeom>
              <a:rect b="b" l="l" r="r" t="t"/>
              <a:pathLst>
                <a:path extrusionOk="0" h="44199" w="58455">
                  <a:moveTo>
                    <a:pt x="0" y="44199"/>
                  </a:moveTo>
                  <a:lnTo>
                    <a:pt x="0" y="0"/>
                  </a:lnTo>
                  <a:lnTo>
                    <a:pt x="58455" y="0"/>
                  </a:lnTo>
                  <a:lnTo>
                    <a:pt x="27817" y="4419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8" name="Google Shape;2718;p39"/>
            <p:cNvSpPr/>
            <p:nvPr/>
          </p:nvSpPr>
          <p:spPr>
            <a:xfrm rot="-8513943">
              <a:off x="-91727" y="3601565"/>
              <a:ext cx="206678" cy="292868"/>
            </a:xfrm>
            <a:custGeom>
              <a:rect b="b" l="l" r="r" t="t"/>
              <a:pathLst>
                <a:path extrusionOk="0" h="292654" w="206527">
                  <a:moveTo>
                    <a:pt x="206527" y="258693"/>
                  </a:moveTo>
                  <a:lnTo>
                    <a:pt x="177331" y="274971"/>
                  </a:lnTo>
                  <a:cubicBezTo>
                    <a:pt x="145121" y="286007"/>
                    <a:pt x="114496" y="291111"/>
                    <a:pt x="91597" y="292491"/>
                  </a:cubicBezTo>
                  <a:cubicBezTo>
                    <a:pt x="66215" y="294146"/>
                    <a:pt x="41385" y="283111"/>
                    <a:pt x="23727" y="264901"/>
                  </a:cubicBezTo>
                  <a:cubicBezTo>
                    <a:pt x="4966" y="246692"/>
                    <a:pt x="0" y="215240"/>
                    <a:pt x="0" y="169993"/>
                  </a:cubicBezTo>
                  <a:lnTo>
                    <a:pt x="0" y="1698"/>
                  </a:lnTo>
                  <a:lnTo>
                    <a:pt x="3273" y="0"/>
                  </a:lnTo>
                  <a:lnTo>
                    <a:pt x="74297" y="90396"/>
                  </a:lnTo>
                  <a:lnTo>
                    <a:pt x="74492" y="117574"/>
                  </a:lnTo>
                  <a:cubicBezTo>
                    <a:pt x="72836" y="148474"/>
                    <a:pt x="77802" y="179926"/>
                    <a:pt x="87734" y="209171"/>
                  </a:cubicBezTo>
                  <a:cubicBezTo>
                    <a:pt x="96564" y="233450"/>
                    <a:pt x="119187" y="245589"/>
                    <a:pt x="153949" y="245589"/>
                  </a:cubicBezTo>
                  <a:lnTo>
                    <a:pt x="191049" y="23899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9" name="Google Shape;2719;p39"/>
            <p:cNvSpPr/>
            <p:nvPr/>
          </p:nvSpPr>
          <p:spPr>
            <a:xfrm rot="8706722">
              <a:off x="24922" y="339006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0" name="Google Shape;2720;p39"/>
            <p:cNvSpPr/>
            <p:nvPr/>
          </p:nvSpPr>
          <p:spPr>
            <a:xfrm rot="8716661">
              <a:off x="-24136" y="3281681"/>
              <a:ext cx="106117" cy="113813"/>
            </a:xfrm>
            <a:custGeom>
              <a:rect b="b" l="l" r="r" t="t"/>
              <a:pathLst>
                <a:path extrusionOk="0" h="113733" w="106042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cubicBezTo>
                    <a:pt x="74507" y="0"/>
                    <a:pt x="89224" y="6439"/>
                    <a:pt x="100262" y="17477"/>
                  </a:cubicBezTo>
                  <a:lnTo>
                    <a:pt x="106042" y="31234"/>
                  </a:lnTo>
                  <a:lnTo>
                    <a:pt x="48856" y="11373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1" name="Google Shape;2721;p39"/>
            <p:cNvSpPr/>
            <p:nvPr/>
          </p:nvSpPr>
          <p:spPr>
            <a:xfrm rot="8716661">
              <a:off x="-21964" y="3179837"/>
              <a:ext cx="45808" cy="62700"/>
            </a:xfrm>
            <a:custGeom>
              <a:rect b="b" l="l" r="r" t="t"/>
              <a:pathLst>
                <a:path extrusionOk="0" h="62656" w="45776">
                  <a:moveTo>
                    <a:pt x="2345" y="62656"/>
                  </a:moveTo>
                  <a:lnTo>
                    <a:pt x="0" y="57104"/>
                  </a:lnTo>
                  <a:lnTo>
                    <a:pt x="0" y="56183"/>
                  </a:lnTo>
                  <a:cubicBezTo>
                    <a:pt x="0" y="40547"/>
                    <a:pt x="6439" y="25829"/>
                    <a:pt x="17477" y="14791"/>
                  </a:cubicBezTo>
                  <a:cubicBezTo>
                    <a:pt x="22996" y="9272"/>
                    <a:pt x="29435" y="4903"/>
                    <a:pt x="36449" y="1913"/>
                  </a:cubicBezTo>
                  <a:lnTo>
                    <a:pt x="45776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2" name="Google Shape;2722;p39"/>
            <p:cNvSpPr/>
            <p:nvPr/>
          </p:nvSpPr>
          <p:spPr>
            <a:xfrm rot="8716661">
              <a:off x="591992" y="5123113"/>
              <a:ext cx="56940" cy="40179"/>
            </a:xfrm>
            <a:custGeom>
              <a:rect b="b" l="l" r="r" t="t"/>
              <a:pathLst>
                <a:path extrusionOk="0" h="40151" w="56900">
                  <a:moveTo>
                    <a:pt x="13826" y="23593"/>
                  </a:moveTo>
                  <a:cubicBezTo>
                    <a:pt x="8307" y="18074"/>
                    <a:pt x="3938" y="11636"/>
                    <a:pt x="948" y="4622"/>
                  </a:cubicBezTo>
                  <a:lnTo>
                    <a:pt x="0" y="0"/>
                  </a:lnTo>
                  <a:lnTo>
                    <a:pt x="56900" y="39441"/>
                  </a:lnTo>
                  <a:lnTo>
                    <a:pt x="55218" y="40151"/>
                  </a:lnTo>
                  <a:cubicBezTo>
                    <a:pt x="39581" y="40151"/>
                    <a:pt x="24864" y="34631"/>
                    <a:pt x="13826" y="2359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3" name="Google Shape;2723;p39"/>
            <p:cNvSpPr/>
            <p:nvPr/>
          </p:nvSpPr>
          <p:spPr>
            <a:xfrm rot="8716661">
              <a:off x="-21385" y="4100628"/>
              <a:ext cx="79169" cy="50158"/>
            </a:xfrm>
            <a:custGeom>
              <a:rect b="b" l="l" r="r" t="t"/>
              <a:pathLst>
                <a:path extrusionOk="0" h="50123" w="79113">
                  <a:moveTo>
                    <a:pt x="0" y="50123"/>
                  </a:moveTo>
                  <a:lnTo>
                    <a:pt x="0" y="0"/>
                  </a:lnTo>
                  <a:lnTo>
                    <a:pt x="79113" y="0"/>
                  </a:lnTo>
                  <a:lnTo>
                    <a:pt x="44369" y="501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4" name="Google Shape;2724;p39"/>
            <p:cNvSpPr/>
            <p:nvPr/>
          </p:nvSpPr>
          <p:spPr>
            <a:xfrm rot="8713740">
              <a:off x="-40114" y="3981876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5" name="Google Shape;2725;p39"/>
            <p:cNvSpPr/>
            <p:nvPr/>
          </p:nvSpPr>
          <p:spPr>
            <a:xfrm rot="7480670">
              <a:off x="-46777" y="427335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6" name="Google Shape;2726;p39"/>
            <p:cNvSpPr/>
            <p:nvPr/>
          </p:nvSpPr>
          <p:spPr>
            <a:xfrm rot="-8510566">
              <a:off x="58009" y="4240127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7" name="Google Shape;2727;p39"/>
            <p:cNvSpPr/>
            <p:nvPr/>
          </p:nvSpPr>
          <p:spPr>
            <a:xfrm rot="8706722">
              <a:off x="243592" y="4048457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8" name="Google Shape;2728;p39"/>
            <p:cNvSpPr/>
            <p:nvPr/>
          </p:nvSpPr>
          <p:spPr>
            <a:xfrm rot="8714346">
              <a:off x="191762" y="394454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9" name="Google Shape;2729;p39"/>
            <p:cNvSpPr/>
            <p:nvPr/>
          </p:nvSpPr>
          <p:spPr>
            <a:xfrm rot="8714346">
              <a:off x="125968" y="381552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0" name="Google Shape;2730;p39"/>
            <p:cNvSpPr/>
            <p:nvPr/>
          </p:nvSpPr>
          <p:spPr>
            <a:xfrm rot="8716661">
              <a:off x="-73236" y="4876693"/>
              <a:ext cx="221538" cy="253527"/>
            </a:xfrm>
            <a:custGeom>
              <a:rect b="b" l="l" r="r" t="t"/>
              <a:pathLst>
                <a:path extrusionOk="0" h="253349" w="221382">
                  <a:moveTo>
                    <a:pt x="51490" y="253349"/>
                  </a:moveTo>
                  <a:lnTo>
                    <a:pt x="51490" y="44199"/>
                  </a:lnTo>
                  <a:lnTo>
                    <a:pt x="0" y="44199"/>
                  </a:lnTo>
                  <a:lnTo>
                    <a:pt x="0" y="0"/>
                  </a:lnTo>
                  <a:lnTo>
                    <a:pt x="104803" y="0"/>
                  </a:lnTo>
                  <a:lnTo>
                    <a:pt x="104802" y="73817"/>
                  </a:lnTo>
                  <a:lnTo>
                    <a:pt x="106169" y="73817"/>
                  </a:lnTo>
                  <a:cubicBezTo>
                    <a:pt x="120751" y="30529"/>
                    <a:pt x="132142" y="13670"/>
                    <a:pt x="154014" y="4556"/>
                  </a:cubicBezTo>
                  <a:lnTo>
                    <a:pt x="174650" y="668"/>
                  </a:lnTo>
                  <a:lnTo>
                    <a:pt x="214075" y="27996"/>
                  </a:lnTo>
                  <a:lnTo>
                    <a:pt x="221382" y="33060"/>
                  </a:lnTo>
                  <a:lnTo>
                    <a:pt x="195540" y="70341"/>
                  </a:lnTo>
                  <a:lnTo>
                    <a:pt x="189157" y="50236"/>
                  </a:lnTo>
                  <a:cubicBezTo>
                    <a:pt x="183177" y="42946"/>
                    <a:pt x="174747" y="38731"/>
                    <a:pt x="164950" y="38731"/>
                  </a:cubicBezTo>
                  <a:cubicBezTo>
                    <a:pt x="135788" y="38731"/>
                    <a:pt x="111638" y="77463"/>
                    <a:pt x="111638" y="126218"/>
                  </a:cubicBezTo>
                  <a:lnTo>
                    <a:pt x="111638" y="191383"/>
                  </a:lnTo>
                  <a:lnTo>
                    <a:pt x="84096" y="231117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1" name="Google Shape;2731;p39"/>
            <p:cNvSpPr/>
            <p:nvPr/>
          </p:nvSpPr>
          <p:spPr>
            <a:xfrm rot="8713740">
              <a:off x="93508" y="461231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2" name="Google Shape;2732;p39"/>
            <p:cNvSpPr/>
            <p:nvPr/>
          </p:nvSpPr>
          <p:spPr>
            <a:xfrm rot="8713740">
              <a:off x="183053" y="464157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3" name="Google Shape;2733;p39"/>
            <p:cNvSpPr/>
            <p:nvPr/>
          </p:nvSpPr>
          <p:spPr>
            <a:xfrm rot="8716661">
              <a:off x="-14566" y="4699602"/>
              <a:ext cx="50032" cy="54276"/>
            </a:xfrm>
            <a:custGeom>
              <a:rect b="b" l="l" r="r" t="t"/>
              <a:pathLst>
                <a:path extrusionOk="0" h="54238" w="49997">
                  <a:moveTo>
                    <a:pt x="8658" y="50123"/>
                  </a:moveTo>
                  <a:cubicBezTo>
                    <a:pt x="3190" y="44655"/>
                    <a:pt x="0" y="37365"/>
                    <a:pt x="0" y="29619"/>
                  </a:cubicBezTo>
                  <a:lnTo>
                    <a:pt x="0" y="29162"/>
                  </a:lnTo>
                  <a:cubicBezTo>
                    <a:pt x="0" y="21417"/>
                    <a:pt x="3190" y="14126"/>
                    <a:pt x="8658" y="8658"/>
                  </a:cubicBezTo>
                  <a:cubicBezTo>
                    <a:pt x="14126" y="3190"/>
                    <a:pt x="21416" y="0"/>
                    <a:pt x="29163" y="0"/>
                  </a:cubicBezTo>
                  <a:cubicBezTo>
                    <a:pt x="36909" y="0"/>
                    <a:pt x="44200" y="3190"/>
                    <a:pt x="49668" y="8658"/>
                  </a:cubicBezTo>
                  <a:lnTo>
                    <a:pt x="49997" y="9441"/>
                  </a:lnTo>
                  <a:lnTo>
                    <a:pt x="18945" y="54238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4" name="Google Shape;2734;p39"/>
            <p:cNvSpPr/>
            <p:nvPr/>
          </p:nvSpPr>
          <p:spPr>
            <a:xfrm rot="8716661">
              <a:off x="-30414" y="4579725"/>
              <a:ext cx="113426" cy="71074"/>
            </a:xfrm>
            <a:custGeom>
              <a:rect b="b" l="l" r="r" t="t"/>
              <a:pathLst>
                <a:path extrusionOk="0" h="71024" w="113346">
                  <a:moveTo>
                    <a:pt x="0" y="55323"/>
                  </a:moveTo>
                  <a:lnTo>
                    <a:pt x="0" y="0"/>
                  </a:lnTo>
                  <a:lnTo>
                    <a:pt x="113346" y="0"/>
                  </a:lnTo>
                  <a:lnTo>
                    <a:pt x="64114" y="71024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5" name="Google Shape;2735;p39"/>
            <p:cNvSpPr/>
            <p:nvPr/>
          </p:nvSpPr>
          <p:spPr>
            <a:xfrm rot="8713740">
              <a:off x="71399" y="474179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6" name="Google Shape;2736;p39"/>
            <p:cNvSpPr/>
            <p:nvPr/>
          </p:nvSpPr>
          <p:spPr>
            <a:xfrm rot="7483339">
              <a:off x="171896" y="4933516"/>
              <a:ext cx="203990" cy="196012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170341" y="0"/>
                  </a:lnTo>
                  <a:lnTo>
                    <a:pt x="203847" y="48325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7" name="Google Shape;2737;p39"/>
            <p:cNvSpPr/>
            <p:nvPr/>
          </p:nvSpPr>
          <p:spPr>
            <a:xfrm rot="-8513943">
              <a:off x="312969" y="4906910"/>
              <a:ext cx="272783" cy="221882"/>
            </a:xfrm>
            <a:custGeom>
              <a:rect b="b" l="l" r="r" t="t"/>
              <a:pathLst>
                <a:path extrusionOk="0" h="221720" w="272584">
                  <a:moveTo>
                    <a:pt x="272584" y="150928"/>
                  </a:moveTo>
                  <a:cubicBezTo>
                    <a:pt x="214094" y="201141"/>
                    <a:pt x="137395" y="218798"/>
                    <a:pt x="91597" y="221557"/>
                  </a:cubicBezTo>
                  <a:cubicBezTo>
                    <a:pt x="66215" y="223213"/>
                    <a:pt x="41384" y="212177"/>
                    <a:pt x="23727" y="193967"/>
                  </a:cubicBezTo>
                  <a:cubicBezTo>
                    <a:pt x="4966" y="175759"/>
                    <a:pt x="0" y="144306"/>
                    <a:pt x="0" y="99060"/>
                  </a:cubicBezTo>
                  <a:lnTo>
                    <a:pt x="0" y="58265"/>
                  </a:lnTo>
                  <a:lnTo>
                    <a:pt x="74157" y="0"/>
                  </a:lnTo>
                  <a:lnTo>
                    <a:pt x="74492" y="46640"/>
                  </a:lnTo>
                  <a:cubicBezTo>
                    <a:pt x="72836" y="77540"/>
                    <a:pt x="77802" y="108992"/>
                    <a:pt x="87734" y="138237"/>
                  </a:cubicBezTo>
                  <a:cubicBezTo>
                    <a:pt x="96563" y="162515"/>
                    <a:pt x="119186" y="174655"/>
                    <a:pt x="153949" y="174655"/>
                  </a:cubicBezTo>
                  <a:cubicBezTo>
                    <a:pt x="171055" y="174103"/>
                    <a:pt x="187608" y="170792"/>
                    <a:pt x="203610" y="165826"/>
                  </a:cubicBezTo>
                  <a:cubicBezTo>
                    <a:pt x="226785" y="158653"/>
                    <a:pt x="249409" y="149273"/>
                    <a:pt x="271480" y="138237"/>
                  </a:cubicBezTo>
                  <a:cubicBezTo>
                    <a:pt x="272032" y="140444"/>
                    <a:pt x="272584" y="143203"/>
                    <a:pt x="272584" y="14541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8" name="Google Shape;2738;p39"/>
            <p:cNvSpPr/>
            <p:nvPr/>
          </p:nvSpPr>
          <p:spPr>
            <a:xfrm rot="8706722">
              <a:off x="466759" y="4708156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9" name="Google Shape;2739;p39"/>
            <p:cNvSpPr/>
            <p:nvPr/>
          </p:nvSpPr>
          <p:spPr>
            <a:xfrm rot="8714346">
              <a:off x="414929" y="460424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0" name="Google Shape;2740;p39"/>
            <p:cNvSpPr/>
            <p:nvPr/>
          </p:nvSpPr>
          <p:spPr>
            <a:xfrm rot="8713740">
              <a:off x="171620" y="46344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1" name="Google Shape;2741;p39"/>
            <p:cNvSpPr/>
            <p:nvPr/>
          </p:nvSpPr>
          <p:spPr>
            <a:xfrm rot="8714346">
              <a:off x="349135" y="4475223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42" name="Google Shape;2742;p39"/>
          <p:cNvSpPr/>
          <p:nvPr/>
        </p:nvSpPr>
        <p:spPr>
          <a:xfrm>
            <a:off x="5658098" y="0"/>
            <a:ext cx="3485902" cy="5143500"/>
          </a:xfrm>
          <a:custGeom>
            <a:rect b="b" l="l" r="r" t="t"/>
            <a:pathLst>
              <a:path extrusionOk="0" h="5143500" w="3485902">
                <a:moveTo>
                  <a:pt x="437902" y="0"/>
                </a:moveTo>
                <a:lnTo>
                  <a:pt x="3485902" y="0"/>
                </a:lnTo>
                <a:lnTo>
                  <a:pt x="3485902" y="5143500"/>
                </a:lnTo>
                <a:lnTo>
                  <a:pt x="437902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3" name="Google Shape;2743;p39"/>
          <p:cNvSpPr/>
          <p:nvPr/>
        </p:nvSpPr>
        <p:spPr>
          <a:xfrm rot="10800000">
            <a:off x="5860673" y="73"/>
            <a:ext cx="697200" cy="2733600"/>
          </a:xfrm>
          <a:prstGeom prst="triangle">
            <a:avLst>
              <a:gd fmla="val 9818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4" name="Google Shape;2744;p39"/>
          <p:cNvSpPr txBox="1"/>
          <p:nvPr>
            <p:ph idx="1" type="body"/>
          </p:nvPr>
        </p:nvSpPr>
        <p:spPr>
          <a:xfrm>
            <a:off x="669920" y="812296"/>
            <a:ext cx="360000" cy="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745" name="Google Shape;2745;p39"/>
          <p:cNvSpPr txBox="1"/>
          <p:nvPr>
            <p:ph idx="2" type="body"/>
          </p:nvPr>
        </p:nvSpPr>
        <p:spPr>
          <a:xfrm>
            <a:off x="1029920" y="812296"/>
            <a:ext cx="360000" cy="4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746" name="Google Shape;2746;p39"/>
          <p:cNvSpPr txBox="1"/>
          <p:nvPr>
            <p:ph type="title"/>
          </p:nvPr>
        </p:nvSpPr>
        <p:spPr>
          <a:xfrm>
            <a:off x="565123" y="333575"/>
            <a:ext cx="42786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7" name="Google Shape;2747;p39"/>
          <p:cNvSpPr txBox="1"/>
          <p:nvPr>
            <p:ph idx="3" type="body"/>
          </p:nvPr>
        </p:nvSpPr>
        <p:spPr>
          <a:xfrm>
            <a:off x="6557797" y="4265959"/>
            <a:ext cx="972000" cy="45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748" name="Google Shape;2748;p39"/>
          <p:cNvSpPr txBox="1"/>
          <p:nvPr>
            <p:ph idx="4" type="body"/>
          </p:nvPr>
        </p:nvSpPr>
        <p:spPr>
          <a:xfrm>
            <a:off x="7527881" y="4265959"/>
            <a:ext cx="972000" cy="45600"/>
          </a:xfrm>
          <a:prstGeom prst="rect">
            <a:avLst/>
          </a:prstGeom>
          <a:solidFill>
            <a:srgbClr val="3A1B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749" name="Google Shape;2749;p39"/>
          <p:cNvSpPr txBox="1"/>
          <p:nvPr>
            <p:ph idx="5" type="body"/>
          </p:nvPr>
        </p:nvSpPr>
        <p:spPr>
          <a:xfrm>
            <a:off x="6544353" y="491319"/>
            <a:ext cx="2190300" cy="34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b="0" sz="1100"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750" name="Google Shape;2750;p39"/>
          <p:cNvSpPr txBox="1"/>
          <p:nvPr>
            <p:ph idx="12" type="sldNum"/>
          </p:nvPr>
        </p:nvSpPr>
        <p:spPr>
          <a:xfrm>
            <a:off x="5500800" y="2"/>
            <a:ext cx="594000" cy="2666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1800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clair + Texte">
  <p:cSld name="Contenu clair + Texte">
    <p:bg>
      <p:bgPr>
        <a:solidFill>
          <a:srgbClr val="009FE3"/>
        </a:solidFill>
      </p:bgPr>
    </p:bg>
    <p:spTree>
      <p:nvGrpSpPr>
        <p:cNvPr id="2751" name="Shape 2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2" name="Google Shape;2752;p40"/>
          <p:cNvGrpSpPr/>
          <p:nvPr/>
        </p:nvGrpSpPr>
        <p:grpSpPr>
          <a:xfrm>
            <a:off x="5624022" y="-81106"/>
            <a:ext cx="3649696" cy="5361694"/>
            <a:chOff x="5624022" y="-81106"/>
            <a:chExt cx="3649696" cy="5361694"/>
          </a:xfrm>
        </p:grpSpPr>
        <p:sp>
          <p:nvSpPr>
            <p:cNvPr id="2753" name="Google Shape;2753;p40"/>
            <p:cNvSpPr/>
            <p:nvPr/>
          </p:nvSpPr>
          <p:spPr>
            <a:xfrm rot="8716661">
              <a:off x="5849183" y="2601849"/>
              <a:ext cx="81448" cy="44230"/>
            </a:xfrm>
            <a:custGeom>
              <a:rect b="b" l="l" r="r" t="t"/>
              <a:pathLst>
                <a:path extrusionOk="0" h="44199" w="81391">
                  <a:moveTo>
                    <a:pt x="0" y="44199"/>
                  </a:moveTo>
                  <a:lnTo>
                    <a:pt x="0" y="0"/>
                  </a:lnTo>
                  <a:lnTo>
                    <a:pt x="81391" y="0"/>
                  </a:lnTo>
                  <a:lnTo>
                    <a:pt x="44834" y="4419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4" name="Google Shape;2754;p40"/>
            <p:cNvSpPr/>
            <p:nvPr/>
          </p:nvSpPr>
          <p:spPr>
            <a:xfrm rot="-8513943">
              <a:off x="5766790" y="2734020"/>
              <a:ext cx="231127" cy="317380"/>
            </a:xfrm>
            <a:custGeom>
              <a:rect b="b" l="l" r="r" t="t"/>
              <a:pathLst>
                <a:path extrusionOk="0" h="317148" w="230958">
                  <a:moveTo>
                    <a:pt x="230958" y="274842"/>
                  </a:moveTo>
                  <a:lnTo>
                    <a:pt x="226070" y="278187"/>
                  </a:lnTo>
                  <a:cubicBezTo>
                    <a:pt x="177676" y="304466"/>
                    <a:pt x="125946" y="314915"/>
                    <a:pt x="91597" y="316985"/>
                  </a:cubicBezTo>
                  <a:cubicBezTo>
                    <a:pt x="66215" y="318640"/>
                    <a:pt x="41385" y="307605"/>
                    <a:pt x="23727" y="289395"/>
                  </a:cubicBezTo>
                  <a:cubicBezTo>
                    <a:pt x="4966" y="271187"/>
                    <a:pt x="0" y="239734"/>
                    <a:pt x="0" y="194488"/>
                  </a:cubicBezTo>
                  <a:lnTo>
                    <a:pt x="0" y="26192"/>
                  </a:lnTo>
                  <a:lnTo>
                    <a:pt x="50486" y="0"/>
                  </a:lnTo>
                  <a:lnTo>
                    <a:pt x="73727" y="35393"/>
                  </a:lnTo>
                  <a:lnTo>
                    <a:pt x="74492" y="142068"/>
                  </a:lnTo>
                  <a:cubicBezTo>
                    <a:pt x="72836" y="172968"/>
                    <a:pt x="77802" y="204420"/>
                    <a:pt x="87734" y="233665"/>
                  </a:cubicBezTo>
                  <a:cubicBezTo>
                    <a:pt x="96564" y="257944"/>
                    <a:pt x="119186" y="270083"/>
                    <a:pt x="153949" y="270083"/>
                  </a:cubicBezTo>
                  <a:cubicBezTo>
                    <a:pt x="171055" y="269531"/>
                    <a:pt x="187608" y="266220"/>
                    <a:pt x="203610" y="261254"/>
                  </a:cubicBezTo>
                  <a:lnTo>
                    <a:pt x="218153" y="255342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5" name="Google Shape;2755;p40"/>
            <p:cNvSpPr/>
            <p:nvPr/>
          </p:nvSpPr>
          <p:spPr>
            <a:xfrm rot="8706722">
              <a:off x="5912856" y="2532700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6" name="Google Shape;2756;p40"/>
            <p:cNvSpPr/>
            <p:nvPr/>
          </p:nvSpPr>
          <p:spPr>
            <a:xfrm rot="8716661">
              <a:off x="5857521" y="2424617"/>
              <a:ext cx="112488" cy="115478"/>
            </a:xfrm>
            <a:custGeom>
              <a:rect b="b" l="l" r="r" t="t"/>
              <a:pathLst>
                <a:path extrusionOk="0" h="115397" w="112409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2" y="0"/>
                    <a:pt x="58869" y="0"/>
                  </a:cubicBezTo>
                  <a:cubicBezTo>
                    <a:pt x="74507" y="0"/>
                    <a:pt x="89224" y="6439"/>
                    <a:pt x="100263" y="17477"/>
                  </a:cubicBezTo>
                  <a:lnTo>
                    <a:pt x="112409" y="35332"/>
                  </a:lnTo>
                  <a:lnTo>
                    <a:pt x="46186" y="115397"/>
                  </a:lnTo>
                  <a:lnTo>
                    <a:pt x="36449" y="113599"/>
                  </a:lnTo>
                  <a:cubicBezTo>
                    <a:pt x="29435" y="110840"/>
                    <a:pt x="22996" y="106701"/>
                    <a:pt x="17477" y="101182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7" name="Google Shape;2757;p40"/>
            <p:cNvSpPr/>
            <p:nvPr/>
          </p:nvSpPr>
          <p:spPr>
            <a:xfrm rot="8716661">
              <a:off x="5881784" y="2341750"/>
              <a:ext cx="26898" cy="32521"/>
            </a:xfrm>
            <a:custGeom>
              <a:rect b="b" l="l" r="r" t="t"/>
              <a:pathLst>
                <a:path extrusionOk="0" h="32498" w="26879">
                  <a:moveTo>
                    <a:pt x="0" y="32498"/>
                  </a:moveTo>
                  <a:lnTo>
                    <a:pt x="10867" y="6761"/>
                  </a:lnTo>
                  <a:lnTo>
                    <a:pt x="26879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8" name="Google Shape;2758;p40"/>
            <p:cNvSpPr/>
            <p:nvPr/>
          </p:nvSpPr>
          <p:spPr>
            <a:xfrm rot="8713740">
              <a:off x="5913861" y="466607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9" name="Google Shape;2759;p40"/>
            <p:cNvSpPr/>
            <p:nvPr/>
          </p:nvSpPr>
          <p:spPr>
            <a:xfrm rot="8713740">
              <a:off x="6003406" y="469534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0" name="Google Shape;2760;p40"/>
            <p:cNvSpPr/>
            <p:nvPr/>
          </p:nvSpPr>
          <p:spPr>
            <a:xfrm rot="8713740">
              <a:off x="5958458" y="4608915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1" name="Google Shape;2761;p40"/>
            <p:cNvSpPr/>
            <p:nvPr/>
          </p:nvSpPr>
          <p:spPr>
            <a:xfrm rot="8713740">
              <a:off x="5801510" y="475439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2" name="Google Shape;2762;p40"/>
            <p:cNvSpPr/>
            <p:nvPr/>
          </p:nvSpPr>
          <p:spPr>
            <a:xfrm rot="8719330">
              <a:off x="5676725" y="454562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3" name="Google Shape;2763;p40"/>
            <p:cNvSpPr/>
            <p:nvPr/>
          </p:nvSpPr>
          <p:spPr>
            <a:xfrm rot="8716661">
              <a:off x="5768287" y="4370449"/>
              <a:ext cx="173111" cy="351076"/>
            </a:xfrm>
            <a:custGeom>
              <a:rect b="b" l="l" r="r" t="t"/>
              <a:pathLst>
                <a:path extrusionOk="0" h="350829" w="172989">
                  <a:moveTo>
                    <a:pt x="25299" y="321238"/>
                  </a:moveTo>
                  <a:cubicBezTo>
                    <a:pt x="5295" y="301822"/>
                    <a:pt x="0" y="268287"/>
                    <a:pt x="0" y="220042"/>
                  </a:cubicBez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9" y="300646"/>
                  </a:cubicBezTo>
                  <a:lnTo>
                    <a:pt x="172989" y="299074"/>
                  </a:lnTo>
                  <a:lnTo>
                    <a:pt x="134278" y="345877"/>
                  </a:lnTo>
                  <a:lnTo>
                    <a:pt x="97665" y="350655"/>
                  </a:lnTo>
                  <a:cubicBezTo>
                    <a:pt x="70602" y="352420"/>
                    <a:pt x="44126" y="340653"/>
                    <a:pt x="25299" y="321238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4" name="Google Shape;2764;p40"/>
            <p:cNvSpPr/>
            <p:nvPr/>
          </p:nvSpPr>
          <p:spPr>
            <a:xfrm rot="8713740">
              <a:off x="5891751" y="479555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5" name="Google Shape;2765;p40"/>
            <p:cNvSpPr/>
            <p:nvPr/>
          </p:nvSpPr>
          <p:spPr>
            <a:xfrm rot="8713740">
              <a:off x="6202960" y="441592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6" name="Google Shape;2766;p40"/>
            <p:cNvSpPr/>
            <p:nvPr/>
          </p:nvSpPr>
          <p:spPr>
            <a:xfrm rot="8713740">
              <a:off x="6292505" y="4445188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7" name="Google Shape;2767;p40"/>
            <p:cNvSpPr/>
            <p:nvPr/>
          </p:nvSpPr>
          <p:spPr>
            <a:xfrm rot="8713740">
              <a:off x="6090609" y="450424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8" name="Google Shape;2768;p40"/>
            <p:cNvSpPr/>
            <p:nvPr/>
          </p:nvSpPr>
          <p:spPr>
            <a:xfrm rot="8719330">
              <a:off x="5965825" y="429546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9" name="Google Shape;2769;p40"/>
            <p:cNvSpPr/>
            <p:nvPr/>
          </p:nvSpPr>
          <p:spPr>
            <a:xfrm rot="8713740">
              <a:off x="6180851" y="454540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0" name="Google Shape;2770;p40"/>
            <p:cNvSpPr/>
            <p:nvPr/>
          </p:nvSpPr>
          <p:spPr>
            <a:xfrm rot="8718291">
              <a:off x="5939456" y="4395596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1" name="Google Shape;2771;p40"/>
            <p:cNvSpPr/>
            <p:nvPr/>
          </p:nvSpPr>
          <p:spPr>
            <a:xfrm rot="7480670">
              <a:off x="6285842" y="473666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2" name="Google Shape;2772;p40"/>
            <p:cNvSpPr/>
            <p:nvPr/>
          </p:nvSpPr>
          <p:spPr>
            <a:xfrm rot="-8510566">
              <a:off x="6390628" y="4703439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3" name="Google Shape;2773;p40"/>
            <p:cNvSpPr/>
            <p:nvPr/>
          </p:nvSpPr>
          <p:spPr>
            <a:xfrm rot="8706722">
              <a:off x="6576211" y="4511769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4" name="Google Shape;2774;p40"/>
            <p:cNvSpPr/>
            <p:nvPr/>
          </p:nvSpPr>
          <p:spPr>
            <a:xfrm rot="8714346">
              <a:off x="6524381" y="440785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5" name="Google Shape;2775;p40"/>
            <p:cNvSpPr/>
            <p:nvPr/>
          </p:nvSpPr>
          <p:spPr>
            <a:xfrm rot="8713740">
              <a:off x="6281072" y="443802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6" name="Google Shape;2776;p40"/>
            <p:cNvSpPr/>
            <p:nvPr/>
          </p:nvSpPr>
          <p:spPr>
            <a:xfrm rot="8714346">
              <a:off x="6458587" y="427883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7" name="Google Shape;2777;p40"/>
            <p:cNvSpPr/>
            <p:nvPr/>
          </p:nvSpPr>
          <p:spPr>
            <a:xfrm rot="8716661">
              <a:off x="5769804" y="3510419"/>
              <a:ext cx="90404" cy="47005"/>
            </a:xfrm>
            <a:custGeom>
              <a:rect b="b" l="l" r="r" t="t"/>
              <a:pathLst>
                <a:path extrusionOk="0" h="46972" w="90341">
                  <a:moveTo>
                    <a:pt x="0" y="44199"/>
                  </a:moveTo>
                  <a:lnTo>
                    <a:pt x="0" y="0"/>
                  </a:lnTo>
                  <a:lnTo>
                    <a:pt x="90341" y="0"/>
                  </a:lnTo>
                  <a:lnTo>
                    <a:pt x="51490" y="46972"/>
                  </a:lnTo>
                  <a:lnTo>
                    <a:pt x="51490" y="4419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8" name="Google Shape;2778;p40"/>
            <p:cNvSpPr/>
            <p:nvPr/>
          </p:nvSpPr>
          <p:spPr>
            <a:xfrm rot="8716661">
              <a:off x="5792509" y="3203433"/>
              <a:ext cx="140756" cy="113139"/>
            </a:xfrm>
            <a:custGeom>
              <a:rect b="b" l="l" r="r" t="t"/>
              <a:pathLst>
                <a:path extrusionOk="0" h="113060" w="140657">
                  <a:moveTo>
                    <a:pt x="81109" y="113060"/>
                  </a:moveTo>
                  <a:lnTo>
                    <a:pt x="81108" y="69717"/>
                  </a:lnTo>
                  <a:cubicBezTo>
                    <a:pt x="81108" y="68350"/>
                    <a:pt x="81109" y="66983"/>
                    <a:pt x="81108" y="65616"/>
                  </a:cubicBezTo>
                  <a:cubicBezTo>
                    <a:pt x="79741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12891" y="0"/>
                    <a:pt x="131089" y="8971"/>
                    <a:pt x="138458" y="27874"/>
                  </a:cubicBezTo>
                  <a:lnTo>
                    <a:pt x="140657" y="41065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9" name="Google Shape;2779;p40"/>
            <p:cNvSpPr/>
            <p:nvPr/>
          </p:nvSpPr>
          <p:spPr>
            <a:xfrm rot="8713740">
              <a:off x="5847820" y="312451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0" name="Google Shape;2780;p40"/>
            <p:cNvSpPr/>
            <p:nvPr/>
          </p:nvSpPr>
          <p:spPr>
            <a:xfrm rot="8716661">
              <a:off x="5773426" y="3354470"/>
              <a:ext cx="103508" cy="77003"/>
            </a:xfrm>
            <a:custGeom>
              <a:rect b="b" l="l" r="r" t="t"/>
              <a:pathLst>
                <a:path extrusionOk="0" h="76949" w="103435">
                  <a:moveTo>
                    <a:pt x="43288" y="76949"/>
                  </a:move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423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1" name="Google Shape;2781;p40"/>
            <p:cNvSpPr/>
            <p:nvPr/>
          </p:nvSpPr>
          <p:spPr>
            <a:xfrm rot="7480670">
              <a:off x="5841157" y="341599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2" name="Google Shape;2782;p40"/>
            <p:cNvSpPr/>
            <p:nvPr/>
          </p:nvSpPr>
          <p:spPr>
            <a:xfrm rot="-8510566">
              <a:off x="5945943" y="3382766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3" name="Google Shape;2783;p40"/>
            <p:cNvSpPr/>
            <p:nvPr/>
          </p:nvSpPr>
          <p:spPr>
            <a:xfrm rot="8706722">
              <a:off x="6131526" y="3191096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4" name="Google Shape;2784;p40"/>
            <p:cNvSpPr/>
            <p:nvPr/>
          </p:nvSpPr>
          <p:spPr>
            <a:xfrm rot="8714346">
              <a:off x="6079696" y="308718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5" name="Google Shape;2785;p40"/>
            <p:cNvSpPr/>
            <p:nvPr/>
          </p:nvSpPr>
          <p:spPr>
            <a:xfrm rot="8713740">
              <a:off x="5836387" y="311735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6" name="Google Shape;2786;p40"/>
            <p:cNvSpPr/>
            <p:nvPr/>
          </p:nvSpPr>
          <p:spPr>
            <a:xfrm rot="8714346">
              <a:off x="6013902" y="2958163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7" name="Google Shape;2787;p40"/>
            <p:cNvSpPr/>
            <p:nvPr/>
          </p:nvSpPr>
          <p:spPr>
            <a:xfrm rot="8716661">
              <a:off x="5720061" y="4097282"/>
              <a:ext cx="142268" cy="131178"/>
            </a:xfrm>
            <a:custGeom>
              <a:rect b="b" l="l" r="r" t="t"/>
              <a:pathLst>
                <a:path extrusionOk="0" h="131086" w="142168">
                  <a:moveTo>
                    <a:pt x="81108" y="131086"/>
                  </a:moveTo>
                  <a:lnTo>
                    <a:pt x="81108" y="69717"/>
                  </a:lnTo>
                  <a:cubicBezTo>
                    <a:pt x="81108" y="68350"/>
                    <a:pt x="81109" y="66983"/>
                    <a:pt x="81108" y="65616"/>
                  </a:cubicBezTo>
                  <a:cubicBezTo>
                    <a:pt x="79741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9"/>
                    <a:pt x="142167" y="50123"/>
                  </a:cubicBezTo>
                  <a:lnTo>
                    <a:pt x="142168" y="57264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8" name="Google Shape;2788;p40"/>
            <p:cNvSpPr/>
            <p:nvPr/>
          </p:nvSpPr>
          <p:spPr>
            <a:xfrm rot="8713740">
              <a:off x="5781888" y="4034366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9" name="Google Shape;2789;p40"/>
            <p:cNvSpPr/>
            <p:nvPr/>
          </p:nvSpPr>
          <p:spPr>
            <a:xfrm rot="8713740">
              <a:off x="5736940" y="3947941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0" name="Google Shape;2790;p40"/>
            <p:cNvSpPr/>
            <p:nvPr/>
          </p:nvSpPr>
          <p:spPr>
            <a:xfrm rot="8716661">
              <a:off x="5702357" y="4247887"/>
              <a:ext cx="103508" cy="95041"/>
            </a:xfrm>
            <a:custGeom>
              <a:rect b="b" l="l" r="r" t="t"/>
              <a:pathLst>
                <a:path extrusionOk="0" h="94974" w="103435">
                  <a:moveTo>
                    <a:pt x="43288" y="94974"/>
                  </a:move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22255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1" name="Google Shape;2791;p40"/>
            <p:cNvSpPr/>
            <p:nvPr/>
          </p:nvSpPr>
          <p:spPr>
            <a:xfrm rot="8713740">
              <a:off x="5981442" y="3754952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2" name="Google Shape;2792;p40"/>
            <p:cNvSpPr/>
            <p:nvPr/>
          </p:nvSpPr>
          <p:spPr>
            <a:xfrm rot="8713740">
              <a:off x="6070987" y="3784214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3" name="Google Shape;2793;p40"/>
            <p:cNvSpPr/>
            <p:nvPr/>
          </p:nvSpPr>
          <p:spPr>
            <a:xfrm rot="8713740">
              <a:off x="5869091" y="384327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4" name="Google Shape;2794;p40"/>
            <p:cNvSpPr/>
            <p:nvPr/>
          </p:nvSpPr>
          <p:spPr>
            <a:xfrm rot="8719330">
              <a:off x="5744307" y="363449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5" name="Google Shape;2795;p40"/>
            <p:cNvSpPr/>
            <p:nvPr/>
          </p:nvSpPr>
          <p:spPr>
            <a:xfrm rot="8713740">
              <a:off x="5959333" y="3884432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6" name="Google Shape;2796;p40"/>
            <p:cNvSpPr/>
            <p:nvPr/>
          </p:nvSpPr>
          <p:spPr>
            <a:xfrm rot="8716661">
              <a:off x="5756202" y="3750435"/>
              <a:ext cx="38957" cy="44535"/>
            </a:xfrm>
            <a:custGeom>
              <a:rect b="b" l="l" r="r" t="t"/>
              <a:pathLst>
                <a:path extrusionOk="0" h="44504" w="38930">
                  <a:moveTo>
                    <a:pt x="2222" y="44504"/>
                  </a:moveTo>
                  <a:lnTo>
                    <a:pt x="0" y="39242"/>
                  </a:lnTo>
                  <a:lnTo>
                    <a:pt x="0" y="38638"/>
                  </a:lnTo>
                  <a:cubicBezTo>
                    <a:pt x="0" y="28375"/>
                    <a:pt x="4226" y="18716"/>
                    <a:pt x="11471" y="11471"/>
                  </a:cubicBezTo>
                  <a:cubicBezTo>
                    <a:pt x="18716" y="4226"/>
                    <a:pt x="28376" y="0"/>
                    <a:pt x="38638" y="0"/>
                  </a:cubicBezTo>
                  <a:lnTo>
                    <a:pt x="38930" y="1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7" name="Google Shape;2797;p40"/>
            <p:cNvSpPr/>
            <p:nvPr/>
          </p:nvSpPr>
          <p:spPr>
            <a:xfrm rot="7480670">
              <a:off x="6064324" y="407569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8" name="Google Shape;2798;p40"/>
            <p:cNvSpPr/>
            <p:nvPr/>
          </p:nvSpPr>
          <p:spPr>
            <a:xfrm rot="-8510566">
              <a:off x="6169110" y="4042465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9" name="Google Shape;2799;p40"/>
            <p:cNvSpPr/>
            <p:nvPr/>
          </p:nvSpPr>
          <p:spPr>
            <a:xfrm rot="8706722">
              <a:off x="6354693" y="3850795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0" name="Google Shape;2800;p40"/>
            <p:cNvSpPr/>
            <p:nvPr/>
          </p:nvSpPr>
          <p:spPr>
            <a:xfrm rot="8714346">
              <a:off x="6302863" y="3746883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1" name="Google Shape;2801;p40"/>
            <p:cNvSpPr/>
            <p:nvPr/>
          </p:nvSpPr>
          <p:spPr>
            <a:xfrm rot="8713740">
              <a:off x="6059554" y="377705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2" name="Google Shape;2802;p40"/>
            <p:cNvSpPr/>
            <p:nvPr/>
          </p:nvSpPr>
          <p:spPr>
            <a:xfrm rot="8714346">
              <a:off x="6237069" y="3617862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3" name="Google Shape;2803;p40"/>
            <p:cNvSpPr/>
            <p:nvPr/>
          </p:nvSpPr>
          <p:spPr>
            <a:xfrm rot="8716661">
              <a:off x="5646293" y="5012052"/>
              <a:ext cx="61171" cy="44230"/>
            </a:xfrm>
            <a:custGeom>
              <a:rect b="b" l="l" r="r" t="t"/>
              <a:pathLst>
                <a:path extrusionOk="0" h="44199" w="61128">
                  <a:moveTo>
                    <a:pt x="0" y="44199"/>
                  </a:moveTo>
                  <a:lnTo>
                    <a:pt x="0" y="0"/>
                  </a:lnTo>
                  <a:lnTo>
                    <a:pt x="61128" y="0"/>
                  </a:lnTo>
                  <a:lnTo>
                    <a:pt x="24570" y="4419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4" name="Google Shape;2804;p40"/>
            <p:cNvSpPr/>
            <p:nvPr/>
          </p:nvSpPr>
          <p:spPr>
            <a:xfrm rot="8716661">
              <a:off x="5686293" y="4948075"/>
              <a:ext cx="225340" cy="162954"/>
            </a:xfrm>
            <a:custGeom>
              <a:rect b="b" l="l" r="r" t="t"/>
              <a:pathLst>
                <a:path extrusionOk="0" h="162840" w="225182">
                  <a:moveTo>
                    <a:pt x="6986" y="162840"/>
                  </a:moveTo>
                  <a:lnTo>
                    <a:pt x="0" y="153167"/>
                  </a:lnTo>
                  <a:lnTo>
                    <a:pt x="127370" y="33321"/>
                  </a:lnTo>
                  <a:cubicBezTo>
                    <a:pt x="143493" y="14511"/>
                    <a:pt x="166602" y="2687"/>
                    <a:pt x="191862" y="0"/>
                  </a:cubicBezTo>
                  <a:lnTo>
                    <a:pt x="196795" y="1164"/>
                  </a:lnTo>
                  <a:lnTo>
                    <a:pt x="219028" y="16575"/>
                  </a:lnTo>
                  <a:lnTo>
                    <a:pt x="225182" y="39770"/>
                  </a:lnTo>
                  <a:cubicBezTo>
                    <a:pt x="223570" y="58580"/>
                    <a:pt x="211208" y="74165"/>
                    <a:pt x="194012" y="81689"/>
                  </a:cubicBezTo>
                  <a:lnTo>
                    <a:pt x="194548" y="8168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5" name="Google Shape;2805;p40"/>
            <p:cNvSpPr/>
            <p:nvPr/>
          </p:nvSpPr>
          <p:spPr>
            <a:xfrm rot="8716661">
              <a:off x="5646103" y="4843128"/>
              <a:ext cx="103336" cy="109837"/>
            </a:xfrm>
            <a:custGeom>
              <a:rect b="b" l="l" r="r" t="t"/>
              <a:pathLst>
                <a:path extrusionOk="0" h="109760" w="103263">
                  <a:moveTo>
                    <a:pt x="17478" y="101182"/>
                  </a:moveTo>
                  <a:cubicBezTo>
                    <a:pt x="6440" y="90144"/>
                    <a:pt x="0" y="75426"/>
                    <a:pt x="0" y="59790"/>
                  </a:cubicBezTo>
                  <a:lnTo>
                    <a:pt x="0" y="58869"/>
                  </a:lnTo>
                  <a:cubicBezTo>
                    <a:pt x="0" y="43232"/>
                    <a:pt x="6439" y="28515"/>
                    <a:pt x="17477" y="17477"/>
                  </a:cubicBezTo>
                  <a:cubicBezTo>
                    <a:pt x="28515" y="6439"/>
                    <a:pt x="43232" y="0"/>
                    <a:pt x="58869" y="0"/>
                  </a:cubicBezTo>
                  <a:cubicBezTo>
                    <a:pt x="74507" y="0"/>
                    <a:pt x="89224" y="6440"/>
                    <a:pt x="100262" y="17478"/>
                  </a:cubicBezTo>
                  <a:lnTo>
                    <a:pt x="103263" y="21889"/>
                  </a:lnTo>
                  <a:lnTo>
                    <a:pt x="30583" y="10976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6" name="Google Shape;2806;p40"/>
            <p:cNvSpPr/>
            <p:nvPr/>
          </p:nvSpPr>
          <p:spPr>
            <a:xfrm rot="8716661">
              <a:off x="5912033" y="5052634"/>
              <a:ext cx="200077" cy="162296"/>
            </a:xfrm>
            <a:custGeom>
              <a:rect b="b" l="l" r="r" t="t"/>
              <a:pathLst>
                <a:path extrusionOk="0" h="162182" w="199936">
                  <a:moveTo>
                    <a:pt x="25299" y="132591"/>
                  </a:moveTo>
                  <a:cubicBezTo>
                    <a:pt x="5295" y="113175"/>
                    <a:pt x="0" y="79640"/>
                    <a:pt x="0" y="31395"/>
                  </a:cubicBezTo>
                  <a:lnTo>
                    <a:pt x="0" y="0"/>
                  </a:lnTo>
                  <a:lnTo>
                    <a:pt x="92209" y="63916"/>
                  </a:lnTo>
                  <a:lnTo>
                    <a:pt x="93547" y="73168"/>
                  </a:lnTo>
                  <a:cubicBezTo>
                    <a:pt x="98254" y="86111"/>
                    <a:pt x="106638" y="95819"/>
                    <a:pt x="118478" y="102291"/>
                  </a:cubicBezTo>
                  <a:lnTo>
                    <a:pt x="160439" y="111210"/>
                  </a:lnTo>
                  <a:lnTo>
                    <a:pt x="199936" y="138589"/>
                  </a:lnTo>
                  <a:lnTo>
                    <a:pt x="189080" y="143328"/>
                  </a:lnTo>
                  <a:cubicBezTo>
                    <a:pt x="154735" y="155095"/>
                    <a:pt x="122082" y="160537"/>
                    <a:pt x="97665" y="162008"/>
                  </a:cubicBezTo>
                  <a:cubicBezTo>
                    <a:pt x="70602" y="163773"/>
                    <a:pt x="44126" y="152006"/>
                    <a:pt x="25299" y="132591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7" name="Google Shape;2807;p40"/>
            <p:cNvSpPr/>
            <p:nvPr/>
          </p:nvSpPr>
          <p:spPr>
            <a:xfrm rot="8716661">
              <a:off x="6391272" y="5109008"/>
              <a:ext cx="48788" cy="53114"/>
            </a:xfrm>
            <a:custGeom>
              <a:rect b="b" l="l" r="r" t="t"/>
              <a:pathLst>
                <a:path extrusionOk="0" h="53077" w="48754">
                  <a:moveTo>
                    <a:pt x="0" y="53077"/>
                  </a:moveTo>
                  <a:lnTo>
                    <a:pt x="0" y="0"/>
                  </a:lnTo>
                  <a:lnTo>
                    <a:pt x="48754" y="33794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8" name="Google Shape;2808;p40"/>
            <p:cNvSpPr/>
            <p:nvPr/>
          </p:nvSpPr>
          <p:spPr>
            <a:xfrm rot="8716661">
              <a:off x="6603954" y="5086258"/>
              <a:ext cx="59149" cy="81328"/>
            </a:xfrm>
            <a:custGeom>
              <a:rect b="b" l="l" r="r" t="t"/>
              <a:pathLst>
                <a:path extrusionOk="0" h="81271" w="59107">
                  <a:moveTo>
                    <a:pt x="0" y="81271"/>
                  </a:moveTo>
                  <a:lnTo>
                    <a:pt x="0" y="0"/>
                  </a:lnTo>
                  <a:lnTo>
                    <a:pt x="59107" y="40971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9" name="Google Shape;2809;p40"/>
            <p:cNvSpPr/>
            <p:nvPr/>
          </p:nvSpPr>
          <p:spPr>
            <a:xfrm rot="8716661">
              <a:off x="6183801" y="4952634"/>
              <a:ext cx="203080" cy="196012"/>
            </a:xfrm>
            <a:custGeom>
              <a:rect b="b" l="l" r="r" t="t"/>
              <a:pathLst>
                <a:path extrusionOk="0" h="195874" w="202937">
                  <a:moveTo>
                    <a:pt x="90709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123124" y="0"/>
                  </a:lnTo>
                  <a:lnTo>
                    <a:pt x="20293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0" name="Google Shape;2810;p40"/>
            <p:cNvSpPr/>
            <p:nvPr/>
          </p:nvSpPr>
          <p:spPr>
            <a:xfrm rot="8718291">
              <a:off x="6161472" y="5053173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1" name="Google Shape;2811;p40"/>
            <p:cNvSpPr/>
            <p:nvPr/>
          </p:nvSpPr>
          <p:spPr>
            <a:xfrm rot="8716661">
              <a:off x="6931552" y="5125538"/>
              <a:ext cx="28988" cy="21157"/>
            </a:xfrm>
            <a:custGeom>
              <a:rect b="b" l="l" r="r" t="t"/>
              <a:pathLst>
                <a:path extrusionOk="0" h="21142" w="28968">
                  <a:moveTo>
                    <a:pt x="6986" y="21142"/>
                  </a:moveTo>
                  <a:lnTo>
                    <a:pt x="0" y="11469"/>
                  </a:lnTo>
                  <a:lnTo>
                    <a:pt x="12189" y="0"/>
                  </a:lnTo>
                  <a:lnTo>
                    <a:pt x="28968" y="11631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2" name="Google Shape;2812;p40"/>
            <p:cNvSpPr/>
            <p:nvPr/>
          </p:nvSpPr>
          <p:spPr>
            <a:xfrm rot="8716661">
              <a:off x="6737847" y="5060504"/>
              <a:ext cx="113771" cy="106547"/>
            </a:xfrm>
            <a:custGeom>
              <a:rect b="b" l="l" r="r" t="t"/>
              <a:pathLst>
                <a:path extrusionOk="0" h="106472" w="113691">
                  <a:moveTo>
                    <a:pt x="17478" y="89915"/>
                  </a:moveTo>
                  <a:cubicBezTo>
                    <a:pt x="6440" y="78877"/>
                    <a:pt x="0" y="64159"/>
                    <a:pt x="0" y="48523"/>
                  </a:cubicBezTo>
                  <a:lnTo>
                    <a:pt x="0" y="47602"/>
                  </a:lnTo>
                  <a:cubicBezTo>
                    <a:pt x="0" y="31965"/>
                    <a:pt x="6439" y="17248"/>
                    <a:pt x="17477" y="6210"/>
                  </a:cubicBezTo>
                  <a:lnTo>
                    <a:pt x="32186" y="0"/>
                  </a:lnTo>
                  <a:lnTo>
                    <a:pt x="113691" y="56496"/>
                  </a:lnTo>
                  <a:lnTo>
                    <a:pt x="100263" y="88995"/>
                  </a:lnTo>
                  <a:cubicBezTo>
                    <a:pt x="89224" y="100033"/>
                    <a:pt x="74507" y="106471"/>
                    <a:pt x="58869" y="106472"/>
                  </a:cubicBezTo>
                  <a:cubicBezTo>
                    <a:pt x="43233" y="106472"/>
                    <a:pt x="28515" y="100952"/>
                    <a:pt x="17478" y="8991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3" name="Google Shape;2813;p40"/>
            <p:cNvSpPr/>
            <p:nvPr/>
          </p:nvSpPr>
          <p:spPr>
            <a:xfrm rot="8716661">
              <a:off x="6498335" y="5093311"/>
              <a:ext cx="58252" cy="57037"/>
            </a:xfrm>
            <a:custGeom>
              <a:rect b="b" l="l" r="r" t="t"/>
              <a:pathLst>
                <a:path extrusionOk="0" h="56997" w="58211">
                  <a:moveTo>
                    <a:pt x="8658" y="48794"/>
                  </a:moveTo>
                  <a:cubicBezTo>
                    <a:pt x="3190" y="43327"/>
                    <a:pt x="0" y="36035"/>
                    <a:pt x="0" y="28290"/>
                  </a:cubicBezTo>
                  <a:lnTo>
                    <a:pt x="0" y="27833"/>
                  </a:lnTo>
                  <a:cubicBezTo>
                    <a:pt x="0" y="20088"/>
                    <a:pt x="3190" y="12797"/>
                    <a:pt x="8658" y="7329"/>
                  </a:cubicBezTo>
                  <a:lnTo>
                    <a:pt x="26015" y="0"/>
                  </a:lnTo>
                  <a:lnTo>
                    <a:pt x="55042" y="20120"/>
                  </a:lnTo>
                  <a:lnTo>
                    <a:pt x="58211" y="27663"/>
                  </a:lnTo>
                  <a:cubicBezTo>
                    <a:pt x="58212" y="35125"/>
                    <a:pt x="55364" y="42643"/>
                    <a:pt x="49668" y="48339"/>
                  </a:cubicBezTo>
                  <a:cubicBezTo>
                    <a:pt x="44200" y="53807"/>
                    <a:pt x="36909" y="56996"/>
                    <a:pt x="29163" y="56997"/>
                  </a:cubicBezTo>
                  <a:cubicBezTo>
                    <a:pt x="21416" y="56996"/>
                    <a:pt x="14126" y="54262"/>
                    <a:pt x="8658" y="48794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4" name="Google Shape;2814;p40"/>
            <p:cNvSpPr/>
            <p:nvPr/>
          </p:nvSpPr>
          <p:spPr>
            <a:xfrm rot="8714346">
              <a:off x="6680603" y="4936413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5" name="Google Shape;2815;p40"/>
            <p:cNvSpPr/>
            <p:nvPr/>
          </p:nvSpPr>
          <p:spPr>
            <a:xfrm rot="8713740">
              <a:off x="6106634" y="219948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6" name="Google Shape;2816;p40"/>
            <p:cNvSpPr/>
            <p:nvPr/>
          </p:nvSpPr>
          <p:spPr>
            <a:xfrm rot="8713740">
              <a:off x="6196179" y="222874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7" name="Google Shape;2817;p40"/>
            <p:cNvSpPr/>
            <p:nvPr/>
          </p:nvSpPr>
          <p:spPr>
            <a:xfrm rot="8713740">
              <a:off x="6151231" y="2142324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8" name="Google Shape;2818;p40"/>
            <p:cNvSpPr/>
            <p:nvPr/>
          </p:nvSpPr>
          <p:spPr>
            <a:xfrm rot="8713740">
              <a:off x="5994283" y="228780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9" name="Google Shape;2819;p40"/>
            <p:cNvSpPr/>
            <p:nvPr/>
          </p:nvSpPr>
          <p:spPr>
            <a:xfrm rot="8719330">
              <a:off x="5869498" y="207902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0" name="Google Shape;2820;p40"/>
            <p:cNvSpPr/>
            <p:nvPr/>
          </p:nvSpPr>
          <p:spPr>
            <a:xfrm rot="8716661">
              <a:off x="5980541" y="1897767"/>
              <a:ext cx="151726" cy="351076"/>
            </a:xfrm>
            <a:custGeom>
              <a:rect b="b" l="l" r="r" t="t"/>
              <a:pathLst>
                <a:path extrusionOk="0" h="350829" w="151619">
                  <a:moveTo>
                    <a:pt x="25299" y="321238"/>
                  </a:moveTo>
                  <a:cubicBezTo>
                    <a:pt x="5295" y="301823"/>
                    <a:pt x="0" y="268287"/>
                    <a:pt x="0" y="220042"/>
                  </a:cubicBez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98254" y="274758"/>
                    <a:pt x="106638" y="284466"/>
                    <a:pt x="118478" y="290938"/>
                  </a:cubicBezTo>
                  <a:lnTo>
                    <a:pt x="151619" y="297983"/>
                  </a:lnTo>
                  <a:lnTo>
                    <a:pt x="109310" y="349136"/>
                  </a:lnTo>
                  <a:lnTo>
                    <a:pt x="97665" y="350655"/>
                  </a:lnTo>
                  <a:cubicBezTo>
                    <a:pt x="70602" y="352420"/>
                    <a:pt x="44126" y="340653"/>
                    <a:pt x="25299" y="321238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1" name="Google Shape;2821;p40"/>
            <p:cNvSpPr/>
            <p:nvPr/>
          </p:nvSpPr>
          <p:spPr>
            <a:xfrm rot="8713740">
              <a:off x="6084524" y="232896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2" name="Google Shape;2822;p40"/>
            <p:cNvSpPr/>
            <p:nvPr/>
          </p:nvSpPr>
          <p:spPr>
            <a:xfrm rot="8713740">
              <a:off x="6395733" y="194933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3" name="Google Shape;2823;p40"/>
            <p:cNvSpPr/>
            <p:nvPr/>
          </p:nvSpPr>
          <p:spPr>
            <a:xfrm rot="8713740">
              <a:off x="6485278" y="1978597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4" name="Google Shape;2824;p40"/>
            <p:cNvSpPr/>
            <p:nvPr/>
          </p:nvSpPr>
          <p:spPr>
            <a:xfrm rot="8713740">
              <a:off x="6283382" y="203765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5" name="Google Shape;2825;p40"/>
            <p:cNvSpPr/>
            <p:nvPr/>
          </p:nvSpPr>
          <p:spPr>
            <a:xfrm rot="8719330">
              <a:off x="6158598" y="182887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6" name="Google Shape;2826;p40"/>
            <p:cNvSpPr/>
            <p:nvPr/>
          </p:nvSpPr>
          <p:spPr>
            <a:xfrm rot="8713740">
              <a:off x="6373624" y="207881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7" name="Google Shape;2827;p40"/>
            <p:cNvSpPr/>
            <p:nvPr/>
          </p:nvSpPr>
          <p:spPr>
            <a:xfrm rot="8718291">
              <a:off x="6132229" y="1929005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8" name="Google Shape;2828;p40"/>
            <p:cNvSpPr/>
            <p:nvPr/>
          </p:nvSpPr>
          <p:spPr>
            <a:xfrm rot="7480670">
              <a:off x="6478615" y="227007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9" name="Google Shape;2829;p40"/>
            <p:cNvSpPr/>
            <p:nvPr/>
          </p:nvSpPr>
          <p:spPr>
            <a:xfrm rot="-8510566">
              <a:off x="6583401" y="2236848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0" name="Google Shape;2830;p40"/>
            <p:cNvSpPr/>
            <p:nvPr/>
          </p:nvSpPr>
          <p:spPr>
            <a:xfrm rot="8706722">
              <a:off x="6768984" y="2045178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1" name="Google Shape;2831;p40"/>
            <p:cNvSpPr/>
            <p:nvPr/>
          </p:nvSpPr>
          <p:spPr>
            <a:xfrm rot="8714346">
              <a:off x="6717154" y="194126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2" name="Google Shape;2832;p40"/>
            <p:cNvSpPr/>
            <p:nvPr/>
          </p:nvSpPr>
          <p:spPr>
            <a:xfrm rot="8713740">
              <a:off x="6473845" y="197143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3" name="Google Shape;2833;p40"/>
            <p:cNvSpPr/>
            <p:nvPr/>
          </p:nvSpPr>
          <p:spPr>
            <a:xfrm rot="8714346">
              <a:off x="6651360" y="181224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4" name="Google Shape;2834;p40"/>
            <p:cNvSpPr/>
            <p:nvPr/>
          </p:nvSpPr>
          <p:spPr>
            <a:xfrm rot="8713740">
              <a:off x="6329801" y="285918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5" name="Google Shape;2835;p40"/>
            <p:cNvSpPr/>
            <p:nvPr/>
          </p:nvSpPr>
          <p:spPr>
            <a:xfrm rot="8713740">
              <a:off x="6419346" y="2888448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6" name="Google Shape;2836;p40"/>
            <p:cNvSpPr/>
            <p:nvPr/>
          </p:nvSpPr>
          <p:spPr>
            <a:xfrm rot="8713740">
              <a:off x="6374398" y="2802023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7" name="Google Shape;2837;p40"/>
            <p:cNvSpPr/>
            <p:nvPr/>
          </p:nvSpPr>
          <p:spPr>
            <a:xfrm rot="8713740">
              <a:off x="6217450" y="294750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8" name="Google Shape;2838;p40"/>
            <p:cNvSpPr/>
            <p:nvPr/>
          </p:nvSpPr>
          <p:spPr>
            <a:xfrm rot="8719330">
              <a:off x="6092665" y="273872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9" name="Google Shape;2839;p40"/>
            <p:cNvSpPr/>
            <p:nvPr/>
          </p:nvSpPr>
          <p:spPr>
            <a:xfrm rot="8713013">
              <a:off x="6080234" y="2600105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0" name="Google Shape;2840;p40"/>
            <p:cNvSpPr/>
            <p:nvPr/>
          </p:nvSpPr>
          <p:spPr>
            <a:xfrm rot="8713740">
              <a:off x="6307691" y="298866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1" name="Google Shape;2841;p40"/>
            <p:cNvSpPr/>
            <p:nvPr/>
          </p:nvSpPr>
          <p:spPr>
            <a:xfrm rot="8713740">
              <a:off x="6618900" y="2609034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2" name="Google Shape;2842;p40"/>
            <p:cNvSpPr/>
            <p:nvPr/>
          </p:nvSpPr>
          <p:spPr>
            <a:xfrm rot="8713740">
              <a:off x="6708445" y="2638296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3" name="Google Shape;2843;p40"/>
            <p:cNvSpPr/>
            <p:nvPr/>
          </p:nvSpPr>
          <p:spPr>
            <a:xfrm rot="8713740">
              <a:off x="6506549" y="2697352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4" name="Google Shape;2844;p40"/>
            <p:cNvSpPr/>
            <p:nvPr/>
          </p:nvSpPr>
          <p:spPr>
            <a:xfrm rot="8719330">
              <a:off x="6381765" y="248857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5" name="Google Shape;2845;p40"/>
            <p:cNvSpPr/>
            <p:nvPr/>
          </p:nvSpPr>
          <p:spPr>
            <a:xfrm rot="8713740">
              <a:off x="6596791" y="2738514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6" name="Google Shape;2846;p40"/>
            <p:cNvSpPr/>
            <p:nvPr/>
          </p:nvSpPr>
          <p:spPr>
            <a:xfrm rot="8718291">
              <a:off x="6355396" y="2588704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7" name="Google Shape;2847;p40"/>
            <p:cNvSpPr/>
            <p:nvPr/>
          </p:nvSpPr>
          <p:spPr>
            <a:xfrm rot="7480670">
              <a:off x="6701782" y="292977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8" name="Google Shape;2848;p40"/>
            <p:cNvSpPr/>
            <p:nvPr/>
          </p:nvSpPr>
          <p:spPr>
            <a:xfrm rot="-8510566">
              <a:off x="6806568" y="2896547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9" name="Google Shape;2849;p40"/>
            <p:cNvSpPr/>
            <p:nvPr/>
          </p:nvSpPr>
          <p:spPr>
            <a:xfrm rot="8706722">
              <a:off x="6992151" y="2704877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0" name="Google Shape;2850;p40"/>
            <p:cNvSpPr/>
            <p:nvPr/>
          </p:nvSpPr>
          <p:spPr>
            <a:xfrm rot="8714346">
              <a:off x="6940321" y="260096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1" name="Google Shape;2851;p40"/>
            <p:cNvSpPr/>
            <p:nvPr/>
          </p:nvSpPr>
          <p:spPr>
            <a:xfrm rot="8713740">
              <a:off x="6697012" y="263113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2" name="Google Shape;2852;p40"/>
            <p:cNvSpPr/>
            <p:nvPr/>
          </p:nvSpPr>
          <p:spPr>
            <a:xfrm rot="8714346">
              <a:off x="6874527" y="247194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3" name="Google Shape;2853;p40"/>
            <p:cNvSpPr/>
            <p:nvPr/>
          </p:nvSpPr>
          <p:spPr>
            <a:xfrm rot="8713740">
              <a:off x="6993156" y="483825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4" name="Google Shape;2854;p40"/>
            <p:cNvSpPr/>
            <p:nvPr/>
          </p:nvSpPr>
          <p:spPr>
            <a:xfrm rot="8713740">
              <a:off x="7082701" y="4867517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5" name="Google Shape;2855;p40"/>
            <p:cNvSpPr/>
            <p:nvPr/>
          </p:nvSpPr>
          <p:spPr>
            <a:xfrm rot="8713740">
              <a:off x="7037753" y="4781092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6" name="Google Shape;2856;p40"/>
            <p:cNvSpPr/>
            <p:nvPr/>
          </p:nvSpPr>
          <p:spPr>
            <a:xfrm rot="8713740">
              <a:off x="6880805" y="492657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7" name="Google Shape;2857;p40"/>
            <p:cNvSpPr/>
            <p:nvPr/>
          </p:nvSpPr>
          <p:spPr>
            <a:xfrm rot="8719330">
              <a:off x="6756020" y="471779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8" name="Google Shape;2858;p40"/>
            <p:cNvSpPr/>
            <p:nvPr/>
          </p:nvSpPr>
          <p:spPr>
            <a:xfrm rot="8713013">
              <a:off x="6743589" y="4579174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9" name="Google Shape;2859;p40"/>
            <p:cNvSpPr/>
            <p:nvPr/>
          </p:nvSpPr>
          <p:spPr>
            <a:xfrm rot="8716661">
              <a:off x="6967201" y="4967999"/>
              <a:ext cx="103508" cy="217320"/>
            </a:xfrm>
            <a:custGeom>
              <a:rect b="b" l="l" r="r" t="t"/>
              <a:pathLst>
                <a:path extrusionOk="0" h="217167" w="103435">
                  <a:moveTo>
                    <a:pt x="0" y="14397"/>
                  </a:moveTo>
                  <a:lnTo>
                    <a:pt x="0" y="271"/>
                  </a:lnTo>
                  <a:lnTo>
                    <a:pt x="12306" y="0"/>
                  </a:lnTo>
                  <a:lnTo>
                    <a:pt x="33075" y="14397"/>
                  </a:lnTo>
                  <a:close/>
                  <a:moveTo>
                    <a:pt x="103435" y="217167"/>
                  </a:moveTo>
                  <a:lnTo>
                    <a:pt x="43288" y="159297"/>
                  </a:lnTo>
                  <a:lnTo>
                    <a:pt x="43288" y="21477"/>
                  </a:lnTo>
                  <a:lnTo>
                    <a:pt x="103435" y="6316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0" name="Google Shape;2860;p40"/>
            <p:cNvSpPr/>
            <p:nvPr/>
          </p:nvSpPr>
          <p:spPr>
            <a:xfrm rot="8713740">
              <a:off x="7282255" y="458810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1" name="Google Shape;2861;p40"/>
            <p:cNvSpPr/>
            <p:nvPr/>
          </p:nvSpPr>
          <p:spPr>
            <a:xfrm rot="8713740">
              <a:off x="7371800" y="461736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2" name="Google Shape;2862;p40"/>
            <p:cNvSpPr/>
            <p:nvPr/>
          </p:nvSpPr>
          <p:spPr>
            <a:xfrm rot="8713740">
              <a:off x="7169904" y="467642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3" name="Google Shape;2863;p40"/>
            <p:cNvSpPr/>
            <p:nvPr/>
          </p:nvSpPr>
          <p:spPr>
            <a:xfrm rot="8719330">
              <a:off x="7045120" y="446764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4" name="Google Shape;2864;p40"/>
            <p:cNvSpPr/>
            <p:nvPr/>
          </p:nvSpPr>
          <p:spPr>
            <a:xfrm rot="8713740">
              <a:off x="7260146" y="471758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5" name="Google Shape;2865;p40"/>
            <p:cNvSpPr/>
            <p:nvPr/>
          </p:nvSpPr>
          <p:spPr>
            <a:xfrm rot="8718291">
              <a:off x="7018751" y="4567773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6" name="Google Shape;2866;p40"/>
            <p:cNvSpPr/>
            <p:nvPr/>
          </p:nvSpPr>
          <p:spPr>
            <a:xfrm rot="7483339">
              <a:off x="7360643" y="4909306"/>
              <a:ext cx="203990" cy="196012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199801" y="0"/>
                  </a:lnTo>
                  <a:lnTo>
                    <a:pt x="203847" y="5835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7" name="Google Shape;2867;p40"/>
            <p:cNvSpPr/>
            <p:nvPr/>
          </p:nvSpPr>
          <p:spPr>
            <a:xfrm rot="-8513943">
              <a:off x="7492254" y="4879400"/>
              <a:ext cx="272783" cy="252521"/>
            </a:xfrm>
            <a:custGeom>
              <a:rect b="b" l="l" r="r" t="t"/>
              <a:pathLst>
                <a:path extrusionOk="0" h="252337" w="272584">
                  <a:moveTo>
                    <a:pt x="272584" y="181545"/>
                  </a:moveTo>
                  <a:cubicBezTo>
                    <a:pt x="214095" y="231758"/>
                    <a:pt x="137395" y="249415"/>
                    <a:pt x="91597" y="252174"/>
                  </a:cubicBezTo>
                  <a:cubicBezTo>
                    <a:pt x="66215" y="253830"/>
                    <a:pt x="41384" y="242793"/>
                    <a:pt x="23727" y="224584"/>
                  </a:cubicBezTo>
                  <a:cubicBezTo>
                    <a:pt x="4966" y="206376"/>
                    <a:pt x="0" y="174923"/>
                    <a:pt x="0" y="129677"/>
                  </a:cubicBezTo>
                  <a:lnTo>
                    <a:pt x="0" y="58093"/>
                  </a:lnTo>
                  <a:lnTo>
                    <a:pt x="73938" y="0"/>
                  </a:lnTo>
                  <a:lnTo>
                    <a:pt x="74492" y="77257"/>
                  </a:lnTo>
                  <a:cubicBezTo>
                    <a:pt x="72836" y="108157"/>
                    <a:pt x="77802" y="139609"/>
                    <a:pt x="87734" y="168854"/>
                  </a:cubicBezTo>
                  <a:cubicBezTo>
                    <a:pt x="96563" y="193132"/>
                    <a:pt x="119186" y="205272"/>
                    <a:pt x="153949" y="205272"/>
                  </a:cubicBezTo>
                  <a:cubicBezTo>
                    <a:pt x="171055" y="204720"/>
                    <a:pt x="187608" y="201409"/>
                    <a:pt x="203610" y="196443"/>
                  </a:cubicBezTo>
                  <a:cubicBezTo>
                    <a:pt x="226785" y="189270"/>
                    <a:pt x="249409" y="179890"/>
                    <a:pt x="271481" y="168854"/>
                  </a:cubicBezTo>
                  <a:cubicBezTo>
                    <a:pt x="272032" y="171061"/>
                    <a:pt x="272584" y="173820"/>
                    <a:pt x="272584" y="176027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8" name="Google Shape;2868;p40"/>
            <p:cNvSpPr/>
            <p:nvPr/>
          </p:nvSpPr>
          <p:spPr>
            <a:xfrm rot="8706722">
              <a:off x="7655506" y="4683946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9" name="Google Shape;2869;p40"/>
            <p:cNvSpPr/>
            <p:nvPr/>
          </p:nvSpPr>
          <p:spPr>
            <a:xfrm rot="8714346">
              <a:off x="7603676" y="458003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0" name="Google Shape;2870;p40"/>
            <p:cNvSpPr/>
            <p:nvPr/>
          </p:nvSpPr>
          <p:spPr>
            <a:xfrm rot="8713740">
              <a:off x="7360367" y="461020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1" name="Google Shape;2871;p40"/>
            <p:cNvSpPr/>
            <p:nvPr/>
          </p:nvSpPr>
          <p:spPr>
            <a:xfrm rot="8714346">
              <a:off x="7537882" y="4451013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2" name="Google Shape;2872;p40"/>
            <p:cNvSpPr/>
            <p:nvPr/>
          </p:nvSpPr>
          <p:spPr>
            <a:xfrm rot="8713740">
              <a:off x="6548471" y="3517582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3" name="Google Shape;2873;p40"/>
            <p:cNvSpPr/>
            <p:nvPr/>
          </p:nvSpPr>
          <p:spPr>
            <a:xfrm rot="8713740">
              <a:off x="6638016" y="3546844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4" name="Google Shape;2874;p40"/>
            <p:cNvSpPr/>
            <p:nvPr/>
          </p:nvSpPr>
          <p:spPr>
            <a:xfrm rot="8713740">
              <a:off x="6593068" y="3460419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5" name="Google Shape;2875;p40"/>
            <p:cNvSpPr/>
            <p:nvPr/>
          </p:nvSpPr>
          <p:spPr>
            <a:xfrm rot="8713740">
              <a:off x="6436120" y="360590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6" name="Google Shape;2876;p40"/>
            <p:cNvSpPr/>
            <p:nvPr/>
          </p:nvSpPr>
          <p:spPr>
            <a:xfrm rot="8719330">
              <a:off x="6311335" y="339712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7" name="Google Shape;2877;p40"/>
            <p:cNvSpPr/>
            <p:nvPr/>
          </p:nvSpPr>
          <p:spPr>
            <a:xfrm rot="8713013">
              <a:off x="6298904" y="3258501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8" name="Google Shape;2878;p40"/>
            <p:cNvSpPr/>
            <p:nvPr/>
          </p:nvSpPr>
          <p:spPr>
            <a:xfrm rot="8713740">
              <a:off x="6526361" y="3647061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9" name="Google Shape;2879;p40"/>
            <p:cNvSpPr/>
            <p:nvPr/>
          </p:nvSpPr>
          <p:spPr>
            <a:xfrm rot="8713740">
              <a:off x="6837570" y="3267430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0" name="Google Shape;2880;p40"/>
            <p:cNvSpPr/>
            <p:nvPr/>
          </p:nvSpPr>
          <p:spPr>
            <a:xfrm rot="8713740">
              <a:off x="6927115" y="3296692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1" name="Google Shape;2881;p40"/>
            <p:cNvSpPr/>
            <p:nvPr/>
          </p:nvSpPr>
          <p:spPr>
            <a:xfrm rot="8713740">
              <a:off x="6725219" y="335574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2" name="Google Shape;2882;p40"/>
            <p:cNvSpPr/>
            <p:nvPr/>
          </p:nvSpPr>
          <p:spPr>
            <a:xfrm rot="8719330">
              <a:off x="6600435" y="314697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3" name="Google Shape;2883;p40"/>
            <p:cNvSpPr/>
            <p:nvPr/>
          </p:nvSpPr>
          <p:spPr>
            <a:xfrm rot="8713740">
              <a:off x="6815461" y="3396910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4" name="Google Shape;2884;p40"/>
            <p:cNvSpPr/>
            <p:nvPr/>
          </p:nvSpPr>
          <p:spPr>
            <a:xfrm rot="8718291">
              <a:off x="6574066" y="3247100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5" name="Google Shape;2885;p40"/>
            <p:cNvSpPr/>
            <p:nvPr/>
          </p:nvSpPr>
          <p:spPr>
            <a:xfrm rot="7480670">
              <a:off x="6920452" y="358817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6" name="Google Shape;2886;p40"/>
            <p:cNvSpPr/>
            <p:nvPr/>
          </p:nvSpPr>
          <p:spPr>
            <a:xfrm rot="-8510566">
              <a:off x="7025238" y="3554943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7" name="Google Shape;2887;p40"/>
            <p:cNvSpPr/>
            <p:nvPr/>
          </p:nvSpPr>
          <p:spPr>
            <a:xfrm rot="8706722">
              <a:off x="7210821" y="3363273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8" name="Google Shape;2888;p40"/>
            <p:cNvSpPr/>
            <p:nvPr/>
          </p:nvSpPr>
          <p:spPr>
            <a:xfrm rot="8714346">
              <a:off x="7158991" y="3259361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9" name="Google Shape;2889;p40"/>
            <p:cNvSpPr/>
            <p:nvPr/>
          </p:nvSpPr>
          <p:spPr>
            <a:xfrm rot="8713740">
              <a:off x="6915682" y="3289532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0" name="Google Shape;2890;p40"/>
            <p:cNvSpPr/>
            <p:nvPr/>
          </p:nvSpPr>
          <p:spPr>
            <a:xfrm rot="8714346">
              <a:off x="7093197" y="3130340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1" name="Google Shape;2891;p40"/>
            <p:cNvSpPr/>
            <p:nvPr/>
          </p:nvSpPr>
          <p:spPr>
            <a:xfrm rot="8713740">
              <a:off x="6771638" y="4177281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2" name="Google Shape;2892;p40"/>
            <p:cNvSpPr/>
            <p:nvPr/>
          </p:nvSpPr>
          <p:spPr>
            <a:xfrm rot="8713740">
              <a:off x="6861183" y="4206543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3" name="Google Shape;2893;p40"/>
            <p:cNvSpPr/>
            <p:nvPr/>
          </p:nvSpPr>
          <p:spPr>
            <a:xfrm rot="8713740">
              <a:off x="6816235" y="4120118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4" name="Google Shape;2894;p40"/>
            <p:cNvSpPr/>
            <p:nvPr/>
          </p:nvSpPr>
          <p:spPr>
            <a:xfrm rot="8713740">
              <a:off x="6659287" y="426559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5" name="Google Shape;2895;p40"/>
            <p:cNvSpPr/>
            <p:nvPr/>
          </p:nvSpPr>
          <p:spPr>
            <a:xfrm rot="8719330">
              <a:off x="6534502" y="405682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6" name="Google Shape;2896;p40"/>
            <p:cNvSpPr/>
            <p:nvPr/>
          </p:nvSpPr>
          <p:spPr>
            <a:xfrm rot="8713013">
              <a:off x="6522071" y="3918200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7" name="Google Shape;2897;p40"/>
            <p:cNvSpPr/>
            <p:nvPr/>
          </p:nvSpPr>
          <p:spPr>
            <a:xfrm rot="8713740">
              <a:off x="6749528" y="4306760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8" name="Google Shape;2898;p40"/>
            <p:cNvSpPr/>
            <p:nvPr/>
          </p:nvSpPr>
          <p:spPr>
            <a:xfrm rot="8713740">
              <a:off x="7060737" y="392712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9" name="Google Shape;2899;p40"/>
            <p:cNvSpPr/>
            <p:nvPr/>
          </p:nvSpPr>
          <p:spPr>
            <a:xfrm rot="8713740">
              <a:off x="7150282" y="395639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0" name="Google Shape;2900;p40"/>
            <p:cNvSpPr/>
            <p:nvPr/>
          </p:nvSpPr>
          <p:spPr>
            <a:xfrm rot="8713740">
              <a:off x="6948386" y="401544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1" name="Google Shape;2901;p40"/>
            <p:cNvSpPr/>
            <p:nvPr/>
          </p:nvSpPr>
          <p:spPr>
            <a:xfrm rot="8719330">
              <a:off x="6823602" y="380667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2" name="Google Shape;2902;p40"/>
            <p:cNvSpPr/>
            <p:nvPr/>
          </p:nvSpPr>
          <p:spPr>
            <a:xfrm rot="8713740">
              <a:off x="7038628" y="4056609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3" name="Google Shape;2903;p40"/>
            <p:cNvSpPr/>
            <p:nvPr/>
          </p:nvSpPr>
          <p:spPr>
            <a:xfrm rot="8718291">
              <a:off x="6797233" y="3906799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4" name="Google Shape;2904;p40"/>
            <p:cNvSpPr/>
            <p:nvPr/>
          </p:nvSpPr>
          <p:spPr>
            <a:xfrm rot="7480670">
              <a:off x="7143619" y="424786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5" name="Google Shape;2905;p40"/>
            <p:cNvSpPr/>
            <p:nvPr/>
          </p:nvSpPr>
          <p:spPr>
            <a:xfrm rot="-8510566">
              <a:off x="7248405" y="4214642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6" name="Google Shape;2906;p40"/>
            <p:cNvSpPr/>
            <p:nvPr/>
          </p:nvSpPr>
          <p:spPr>
            <a:xfrm rot="8706722">
              <a:off x="7433988" y="4022972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7" name="Google Shape;2907;p40"/>
            <p:cNvSpPr/>
            <p:nvPr/>
          </p:nvSpPr>
          <p:spPr>
            <a:xfrm rot="8714346">
              <a:off x="7382158" y="3919060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8" name="Google Shape;2908;p40"/>
            <p:cNvSpPr/>
            <p:nvPr/>
          </p:nvSpPr>
          <p:spPr>
            <a:xfrm rot="8713740">
              <a:off x="7138849" y="394923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9" name="Google Shape;2909;p40"/>
            <p:cNvSpPr/>
            <p:nvPr/>
          </p:nvSpPr>
          <p:spPr>
            <a:xfrm rot="8714346">
              <a:off x="7316364" y="379003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0" name="Google Shape;2910;p40"/>
            <p:cNvSpPr/>
            <p:nvPr/>
          </p:nvSpPr>
          <p:spPr>
            <a:xfrm rot="8716661">
              <a:off x="5923012" y="1654457"/>
              <a:ext cx="139520" cy="104230"/>
            </a:xfrm>
            <a:custGeom>
              <a:rect b="b" l="l" r="r" t="t"/>
              <a:pathLst>
                <a:path extrusionOk="0" h="104157" w="139422">
                  <a:moveTo>
                    <a:pt x="0" y="50123"/>
                  </a:moveTo>
                  <a:lnTo>
                    <a:pt x="0" y="0"/>
                  </a:lnTo>
                  <a:lnTo>
                    <a:pt x="85209" y="0"/>
                  </a:lnTo>
                  <a:cubicBezTo>
                    <a:pt x="112891" y="0"/>
                    <a:pt x="131089" y="8971"/>
                    <a:pt x="138458" y="27874"/>
                  </a:cubicBezTo>
                  <a:lnTo>
                    <a:pt x="139422" y="33655"/>
                  </a:lnTo>
                  <a:lnTo>
                    <a:pt x="81108" y="104157"/>
                  </a:lnTo>
                  <a:lnTo>
                    <a:pt x="81109" y="69717"/>
                  </a:lnTo>
                  <a:cubicBezTo>
                    <a:pt x="81108" y="68349"/>
                    <a:pt x="81108" y="66983"/>
                    <a:pt x="81108" y="65615"/>
                  </a:cubicBezTo>
                  <a:cubicBezTo>
                    <a:pt x="79741" y="55591"/>
                    <a:pt x="70628" y="48756"/>
                    <a:pt x="60604" y="501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1" name="Google Shape;2911;p40"/>
            <p:cNvSpPr/>
            <p:nvPr/>
          </p:nvSpPr>
          <p:spPr>
            <a:xfrm rot="8713740">
              <a:off x="5974661" y="156777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2" name="Google Shape;2912;p40"/>
            <p:cNvSpPr/>
            <p:nvPr/>
          </p:nvSpPr>
          <p:spPr>
            <a:xfrm rot="8716661">
              <a:off x="5925194" y="1481040"/>
              <a:ext cx="191057" cy="138163"/>
            </a:xfrm>
            <a:custGeom>
              <a:rect b="b" l="l" r="r" t="t"/>
              <a:pathLst>
                <a:path extrusionOk="0" h="138066" w="190923">
                  <a:moveTo>
                    <a:pt x="5923" y="138066"/>
                  </a:moveTo>
                  <a:lnTo>
                    <a:pt x="0" y="129864"/>
                  </a:lnTo>
                  <a:lnTo>
                    <a:pt x="107993" y="28251"/>
                  </a:lnTo>
                  <a:cubicBezTo>
                    <a:pt x="121663" y="12303"/>
                    <a:pt x="141256" y="2279"/>
                    <a:pt x="162672" y="0"/>
                  </a:cubicBezTo>
                  <a:cubicBezTo>
                    <a:pt x="184544" y="0"/>
                    <a:pt x="190923" y="19138"/>
                    <a:pt x="190923" y="33719"/>
                  </a:cubicBezTo>
                  <a:lnTo>
                    <a:pt x="184633" y="49986"/>
                  </a:lnTo>
                  <a:lnTo>
                    <a:pt x="176335" y="60018"/>
                  </a:lnTo>
                  <a:lnTo>
                    <a:pt x="164495" y="69261"/>
                  </a:lnTo>
                  <a:lnTo>
                    <a:pt x="164950" y="69261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3" name="Google Shape;2913;p40"/>
            <p:cNvSpPr/>
            <p:nvPr/>
          </p:nvSpPr>
          <p:spPr>
            <a:xfrm rot="8716661">
              <a:off x="5906367" y="1804731"/>
              <a:ext cx="99568" cy="68006"/>
            </a:xfrm>
            <a:custGeom>
              <a:rect b="b" l="l" r="r" t="t"/>
              <a:pathLst>
                <a:path extrusionOk="0" h="67958" w="99498">
                  <a:moveTo>
                    <a:pt x="43288" y="67958"/>
                  </a:moveTo>
                  <a:lnTo>
                    <a:pt x="43288" y="16317"/>
                  </a:lnTo>
                  <a:lnTo>
                    <a:pt x="0" y="16317"/>
                  </a:lnTo>
                  <a:lnTo>
                    <a:pt x="0" y="2192"/>
                  </a:lnTo>
                  <a:lnTo>
                    <a:pt x="99498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4" name="Google Shape;2914;p40"/>
            <p:cNvSpPr/>
            <p:nvPr/>
          </p:nvSpPr>
          <p:spPr>
            <a:xfrm rot="8713740">
              <a:off x="6174215" y="1288361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5" name="Google Shape;2915;p40"/>
            <p:cNvSpPr/>
            <p:nvPr/>
          </p:nvSpPr>
          <p:spPr>
            <a:xfrm rot="8713740">
              <a:off x="6263760" y="1317623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6" name="Google Shape;2916;p40"/>
            <p:cNvSpPr/>
            <p:nvPr/>
          </p:nvSpPr>
          <p:spPr>
            <a:xfrm rot="8713740">
              <a:off x="6061864" y="137667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7" name="Google Shape;2917;p40"/>
            <p:cNvSpPr/>
            <p:nvPr/>
          </p:nvSpPr>
          <p:spPr>
            <a:xfrm rot="8716661">
              <a:off x="5934346" y="1174583"/>
              <a:ext cx="203990" cy="188513"/>
            </a:xfrm>
            <a:custGeom>
              <a:rect b="b" l="l" r="r" t="t"/>
              <a:pathLst>
                <a:path extrusionOk="0" h="188381" w="203847">
                  <a:moveTo>
                    <a:pt x="86683" y="188381"/>
                  </a:moveTo>
                  <a:lnTo>
                    <a:pt x="47847" y="116128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46726"/>
                  </a:lnTo>
                  <a:lnTo>
                    <a:pt x="196736" y="55323"/>
                  </a:lnTo>
                  <a:lnTo>
                    <a:pt x="139055" y="55323"/>
                  </a:lnTo>
                  <a:lnTo>
                    <a:pt x="97989" y="174711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8" name="Google Shape;2918;p40"/>
            <p:cNvSpPr/>
            <p:nvPr/>
          </p:nvSpPr>
          <p:spPr>
            <a:xfrm rot="8713740">
              <a:off x="6152106" y="1417841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9" name="Google Shape;2919;p40"/>
            <p:cNvSpPr/>
            <p:nvPr/>
          </p:nvSpPr>
          <p:spPr>
            <a:xfrm rot="7480670">
              <a:off x="6257097" y="160910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0" name="Google Shape;2920;p40"/>
            <p:cNvSpPr/>
            <p:nvPr/>
          </p:nvSpPr>
          <p:spPr>
            <a:xfrm rot="-8510566">
              <a:off x="6361883" y="1575874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1" name="Google Shape;2921;p40"/>
            <p:cNvSpPr/>
            <p:nvPr/>
          </p:nvSpPr>
          <p:spPr>
            <a:xfrm rot="8706722">
              <a:off x="6547466" y="1384204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2" name="Google Shape;2922;p40"/>
            <p:cNvSpPr/>
            <p:nvPr/>
          </p:nvSpPr>
          <p:spPr>
            <a:xfrm rot="8714346">
              <a:off x="6495636" y="1280292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3" name="Google Shape;2923;p40"/>
            <p:cNvSpPr/>
            <p:nvPr/>
          </p:nvSpPr>
          <p:spPr>
            <a:xfrm rot="8713740">
              <a:off x="6252327" y="131046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4" name="Google Shape;2924;p40"/>
            <p:cNvSpPr/>
            <p:nvPr/>
          </p:nvSpPr>
          <p:spPr>
            <a:xfrm rot="8714346">
              <a:off x="6429842" y="1151271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5" name="Google Shape;2925;p40"/>
            <p:cNvSpPr/>
            <p:nvPr/>
          </p:nvSpPr>
          <p:spPr>
            <a:xfrm rot="8716661">
              <a:off x="5983670" y="1040009"/>
              <a:ext cx="68117" cy="44230"/>
            </a:xfrm>
            <a:custGeom>
              <a:rect b="b" l="l" r="r" t="t"/>
              <a:pathLst>
                <a:path extrusionOk="0" h="44199" w="68069">
                  <a:moveTo>
                    <a:pt x="0" y="44199"/>
                  </a:moveTo>
                  <a:lnTo>
                    <a:pt x="0" y="0"/>
                  </a:lnTo>
                  <a:lnTo>
                    <a:pt x="68069" y="0"/>
                  </a:lnTo>
                  <a:lnTo>
                    <a:pt x="31511" y="4419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6" name="Google Shape;2926;p40"/>
            <p:cNvSpPr/>
            <p:nvPr/>
          </p:nvSpPr>
          <p:spPr>
            <a:xfrm rot="8716661">
              <a:off x="5998787" y="759566"/>
              <a:ext cx="134354" cy="86193"/>
            </a:xfrm>
            <a:custGeom>
              <a:rect b="b" l="l" r="r" t="t"/>
              <a:pathLst>
                <a:path extrusionOk="0" h="86132" w="134260">
                  <a:moveTo>
                    <a:pt x="0" y="50123"/>
                  </a:moveTo>
                  <a:lnTo>
                    <a:pt x="0" y="0"/>
                  </a:lnTo>
                  <a:lnTo>
                    <a:pt x="85209" y="0"/>
                  </a:lnTo>
                  <a:cubicBezTo>
                    <a:pt x="103664" y="0"/>
                    <a:pt x="117903" y="3987"/>
                    <a:pt x="127529" y="12246"/>
                  </a:cubicBezTo>
                  <a:lnTo>
                    <a:pt x="134260" y="21871"/>
                  </a:lnTo>
                  <a:lnTo>
                    <a:pt x="81108" y="86132"/>
                  </a:lnTo>
                  <a:lnTo>
                    <a:pt x="81108" y="69717"/>
                  </a:lnTo>
                  <a:cubicBezTo>
                    <a:pt x="81108" y="68349"/>
                    <a:pt x="81108" y="66983"/>
                    <a:pt x="81108" y="65615"/>
                  </a:cubicBezTo>
                  <a:cubicBezTo>
                    <a:pt x="79741" y="55591"/>
                    <a:pt x="70628" y="48756"/>
                    <a:pt x="60604" y="501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7" name="Google Shape;2927;p40"/>
            <p:cNvSpPr/>
            <p:nvPr/>
          </p:nvSpPr>
          <p:spPr>
            <a:xfrm rot="8713740">
              <a:off x="6040593" y="657924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8" name="Google Shape;2928;p40"/>
            <p:cNvSpPr/>
            <p:nvPr/>
          </p:nvSpPr>
          <p:spPr>
            <a:xfrm rot="8716661">
              <a:off x="5991184" y="907014"/>
              <a:ext cx="84372" cy="49635"/>
            </a:xfrm>
            <a:custGeom>
              <a:rect b="b" l="l" r="r" t="t"/>
              <a:pathLst>
                <a:path extrusionOk="0" h="49600" w="84313">
                  <a:moveTo>
                    <a:pt x="43288" y="49600"/>
                  </a:moveTo>
                  <a:lnTo>
                    <a:pt x="43288" y="15983"/>
                  </a:lnTo>
                  <a:lnTo>
                    <a:pt x="0" y="15983"/>
                  </a:lnTo>
                  <a:lnTo>
                    <a:pt x="0" y="1857"/>
                  </a:lnTo>
                  <a:lnTo>
                    <a:pt x="84313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9" name="Google Shape;2929;p40"/>
            <p:cNvSpPr/>
            <p:nvPr/>
          </p:nvSpPr>
          <p:spPr>
            <a:xfrm rot="7480670">
              <a:off x="6033930" y="94940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0" name="Google Shape;2930;p40"/>
            <p:cNvSpPr/>
            <p:nvPr/>
          </p:nvSpPr>
          <p:spPr>
            <a:xfrm rot="-8510566">
              <a:off x="6138716" y="916175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1" name="Google Shape;2931;p40"/>
            <p:cNvSpPr/>
            <p:nvPr/>
          </p:nvSpPr>
          <p:spPr>
            <a:xfrm rot="8706722">
              <a:off x="6324299" y="724505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2" name="Google Shape;2932;p40"/>
            <p:cNvSpPr/>
            <p:nvPr/>
          </p:nvSpPr>
          <p:spPr>
            <a:xfrm rot="8714346">
              <a:off x="6272469" y="620593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3" name="Google Shape;2933;p40"/>
            <p:cNvSpPr/>
            <p:nvPr/>
          </p:nvSpPr>
          <p:spPr>
            <a:xfrm rot="8716661">
              <a:off x="6027817" y="648598"/>
              <a:ext cx="55298" cy="57170"/>
            </a:xfrm>
            <a:custGeom>
              <a:rect b="b" l="l" r="r" t="t"/>
              <a:pathLst>
                <a:path extrusionOk="0" h="57130" w="55259">
                  <a:moveTo>
                    <a:pt x="8658" y="50123"/>
                  </a:moveTo>
                  <a:cubicBezTo>
                    <a:pt x="3190" y="44655"/>
                    <a:pt x="0" y="37364"/>
                    <a:pt x="0" y="29619"/>
                  </a:cubicBezTo>
                  <a:lnTo>
                    <a:pt x="0" y="29163"/>
                  </a:lnTo>
                  <a:cubicBezTo>
                    <a:pt x="0" y="21417"/>
                    <a:pt x="3190" y="14126"/>
                    <a:pt x="8658" y="8658"/>
                  </a:cubicBezTo>
                  <a:cubicBezTo>
                    <a:pt x="14126" y="3190"/>
                    <a:pt x="21417" y="0"/>
                    <a:pt x="29163" y="0"/>
                  </a:cubicBezTo>
                  <a:cubicBezTo>
                    <a:pt x="36909" y="0"/>
                    <a:pt x="44200" y="3190"/>
                    <a:pt x="49668" y="8658"/>
                  </a:cubicBezTo>
                  <a:lnTo>
                    <a:pt x="55259" y="21964"/>
                  </a:lnTo>
                  <a:lnTo>
                    <a:pt x="26173" y="5713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4" name="Google Shape;2934;p40"/>
            <p:cNvSpPr/>
            <p:nvPr/>
          </p:nvSpPr>
          <p:spPr>
            <a:xfrm rot="8714346">
              <a:off x="6206675" y="491572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5" name="Google Shape;2935;p40"/>
            <p:cNvSpPr/>
            <p:nvPr/>
          </p:nvSpPr>
          <p:spPr>
            <a:xfrm rot="8716661">
              <a:off x="5990170" y="-43365"/>
              <a:ext cx="78265" cy="235296"/>
            </a:xfrm>
            <a:custGeom>
              <a:rect b="b" l="l" r="r" t="t"/>
              <a:pathLst>
                <a:path extrusionOk="0" h="235131" w="78210">
                  <a:moveTo>
                    <a:pt x="0" y="44199"/>
                  </a:moveTo>
                  <a:lnTo>
                    <a:pt x="0" y="0"/>
                  </a:lnTo>
                  <a:lnTo>
                    <a:pt x="58367" y="0"/>
                  </a:lnTo>
                  <a:lnTo>
                    <a:pt x="21809" y="44199"/>
                  </a:lnTo>
                  <a:close/>
                  <a:moveTo>
                    <a:pt x="78210" y="235131"/>
                  </a:moveTo>
                  <a:lnTo>
                    <a:pt x="64850" y="225870"/>
                  </a:lnTo>
                  <a:lnTo>
                    <a:pt x="78210" y="235131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6" name="Google Shape;2936;p40"/>
            <p:cNvSpPr/>
            <p:nvPr/>
          </p:nvSpPr>
          <p:spPr>
            <a:xfrm rot="-8513943">
              <a:off x="5976030" y="269555"/>
              <a:ext cx="215237" cy="309161"/>
            </a:xfrm>
            <a:custGeom>
              <a:rect b="b" l="l" r="r" t="t"/>
              <a:pathLst>
                <a:path extrusionOk="0" h="308935" w="215080">
                  <a:moveTo>
                    <a:pt x="215080" y="274772"/>
                  </a:moveTo>
                  <a:lnTo>
                    <a:pt x="177331" y="291252"/>
                  </a:lnTo>
                  <a:cubicBezTo>
                    <a:pt x="145121" y="302288"/>
                    <a:pt x="114496" y="307392"/>
                    <a:pt x="91597" y="308772"/>
                  </a:cubicBezTo>
                  <a:cubicBezTo>
                    <a:pt x="66215" y="310427"/>
                    <a:pt x="41384" y="299392"/>
                    <a:pt x="23726" y="281182"/>
                  </a:cubicBezTo>
                  <a:cubicBezTo>
                    <a:pt x="4966" y="262973"/>
                    <a:pt x="0" y="231521"/>
                    <a:pt x="0" y="186274"/>
                  </a:cubicBezTo>
                  <a:lnTo>
                    <a:pt x="0" y="17979"/>
                  </a:lnTo>
                  <a:lnTo>
                    <a:pt x="34655" y="0"/>
                  </a:lnTo>
                  <a:lnTo>
                    <a:pt x="73961" y="59860"/>
                  </a:lnTo>
                  <a:lnTo>
                    <a:pt x="74492" y="133855"/>
                  </a:lnTo>
                  <a:cubicBezTo>
                    <a:pt x="72836" y="164755"/>
                    <a:pt x="77802" y="196207"/>
                    <a:pt x="87734" y="225452"/>
                  </a:cubicBezTo>
                  <a:cubicBezTo>
                    <a:pt x="96564" y="249730"/>
                    <a:pt x="119186" y="261870"/>
                    <a:pt x="153949" y="261870"/>
                  </a:cubicBezTo>
                  <a:lnTo>
                    <a:pt x="201103" y="253487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7" name="Google Shape;2937;p40"/>
            <p:cNvSpPr/>
            <p:nvPr/>
          </p:nvSpPr>
          <p:spPr>
            <a:xfrm rot="8706722">
              <a:off x="6105360" y="62447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8" name="Google Shape;2938;p40"/>
            <p:cNvSpPr/>
            <p:nvPr/>
          </p:nvSpPr>
          <p:spPr>
            <a:xfrm rot="8716661">
              <a:off x="6072168" y="-8081"/>
              <a:ext cx="93795" cy="73593"/>
            </a:xfrm>
            <a:custGeom>
              <a:rect b="b" l="l" r="r" t="t"/>
              <a:pathLst>
                <a:path extrusionOk="0" h="73541" w="93729">
                  <a:moveTo>
                    <a:pt x="0" y="39235"/>
                  </a:moveTo>
                  <a:lnTo>
                    <a:pt x="9187" y="17477"/>
                  </a:lnTo>
                  <a:cubicBezTo>
                    <a:pt x="20225" y="6439"/>
                    <a:pt x="34943" y="0"/>
                    <a:pt x="50579" y="0"/>
                  </a:cubicBezTo>
                  <a:cubicBezTo>
                    <a:pt x="66217" y="0"/>
                    <a:pt x="80934" y="6439"/>
                    <a:pt x="91973" y="17477"/>
                  </a:cubicBezTo>
                  <a:lnTo>
                    <a:pt x="93729" y="20058"/>
                  </a:lnTo>
                  <a:lnTo>
                    <a:pt x="49492" y="73541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9" name="Google Shape;2939;p40"/>
            <p:cNvSpPr/>
            <p:nvPr/>
          </p:nvSpPr>
          <p:spPr>
            <a:xfrm rot="8713740">
              <a:off x="7172537" y="2371741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0" name="Google Shape;2940;p40"/>
            <p:cNvSpPr/>
            <p:nvPr/>
          </p:nvSpPr>
          <p:spPr>
            <a:xfrm rot="8713740">
              <a:off x="7262082" y="2401003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1" name="Google Shape;2941;p40"/>
            <p:cNvSpPr/>
            <p:nvPr/>
          </p:nvSpPr>
          <p:spPr>
            <a:xfrm rot="8713740">
              <a:off x="7217134" y="2314578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2" name="Google Shape;2942;p40"/>
            <p:cNvSpPr/>
            <p:nvPr/>
          </p:nvSpPr>
          <p:spPr>
            <a:xfrm rot="8713740">
              <a:off x="7060186" y="246005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3" name="Google Shape;2943;p40"/>
            <p:cNvSpPr/>
            <p:nvPr/>
          </p:nvSpPr>
          <p:spPr>
            <a:xfrm rot="8719330">
              <a:off x="6935401" y="225128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4" name="Google Shape;2944;p40"/>
            <p:cNvSpPr/>
            <p:nvPr/>
          </p:nvSpPr>
          <p:spPr>
            <a:xfrm rot="8713013">
              <a:off x="6922970" y="2112660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5" name="Google Shape;2945;p40"/>
            <p:cNvSpPr/>
            <p:nvPr/>
          </p:nvSpPr>
          <p:spPr>
            <a:xfrm rot="8713740">
              <a:off x="7150427" y="2501220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6" name="Google Shape;2946;p40"/>
            <p:cNvSpPr/>
            <p:nvPr/>
          </p:nvSpPr>
          <p:spPr>
            <a:xfrm rot="8713740">
              <a:off x="7461636" y="212158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7" name="Google Shape;2947;p40"/>
            <p:cNvSpPr/>
            <p:nvPr/>
          </p:nvSpPr>
          <p:spPr>
            <a:xfrm rot="8713740">
              <a:off x="7551181" y="215085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8" name="Google Shape;2948;p40"/>
            <p:cNvSpPr/>
            <p:nvPr/>
          </p:nvSpPr>
          <p:spPr>
            <a:xfrm rot="8713740">
              <a:off x="7349285" y="220990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9" name="Google Shape;2949;p40"/>
            <p:cNvSpPr/>
            <p:nvPr/>
          </p:nvSpPr>
          <p:spPr>
            <a:xfrm rot="8719330">
              <a:off x="7224501" y="200113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0" name="Google Shape;2950;p40"/>
            <p:cNvSpPr/>
            <p:nvPr/>
          </p:nvSpPr>
          <p:spPr>
            <a:xfrm rot="8713740">
              <a:off x="7439527" y="2251069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1" name="Google Shape;2951;p40"/>
            <p:cNvSpPr/>
            <p:nvPr/>
          </p:nvSpPr>
          <p:spPr>
            <a:xfrm rot="8718291">
              <a:off x="7198132" y="2101259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2" name="Google Shape;2952;p40"/>
            <p:cNvSpPr/>
            <p:nvPr/>
          </p:nvSpPr>
          <p:spPr>
            <a:xfrm rot="7480670">
              <a:off x="7544518" y="244232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3" name="Google Shape;2953;p40"/>
            <p:cNvSpPr/>
            <p:nvPr/>
          </p:nvSpPr>
          <p:spPr>
            <a:xfrm rot="-8510566">
              <a:off x="7649304" y="2409102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4" name="Google Shape;2954;p40"/>
            <p:cNvSpPr/>
            <p:nvPr/>
          </p:nvSpPr>
          <p:spPr>
            <a:xfrm rot="8706722">
              <a:off x="7834887" y="2217432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5" name="Google Shape;2955;p40"/>
            <p:cNvSpPr/>
            <p:nvPr/>
          </p:nvSpPr>
          <p:spPr>
            <a:xfrm rot="8714346">
              <a:off x="7783057" y="2113520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6" name="Google Shape;2956;p40"/>
            <p:cNvSpPr/>
            <p:nvPr/>
          </p:nvSpPr>
          <p:spPr>
            <a:xfrm rot="8713740">
              <a:off x="7539748" y="214369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7" name="Google Shape;2957;p40"/>
            <p:cNvSpPr/>
            <p:nvPr/>
          </p:nvSpPr>
          <p:spPr>
            <a:xfrm rot="8714346">
              <a:off x="7717263" y="198449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8" name="Google Shape;2958;p40"/>
            <p:cNvSpPr/>
            <p:nvPr/>
          </p:nvSpPr>
          <p:spPr>
            <a:xfrm rot="8713740">
              <a:off x="7395704" y="3031440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9" name="Google Shape;2959;p40"/>
            <p:cNvSpPr/>
            <p:nvPr/>
          </p:nvSpPr>
          <p:spPr>
            <a:xfrm rot="8713740">
              <a:off x="7485249" y="3060702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0" name="Google Shape;2960;p40"/>
            <p:cNvSpPr/>
            <p:nvPr/>
          </p:nvSpPr>
          <p:spPr>
            <a:xfrm rot="8713740">
              <a:off x="7440301" y="2974277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1" name="Google Shape;2961;p40"/>
            <p:cNvSpPr/>
            <p:nvPr/>
          </p:nvSpPr>
          <p:spPr>
            <a:xfrm rot="8713740">
              <a:off x="7283353" y="311975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2" name="Google Shape;2962;p40"/>
            <p:cNvSpPr/>
            <p:nvPr/>
          </p:nvSpPr>
          <p:spPr>
            <a:xfrm rot="8719330">
              <a:off x="7158568" y="291098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3" name="Google Shape;2963;p40"/>
            <p:cNvSpPr/>
            <p:nvPr/>
          </p:nvSpPr>
          <p:spPr>
            <a:xfrm rot="8713013">
              <a:off x="7146137" y="2772359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4" name="Google Shape;2964;p40"/>
            <p:cNvSpPr/>
            <p:nvPr/>
          </p:nvSpPr>
          <p:spPr>
            <a:xfrm rot="8713740">
              <a:off x="7373594" y="3160919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5" name="Google Shape;2965;p40"/>
            <p:cNvSpPr/>
            <p:nvPr/>
          </p:nvSpPr>
          <p:spPr>
            <a:xfrm rot="8713740">
              <a:off x="7684803" y="278128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6" name="Google Shape;2966;p40"/>
            <p:cNvSpPr/>
            <p:nvPr/>
          </p:nvSpPr>
          <p:spPr>
            <a:xfrm rot="8713740">
              <a:off x="7774348" y="281055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7" name="Google Shape;2967;p40"/>
            <p:cNvSpPr/>
            <p:nvPr/>
          </p:nvSpPr>
          <p:spPr>
            <a:xfrm rot="8713740">
              <a:off x="7572452" y="286960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8" name="Google Shape;2968;p40"/>
            <p:cNvSpPr/>
            <p:nvPr/>
          </p:nvSpPr>
          <p:spPr>
            <a:xfrm rot="8719330">
              <a:off x="7447668" y="266083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9" name="Google Shape;2969;p40"/>
            <p:cNvSpPr/>
            <p:nvPr/>
          </p:nvSpPr>
          <p:spPr>
            <a:xfrm rot="8713740">
              <a:off x="7662694" y="291076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0" name="Google Shape;2970;p40"/>
            <p:cNvSpPr/>
            <p:nvPr/>
          </p:nvSpPr>
          <p:spPr>
            <a:xfrm rot="8718291">
              <a:off x="7421299" y="2760958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1" name="Google Shape;2971;p40"/>
            <p:cNvSpPr/>
            <p:nvPr/>
          </p:nvSpPr>
          <p:spPr>
            <a:xfrm rot="7480670">
              <a:off x="7767685" y="310202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2" name="Google Shape;2972;p40"/>
            <p:cNvSpPr/>
            <p:nvPr/>
          </p:nvSpPr>
          <p:spPr>
            <a:xfrm rot="-8510566">
              <a:off x="7872471" y="3068801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3" name="Google Shape;2973;p40"/>
            <p:cNvSpPr/>
            <p:nvPr/>
          </p:nvSpPr>
          <p:spPr>
            <a:xfrm rot="8706722">
              <a:off x="8058054" y="287713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4" name="Google Shape;2974;p40"/>
            <p:cNvSpPr/>
            <p:nvPr/>
          </p:nvSpPr>
          <p:spPr>
            <a:xfrm rot="8714346">
              <a:off x="8006224" y="277321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5" name="Google Shape;2975;p40"/>
            <p:cNvSpPr/>
            <p:nvPr/>
          </p:nvSpPr>
          <p:spPr>
            <a:xfrm rot="8713740">
              <a:off x="7762915" y="280339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6" name="Google Shape;2976;p40"/>
            <p:cNvSpPr/>
            <p:nvPr/>
          </p:nvSpPr>
          <p:spPr>
            <a:xfrm rot="8714346">
              <a:off x="7940430" y="264419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7" name="Google Shape;2977;p40"/>
            <p:cNvSpPr/>
            <p:nvPr/>
          </p:nvSpPr>
          <p:spPr>
            <a:xfrm rot="8716661">
              <a:off x="8044688" y="5014508"/>
              <a:ext cx="142267" cy="186077"/>
            </a:xfrm>
            <a:custGeom>
              <a:rect b="b" l="l" r="r" t="t"/>
              <a:pathLst>
                <a:path extrusionOk="0" h="185946" w="142167">
                  <a:moveTo>
                    <a:pt x="0" y="3681"/>
                  </a:moveTo>
                  <a:lnTo>
                    <a:pt x="0" y="0"/>
                  </a:lnTo>
                  <a:lnTo>
                    <a:pt x="5311" y="3681"/>
                  </a:lnTo>
                  <a:close/>
                  <a:moveTo>
                    <a:pt x="81108" y="185946"/>
                  </a:moveTo>
                  <a:lnTo>
                    <a:pt x="81108" y="56221"/>
                  </a:lnTo>
                  <a:lnTo>
                    <a:pt x="142167" y="98545"/>
                  </a:lnTo>
                  <a:lnTo>
                    <a:pt x="142167" y="161796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8" name="Google Shape;2978;p40"/>
            <p:cNvSpPr/>
            <p:nvPr/>
          </p:nvSpPr>
          <p:spPr>
            <a:xfrm rot="8716661">
              <a:off x="8258908" y="5016682"/>
              <a:ext cx="60190" cy="158030"/>
            </a:xfrm>
            <a:custGeom>
              <a:rect b="b" l="l" r="r" t="t"/>
              <a:pathLst>
                <a:path extrusionOk="0" h="157919" w="60148">
                  <a:moveTo>
                    <a:pt x="0" y="157919"/>
                  </a:moveTo>
                  <a:lnTo>
                    <a:pt x="0" y="0"/>
                  </a:lnTo>
                  <a:lnTo>
                    <a:pt x="60148" y="41692"/>
                  </a:lnTo>
                  <a:lnTo>
                    <a:pt x="60148" y="11690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9" name="Google Shape;2979;p40"/>
            <p:cNvSpPr/>
            <p:nvPr/>
          </p:nvSpPr>
          <p:spPr>
            <a:xfrm rot="8713740">
              <a:off x="8103656" y="495334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0" name="Google Shape;2980;p40"/>
            <p:cNvSpPr/>
            <p:nvPr/>
          </p:nvSpPr>
          <p:spPr>
            <a:xfrm rot="8716661">
              <a:off x="7941531" y="5096666"/>
              <a:ext cx="58252" cy="55552"/>
            </a:xfrm>
            <a:custGeom>
              <a:rect b="b" l="l" r="r" t="t"/>
              <a:pathLst>
                <a:path extrusionOk="0" h="55513" w="58211">
                  <a:moveTo>
                    <a:pt x="8658" y="47310"/>
                  </a:moveTo>
                  <a:cubicBezTo>
                    <a:pt x="3190" y="41843"/>
                    <a:pt x="0" y="34551"/>
                    <a:pt x="0" y="26806"/>
                  </a:cubicBezTo>
                  <a:lnTo>
                    <a:pt x="0" y="26349"/>
                  </a:lnTo>
                  <a:cubicBezTo>
                    <a:pt x="0" y="18604"/>
                    <a:pt x="3190" y="11313"/>
                    <a:pt x="8658" y="5845"/>
                  </a:cubicBezTo>
                  <a:lnTo>
                    <a:pt x="22501" y="0"/>
                  </a:lnTo>
                  <a:lnTo>
                    <a:pt x="57366" y="24167"/>
                  </a:lnTo>
                  <a:lnTo>
                    <a:pt x="58211" y="26179"/>
                  </a:lnTo>
                  <a:cubicBezTo>
                    <a:pt x="58212" y="33641"/>
                    <a:pt x="55364" y="41159"/>
                    <a:pt x="49668" y="46855"/>
                  </a:cubicBezTo>
                  <a:cubicBezTo>
                    <a:pt x="44200" y="52323"/>
                    <a:pt x="36909" y="55512"/>
                    <a:pt x="29163" y="55513"/>
                  </a:cubicBezTo>
                  <a:cubicBezTo>
                    <a:pt x="21416" y="55512"/>
                    <a:pt x="14126" y="52778"/>
                    <a:pt x="8658" y="4731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1" name="Google Shape;2981;p40"/>
            <p:cNvSpPr/>
            <p:nvPr/>
          </p:nvSpPr>
          <p:spPr>
            <a:xfrm rot="8719330">
              <a:off x="7821923" y="489005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2" name="Google Shape;2982;p40"/>
            <p:cNvSpPr/>
            <p:nvPr/>
          </p:nvSpPr>
          <p:spPr>
            <a:xfrm rot="8713013">
              <a:off x="7809492" y="4751428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3" name="Google Shape;2983;p40"/>
            <p:cNvSpPr/>
            <p:nvPr/>
          </p:nvSpPr>
          <p:spPr>
            <a:xfrm rot="8713740">
              <a:off x="8348158" y="476035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4" name="Google Shape;2984;p40"/>
            <p:cNvSpPr/>
            <p:nvPr/>
          </p:nvSpPr>
          <p:spPr>
            <a:xfrm rot="8713740">
              <a:off x="8437703" y="478961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5" name="Google Shape;2985;p40"/>
            <p:cNvSpPr/>
            <p:nvPr/>
          </p:nvSpPr>
          <p:spPr>
            <a:xfrm rot="8713740">
              <a:off x="8235807" y="484867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6" name="Google Shape;2986;p40"/>
            <p:cNvSpPr/>
            <p:nvPr/>
          </p:nvSpPr>
          <p:spPr>
            <a:xfrm rot="8719330">
              <a:off x="8111023" y="463989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7" name="Google Shape;2987;p40"/>
            <p:cNvSpPr/>
            <p:nvPr/>
          </p:nvSpPr>
          <p:spPr>
            <a:xfrm rot="8713740">
              <a:off x="8326049" y="488983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8" name="Google Shape;2988;p40"/>
            <p:cNvSpPr/>
            <p:nvPr/>
          </p:nvSpPr>
          <p:spPr>
            <a:xfrm rot="8718291">
              <a:off x="8084654" y="474002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9" name="Google Shape;2989;p40"/>
            <p:cNvSpPr/>
            <p:nvPr/>
          </p:nvSpPr>
          <p:spPr>
            <a:xfrm rot="7483339">
              <a:off x="8500402" y="5042895"/>
              <a:ext cx="102484" cy="181857"/>
            </a:xfrm>
            <a:custGeom>
              <a:rect b="b" l="l" r="r" t="t"/>
              <a:pathLst>
                <a:path extrusionOk="0" h="181729" w="102412">
                  <a:moveTo>
                    <a:pt x="0" y="41179"/>
                  </a:moveTo>
                  <a:lnTo>
                    <a:pt x="0" y="0"/>
                  </a:lnTo>
                  <a:lnTo>
                    <a:pt x="28551" y="41179"/>
                  </a:lnTo>
                  <a:close/>
                  <a:moveTo>
                    <a:pt x="90709" y="181729"/>
                  </a:moveTo>
                  <a:lnTo>
                    <a:pt x="47847" y="101985"/>
                  </a:lnTo>
                  <a:lnTo>
                    <a:pt x="55670" y="80292"/>
                  </a:lnTo>
                  <a:lnTo>
                    <a:pt x="102412" y="147707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0" name="Google Shape;2990;p40"/>
            <p:cNvSpPr/>
            <p:nvPr/>
          </p:nvSpPr>
          <p:spPr>
            <a:xfrm rot="-8513943">
              <a:off x="8615389" y="5055389"/>
              <a:ext cx="225944" cy="83544"/>
            </a:xfrm>
            <a:custGeom>
              <a:rect b="b" l="l" r="r" t="t"/>
              <a:pathLst>
                <a:path extrusionOk="0" h="83483" w="225779">
                  <a:moveTo>
                    <a:pt x="225779" y="12691"/>
                  </a:moveTo>
                  <a:cubicBezTo>
                    <a:pt x="167290" y="62904"/>
                    <a:pt x="90590" y="80561"/>
                    <a:pt x="44792" y="83320"/>
                  </a:cubicBezTo>
                  <a:cubicBezTo>
                    <a:pt x="32101" y="84147"/>
                    <a:pt x="19548" y="81802"/>
                    <a:pt x="7960" y="76974"/>
                  </a:cubicBezTo>
                  <a:lnTo>
                    <a:pt x="0" y="71526"/>
                  </a:lnTo>
                  <a:lnTo>
                    <a:pt x="70403" y="16211"/>
                  </a:lnTo>
                  <a:lnTo>
                    <a:pt x="107144" y="36418"/>
                  </a:lnTo>
                  <a:cubicBezTo>
                    <a:pt x="124250" y="35866"/>
                    <a:pt x="140803" y="32555"/>
                    <a:pt x="156805" y="27589"/>
                  </a:cubicBezTo>
                  <a:cubicBezTo>
                    <a:pt x="179981" y="20416"/>
                    <a:pt x="202604" y="11036"/>
                    <a:pt x="224676" y="0"/>
                  </a:cubicBezTo>
                  <a:cubicBezTo>
                    <a:pt x="225227" y="2207"/>
                    <a:pt x="225779" y="4965"/>
                    <a:pt x="225779" y="717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1" name="Google Shape;2991;p40"/>
            <p:cNvSpPr/>
            <p:nvPr/>
          </p:nvSpPr>
          <p:spPr>
            <a:xfrm rot="8706722">
              <a:off x="8721409" y="4856200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2" name="Google Shape;2992;p40"/>
            <p:cNvSpPr/>
            <p:nvPr/>
          </p:nvSpPr>
          <p:spPr>
            <a:xfrm rot="8714346">
              <a:off x="8669579" y="475228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3" name="Google Shape;2993;p40"/>
            <p:cNvSpPr/>
            <p:nvPr/>
          </p:nvSpPr>
          <p:spPr>
            <a:xfrm rot="8713740">
              <a:off x="8426270" y="478245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4" name="Google Shape;2994;p40"/>
            <p:cNvSpPr/>
            <p:nvPr/>
          </p:nvSpPr>
          <p:spPr>
            <a:xfrm rot="8714346">
              <a:off x="8603785" y="462326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5" name="Google Shape;2995;p40"/>
            <p:cNvSpPr/>
            <p:nvPr/>
          </p:nvSpPr>
          <p:spPr>
            <a:xfrm rot="8713740">
              <a:off x="7614374" y="368983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6" name="Google Shape;2996;p40"/>
            <p:cNvSpPr/>
            <p:nvPr/>
          </p:nvSpPr>
          <p:spPr>
            <a:xfrm rot="8713740">
              <a:off x="7703919" y="3719098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7" name="Google Shape;2997;p40"/>
            <p:cNvSpPr/>
            <p:nvPr/>
          </p:nvSpPr>
          <p:spPr>
            <a:xfrm rot="8713740">
              <a:off x="7658971" y="3632673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8" name="Google Shape;2998;p40"/>
            <p:cNvSpPr/>
            <p:nvPr/>
          </p:nvSpPr>
          <p:spPr>
            <a:xfrm rot="8713740">
              <a:off x="7502023" y="377815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9" name="Google Shape;2999;p40"/>
            <p:cNvSpPr/>
            <p:nvPr/>
          </p:nvSpPr>
          <p:spPr>
            <a:xfrm rot="8719330">
              <a:off x="7377238" y="356937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0" name="Google Shape;3000;p40"/>
            <p:cNvSpPr/>
            <p:nvPr/>
          </p:nvSpPr>
          <p:spPr>
            <a:xfrm rot="8713013">
              <a:off x="7364807" y="3430755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1" name="Google Shape;3001;p40"/>
            <p:cNvSpPr/>
            <p:nvPr/>
          </p:nvSpPr>
          <p:spPr>
            <a:xfrm rot="8713740">
              <a:off x="7592264" y="381931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2" name="Google Shape;3002;p40"/>
            <p:cNvSpPr/>
            <p:nvPr/>
          </p:nvSpPr>
          <p:spPr>
            <a:xfrm rot="8713740">
              <a:off x="7903473" y="3439684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3" name="Google Shape;3003;p40"/>
            <p:cNvSpPr/>
            <p:nvPr/>
          </p:nvSpPr>
          <p:spPr>
            <a:xfrm rot="8713740">
              <a:off x="7993018" y="3468946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4" name="Google Shape;3004;p40"/>
            <p:cNvSpPr/>
            <p:nvPr/>
          </p:nvSpPr>
          <p:spPr>
            <a:xfrm rot="8713740">
              <a:off x="7791122" y="3528002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5" name="Google Shape;3005;p40"/>
            <p:cNvSpPr/>
            <p:nvPr/>
          </p:nvSpPr>
          <p:spPr>
            <a:xfrm rot="8719330">
              <a:off x="7666338" y="331922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6" name="Google Shape;3006;p40"/>
            <p:cNvSpPr/>
            <p:nvPr/>
          </p:nvSpPr>
          <p:spPr>
            <a:xfrm rot="8713740">
              <a:off x="7881364" y="3569164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7" name="Google Shape;3007;p40"/>
            <p:cNvSpPr/>
            <p:nvPr/>
          </p:nvSpPr>
          <p:spPr>
            <a:xfrm rot="8718291">
              <a:off x="7639969" y="3419354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8" name="Google Shape;3008;p40"/>
            <p:cNvSpPr/>
            <p:nvPr/>
          </p:nvSpPr>
          <p:spPr>
            <a:xfrm rot="7480670">
              <a:off x="7986355" y="376042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9" name="Google Shape;3009;p40"/>
            <p:cNvSpPr/>
            <p:nvPr/>
          </p:nvSpPr>
          <p:spPr>
            <a:xfrm rot="-8510566">
              <a:off x="8091141" y="3727197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0" name="Google Shape;3010;p40"/>
            <p:cNvSpPr/>
            <p:nvPr/>
          </p:nvSpPr>
          <p:spPr>
            <a:xfrm rot="8706722">
              <a:off x="8276724" y="3535527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1" name="Google Shape;3011;p40"/>
            <p:cNvSpPr/>
            <p:nvPr/>
          </p:nvSpPr>
          <p:spPr>
            <a:xfrm rot="8714346">
              <a:off x="8224894" y="343161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2" name="Google Shape;3012;p40"/>
            <p:cNvSpPr/>
            <p:nvPr/>
          </p:nvSpPr>
          <p:spPr>
            <a:xfrm rot="8713740">
              <a:off x="7981585" y="346178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3" name="Google Shape;3013;p40"/>
            <p:cNvSpPr/>
            <p:nvPr/>
          </p:nvSpPr>
          <p:spPr>
            <a:xfrm rot="8714346">
              <a:off x="8159100" y="330259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4" name="Google Shape;3014;p40"/>
            <p:cNvSpPr/>
            <p:nvPr/>
          </p:nvSpPr>
          <p:spPr>
            <a:xfrm rot="8713740">
              <a:off x="7837541" y="434953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5" name="Google Shape;3015;p40"/>
            <p:cNvSpPr/>
            <p:nvPr/>
          </p:nvSpPr>
          <p:spPr>
            <a:xfrm rot="8713740">
              <a:off x="7927086" y="4378797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6" name="Google Shape;3016;p40"/>
            <p:cNvSpPr/>
            <p:nvPr/>
          </p:nvSpPr>
          <p:spPr>
            <a:xfrm rot="8713740">
              <a:off x="7882138" y="4292372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7" name="Google Shape;3017;p40"/>
            <p:cNvSpPr/>
            <p:nvPr/>
          </p:nvSpPr>
          <p:spPr>
            <a:xfrm rot="8713740">
              <a:off x="7725190" y="443785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8" name="Google Shape;3018;p40"/>
            <p:cNvSpPr/>
            <p:nvPr/>
          </p:nvSpPr>
          <p:spPr>
            <a:xfrm rot="8719330">
              <a:off x="7600405" y="422907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9" name="Google Shape;3019;p40"/>
            <p:cNvSpPr/>
            <p:nvPr/>
          </p:nvSpPr>
          <p:spPr>
            <a:xfrm rot="8713013">
              <a:off x="7587974" y="4090454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0" name="Google Shape;3020;p40"/>
            <p:cNvSpPr/>
            <p:nvPr/>
          </p:nvSpPr>
          <p:spPr>
            <a:xfrm rot="8713740">
              <a:off x="7815431" y="4479014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1" name="Google Shape;3021;p40"/>
            <p:cNvSpPr/>
            <p:nvPr/>
          </p:nvSpPr>
          <p:spPr>
            <a:xfrm rot="8713740">
              <a:off x="8126640" y="409938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2" name="Google Shape;3022;p40"/>
            <p:cNvSpPr/>
            <p:nvPr/>
          </p:nvSpPr>
          <p:spPr>
            <a:xfrm rot="8713740">
              <a:off x="8216185" y="412864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3" name="Google Shape;3023;p40"/>
            <p:cNvSpPr/>
            <p:nvPr/>
          </p:nvSpPr>
          <p:spPr>
            <a:xfrm rot="8713740">
              <a:off x="8014289" y="418770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4" name="Google Shape;3024;p40"/>
            <p:cNvSpPr/>
            <p:nvPr/>
          </p:nvSpPr>
          <p:spPr>
            <a:xfrm rot="8719330">
              <a:off x="7889505" y="397892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5" name="Google Shape;3025;p40"/>
            <p:cNvSpPr/>
            <p:nvPr/>
          </p:nvSpPr>
          <p:spPr>
            <a:xfrm rot="8713740">
              <a:off x="8104531" y="422886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6" name="Google Shape;3026;p40"/>
            <p:cNvSpPr/>
            <p:nvPr/>
          </p:nvSpPr>
          <p:spPr>
            <a:xfrm rot="8718291">
              <a:off x="7863136" y="4079053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7" name="Google Shape;3027;p40"/>
            <p:cNvSpPr/>
            <p:nvPr/>
          </p:nvSpPr>
          <p:spPr>
            <a:xfrm rot="7480670">
              <a:off x="8209522" y="442012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8" name="Google Shape;3028;p40"/>
            <p:cNvSpPr/>
            <p:nvPr/>
          </p:nvSpPr>
          <p:spPr>
            <a:xfrm rot="-8510566">
              <a:off x="8314308" y="4386896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9" name="Google Shape;3029;p40"/>
            <p:cNvSpPr/>
            <p:nvPr/>
          </p:nvSpPr>
          <p:spPr>
            <a:xfrm rot="8706722">
              <a:off x="8499891" y="4195226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0" name="Google Shape;3030;p40"/>
            <p:cNvSpPr/>
            <p:nvPr/>
          </p:nvSpPr>
          <p:spPr>
            <a:xfrm rot="8714346">
              <a:off x="8448061" y="409131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1" name="Google Shape;3031;p40"/>
            <p:cNvSpPr/>
            <p:nvPr/>
          </p:nvSpPr>
          <p:spPr>
            <a:xfrm rot="8713740">
              <a:off x="8204752" y="412148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2" name="Google Shape;3032;p40"/>
            <p:cNvSpPr/>
            <p:nvPr/>
          </p:nvSpPr>
          <p:spPr>
            <a:xfrm rot="8714346">
              <a:off x="8382267" y="3962293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3" name="Google Shape;3033;p40"/>
            <p:cNvSpPr/>
            <p:nvPr/>
          </p:nvSpPr>
          <p:spPr>
            <a:xfrm rot="8713740">
              <a:off x="6951019" y="171076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4" name="Google Shape;3034;p40"/>
            <p:cNvSpPr/>
            <p:nvPr/>
          </p:nvSpPr>
          <p:spPr>
            <a:xfrm rot="8713740">
              <a:off x="7040564" y="174002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5" name="Google Shape;3035;p40"/>
            <p:cNvSpPr/>
            <p:nvPr/>
          </p:nvSpPr>
          <p:spPr>
            <a:xfrm rot="8713740">
              <a:off x="6995616" y="1653604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6" name="Google Shape;3036;p40"/>
            <p:cNvSpPr/>
            <p:nvPr/>
          </p:nvSpPr>
          <p:spPr>
            <a:xfrm rot="8713740">
              <a:off x="6838668" y="179908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7" name="Google Shape;3037;p40"/>
            <p:cNvSpPr/>
            <p:nvPr/>
          </p:nvSpPr>
          <p:spPr>
            <a:xfrm rot="8719330">
              <a:off x="6713883" y="159030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8" name="Google Shape;3038;p40"/>
            <p:cNvSpPr/>
            <p:nvPr/>
          </p:nvSpPr>
          <p:spPr>
            <a:xfrm rot="8713013">
              <a:off x="6701452" y="1451686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9" name="Google Shape;3039;p40"/>
            <p:cNvSpPr/>
            <p:nvPr/>
          </p:nvSpPr>
          <p:spPr>
            <a:xfrm rot="8713740">
              <a:off x="6928909" y="184024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0" name="Google Shape;3040;p40"/>
            <p:cNvSpPr/>
            <p:nvPr/>
          </p:nvSpPr>
          <p:spPr>
            <a:xfrm rot="8713740">
              <a:off x="7240118" y="146061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1" name="Google Shape;3041;p40"/>
            <p:cNvSpPr/>
            <p:nvPr/>
          </p:nvSpPr>
          <p:spPr>
            <a:xfrm rot="8713740">
              <a:off x="7329663" y="1489877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2" name="Google Shape;3042;p40"/>
            <p:cNvSpPr/>
            <p:nvPr/>
          </p:nvSpPr>
          <p:spPr>
            <a:xfrm rot="8713740">
              <a:off x="7127767" y="154893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3" name="Google Shape;3043;p40"/>
            <p:cNvSpPr/>
            <p:nvPr/>
          </p:nvSpPr>
          <p:spPr>
            <a:xfrm rot="8719330">
              <a:off x="7002983" y="134015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4" name="Google Shape;3044;p40"/>
            <p:cNvSpPr/>
            <p:nvPr/>
          </p:nvSpPr>
          <p:spPr>
            <a:xfrm rot="8713740">
              <a:off x="7218009" y="159009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5" name="Google Shape;3045;p40"/>
            <p:cNvSpPr/>
            <p:nvPr/>
          </p:nvSpPr>
          <p:spPr>
            <a:xfrm rot="8718291">
              <a:off x="6976614" y="1440285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6" name="Google Shape;3046;p40"/>
            <p:cNvSpPr/>
            <p:nvPr/>
          </p:nvSpPr>
          <p:spPr>
            <a:xfrm rot="7480670">
              <a:off x="7323000" y="178135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7" name="Google Shape;3047;p40"/>
            <p:cNvSpPr/>
            <p:nvPr/>
          </p:nvSpPr>
          <p:spPr>
            <a:xfrm rot="-8510566">
              <a:off x="7427786" y="1748128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8" name="Google Shape;3048;p40"/>
            <p:cNvSpPr/>
            <p:nvPr/>
          </p:nvSpPr>
          <p:spPr>
            <a:xfrm rot="8706722">
              <a:off x="7613369" y="1556458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9" name="Google Shape;3049;p40"/>
            <p:cNvSpPr/>
            <p:nvPr/>
          </p:nvSpPr>
          <p:spPr>
            <a:xfrm rot="8714346">
              <a:off x="7561539" y="145254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0" name="Google Shape;3050;p40"/>
            <p:cNvSpPr/>
            <p:nvPr/>
          </p:nvSpPr>
          <p:spPr>
            <a:xfrm rot="8713740">
              <a:off x="7318230" y="148271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1" name="Google Shape;3051;p40"/>
            <p:cNvSpPr/>
            <p:nvPr/>
          </p:nvSpPr>
          <p:spPr>
            <a:xfrm rot="8714346">
              <a:off x="7495745" y="132352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2" name="Google Shape;3052;p40"/>
            <p:cNvSpPr/>
            <p:nvPr/>
          </p:nvSpPr>
          <p:spPr>
            <a:xfrm rot="8713740">
              <a:off x="6727852" y="105106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3" name="Google Shape;3053;p40"/>
            <p:cNvSpPr/>
            <p:nvPr/>
          </p:nvSpPr>
          <p:spPr>
            <a:xfrm rot="8713740">
              <a:off x="6817397" y="108033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4" name="Google Shape;3054;p40"/>
            <p:cNvSpPr/>
            <p:nvPr/>
          </p:nvSpPr>
          <p:spPr>
            <a:xfrm rot="8713740">
              <a:off x="6772449" y="993905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5" name="Google Shape;3055;p40"/>
            <p:cNvSpPr/>
            <p:nvPr/>
          </p:nvSpPr>
          <p:spPr>
            <a:xfrm rot="8713740">
              <a:off x="6615501" y="113938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6" name="Google Shape;3056;p40"/>
            <p:cNvSpPr/>
            <p:nvPr/>
          </p:nvSpPr>
          <p:spPr>
            <a:xfrm rot="8719330">
              <a:off x="6490716" y="93061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7" name="Google Shape;3057;p40"/>
            <p:cNvSpPr/>
            <p:nvPr/>
          </p:nvSpPr>
          <p:spPr>
            <a:xfrm rot="8713013">
              <a:off x="6478285" y="791987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8" name="Google Shape;3058;p40"/>
            <p:cNvSpPr/>
            <p:nvPr/>
          </p:nvSpPr>
          <p:spPr>
            <a:xfrm rot="8713740">
              <a:off x="6705742" y="118054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9" name="Google Shape;3059;p40"/>
            <p:cNvSpPr/>
            <p:nvPr/>
          </p:nvSpPr>
          <p:spPr>
            <a:xfrm rot="8713740">
              <a:off x="7016951" y="80091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0" name="Google Shape;3060;p40"/>
            <p:cNvSpPr/>
            <p:nvPr/>
          </p:nvSpPr>
          <p:spPr>
            <a:xfrm rot="8713740">
              <a:off x="7106496" y="830178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1" name="Google Shape;3061;p40"/>
            <p:cNvSpPr/>
            <p:nvPr/>
          </p:nvSpPr>
          <p:spPr>
            <a:xfrm rot="8713740">
              <a:off x="6904600" y="88923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2" name="Google Shape;3062;p40"/>
            <p:cNvSpPr/>
            <p:nvPr/>
          </p:nvSpPr>
          <p:spPr>
            <a:xfrm rot="8719330">
              <a:off x="6779816" y="68045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3" name="Google Shape;3063;p40"/>
            <p:cNvSpPr/>
            <p:nvPr/>
          </p:nvSpPr>
          <p:spPr>
            <a:xfrm rot="8713740">
              <a:off x="6994842" y="93039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4" name="Google Shape;3064;p40"/>
            <p:cNvSpPr/>
            <p:nvPr/>
          </p:nvSpPr>
          <p:spPr>
            <a:xfrm rot="8718291">
              <a:off x="6753447" y="780586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5" name="Google Shape;3065;p40"/>
            <p:cNvSpPr/>
            <p:nvPr/>
          </p:nvSpPr>
          <p:spPr>
            <a:xfrm rot="7480670">
              <a:off x="7099833" y="112165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6" name="Google Shape;3066;p40"/>
            <p:cNvSpPr/>
            <p:nvPr/>
          </p:nvSpPr>
          <p:spPr>
            <a:xfrm rot="-8510566">
              <a:off x="7204619" y="1088429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7" name="Google Shape;3067;p40"/>
            <p:cNvSpPr/>
            <p:nvPr/>
          </p:nvSpPr>
          <p:spPr>
            <a:xfrm rot="8706722">
              <a:off x="7390202" y="896759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8" name="Google Shape;3068;p40"/>
            <p:cNvSpPr/>
            <p:nvPr/>
          </p:nvSpPr>
          <p:spPr>
            <a:xfrm rot="8714346">
              <a:off x="7338372" y="79284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9" name="Google Shape;3069;p40"/>
            <p:cNvSpPr/>
            <p:nvPr/>
          </p:nvSpPr>
          <p:spPr>
            <a:xfrm rot="8713740">
              <a:off x="7095063" y="82301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0" name="Google Shape;3070;p40"/>
            <p:cNvSpPr/>
            <p:nvPr/>
          </p:nvSpPr>
          <p:spPr>
            <a:xfrm rot="8714346">
              <a:off x="7272578" y="66382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1" name="Google Shape;3071;p40"/>
            <p:cNvSpPr/>
            <p:nvPr/>
          </p:nvSpPr>
          <p:spPr>
            <a:xfrm rot="8713740">
              <a:off x="6508913" y="389010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2" name="Google Shape;3072;p40"/>
            <p:cNvSpPr/>
            <p:nvPr/>
          </p:nvSpPr>
          <p:spPr>
            <a:xfrm rot="8713740">
              <a:off x="6598458" y="418272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3" name="Google Shape;3073;p40"/>
            <p:cNvSpPr/>
            <p:nvPr/>
          </p:nvSpPr>
          <p:spPr>
            <a:xfrm rot="8713740">
              <a:off x="6553510" y="331847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4" name="Google Shape;3074;p40"/>
            <p:cNvSpPr/>
            <p:nvPr/>
          </p:nvSpPr>
          <p:spPr>
            <a:xfrm rot="8713740">
              <a:off x="6396562" y="47732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5" name="Google Shape;3075;p40"/>
            <p:cNvSpPr/>
            <p:nvPr/>
          </p:nvSpPr>
          <p:spPr>
            <a:xfrm rot="8719330">
              <a:off x="6271777" y="26855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6" name="Google Shape;3076;p40"/>
            <p:cNvSpPr/>
            <p:nvPr/>
          </p:nvSpPr>
          <p:spPr>
            <a:xfrm rot="8713013">
              <a:off x="6259346" y="129929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7" name="Google Shape;3077;p40"/>
            <p:cNvSpPr/>
            <p:nvPr/>
          </p:nvSpPr>
          <p:spPr>
            <a:xfrm rot="8713740">
              <a:off x="6486803" y="518489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8" name="Google Shape;3078;p40"/>
            <p:cNvSpPr/>
            <p:nvPr/>
          </p:nvSpPr>
          <p:spPr>
            <a:xfrm rot="8713740">
              <a:off x="6798012" y="13885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9" name="Google Shape;3079;p40"/>
            <p:cNvSpPr/>
            <p:nvPr/>
          </p:nvSpPr>
          <p:spPr>
            <a:xfrm rot="8713740">
              <a:off x="6887557" y="16812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0" name="Google Shape;3080;p40"/>
            <p:cNvSpPr/>
            <p:nvPr/>
          </p:nvSpPr>
          <p:spPr>
            <a:xfrm rot="8713740">
              <a:off x="6685661" y="22717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1" name="Google Shape;3081;p40"/>
            <p:cNvSpPr/>
            <p:nvPr/>
          </p:nvSpPr>
          <p:spPr>
            <a:xfrm rot="8719330">
              <a:off x="6560877" y="1840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2" name="Google Shape;3082;p40"/>
            <p:cNvSpPr/>
            <p:nvPr/>
          </p:nvSpPr>
          <p:spPr>
            <a:xfrm rot="8713740">
              <a:off x="6775903" y="26833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3" name="Google Shape;3083;p40"/>
            <p:cNvSpPr/>
            <p:nvPr/>
          </p:nvSpPr>
          <p:spPr>
            <a:xfrm rot="8718291">
              <a:off x="6534508" y="118528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4" name="Google Shape;3084;p40"/>
            <p:cNvSpPr/>
            <p:nvPr/>
          </p:nvSpPr>
          <p:spPr>
            <a:xfrm rot="7480670">
              <a:off x="6880894" y="45959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5" name="Google Shape;3085;p40"/>
            <p:cNvSpPr/>
            <p:nvPr/>
          </p:nvSpPr>
          <p:spPr>
            <a:xfrm rot="-8510566">
              <a:off x="6985680" y="426371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6" name="Google Shape;3086;p40"/>
            <p:cNvSpPr/>
            <p:nvPr/>
          </p:nvSpPr>
          <p:spPr>
            <a:xfrm rot="8706722">
              <a:off x="7171263" y="23470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7" name="Google Shape;3087;p40"/>
            <p:cNvSpPr/>
            <p:nvPr/>
          </p:nvSpPr>
          <p:spPr>
            <a:xfrm rot="8714346">
              <a:off x="7119433" y="13078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8" name="Google Shape;3088;p40"/>
            <p:cNvSpPr/>
            <p:nvPr/>
          </p:nvSpPr>
          <p:spPr>
            <a:xfrm rot="8713740">
              <a:off x="6876124" y="16096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9" name="Google Shape;3089;p40"/>
            <p:cNvSpPr/>
            <p:nvPr/>
          </p:nvSpPr>
          <p:spPr>
            <a:xfrm rot="8714346">
              <a:off x="7053639" y="176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0" name="Google Shape;3090;p40"/>
            <p:cNvSpPr/>
            <p:nvPr/>
          </p:nvSpPr>
          <p:spPr>
            <a:xfrm rot="8716661">
              <a:off x="6443905" y="-32364"/>
              <a:ext cx="92388" cy="67822"/>
            </a:xfrm>
            <a:custGeom>
              <a:rect b="b" l="l" r="r" t="t"/>
              <a:pathLst>
                <a:path extrusionOk="0" h="67774" w="92323">
                  <a:moveTo>
                    <a:pt x="92323" y="67774"/>
                  </a:moveTo>
                  <a:lnTo>
                    <a:pt x="0" y="3779"/>
                  </a:lnTo>
                  <a:lnTo>
                    <a:pt x="19952" y="19"/>
                  </a:lnTo>
                  <a:cubicBezTo>
                    <a:pt x="55152" y="-664"/>
                    <a:pt x="79843" y="17619"/>
                    <a:pt x="89989" y="50641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1" name="Google Shape;3091;p40"/>
            <p:cNvSpPr/>
            <p:nvPr/>
          </p:nvSpPr>
          <p:spPr>
            <a:xfrm rot="8716661">
              <a:off x="6294056" y="-38663"/>
              <a:ext cx="103508" cy="102770"/>
            </a:xfrm>
            <a:custGeom>
              <a:rect b="b" l="l" r="r" t="t"/>
              <a:pathLst>
                <a:path extrusionOk="0" h="102698" w="103435">
                  <a:moveTo>
                    <a:pt x="103435" y="102698"/>
                  </a:moveTo>
                  <a:lnTo>
                    <a:pt x="43288" y="61006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2279"/>
                  </a:lnTo>
                  <a:cubicBezTo>
                    <a:pt x="32808" y="3645"/>
                    <a:pt x="66983" y="911"/>
                    <a:pt x="103435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2" name="Google Shape;3092;p40"/>
            <p:cNvSpPr/>
            <p:nvPr/>
          </p:nvSpPr>
          <p:spPr>
            <a:xfrm rot="7483339">
              <a:off x="6746511" y="-26351"/>
              <a:ext cx="41600" cy="55362"/>
            </a:xfrm>
            <a:custGeom>
              <a:rect b="b" l="l" r="r" t="t"/>
              <a:pathLst>
                <a:path extrusionOk="0" h="55323" w="41571">
                  <a:moveTo>
                    <a:pt x="38358" y="55323"/>
                  </a:moveTo>
                  <a:lnTo>
                    <a:pt x="0" y="0"/>
                  </a:lnTo>
                  <a:lnTo>
                    <a:pt x="41571" y="0"/>
                  </a:lnTo>
                  <a:lnTo>
                    <a:pt x="41571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3" name="Google Shape;3093;p40"/>
            <p:cNvSpPr/>
            <p:nvPr/>
          </p:nvSpPr>
          <p:spPr>
            <a:xfrm rot="-8513943">
              <a:off x="6891136" y="-41669"/>
              <a:ext cx="74271" cy="174131"/>
            </a:xfrm>
            <a:custGeom>
              <a:rect b="b" l="l" r="r" t="t"/>
              <a:pathLst>
                <a:path extrusionOk="0" h="174004" w="74217">
                  <a:moveTo>
                    <a:pt x="74217" y="115692"/>
                  </a:moveTo>
                  <a:lnTo>
                    <a:pt x="0" y="174004"/>
                  </a:lnTo>
                  <a:lnTo>
                    <a:pt x="0" y="38074"/>
                  </a:lnTo>
                  <a:lnTo>
                    <a:pt x="73388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4" name="Google Shape;3094;p40"/>
            <p:cNvSpPr/>
            <p:nvPr/>
          </p:nvSpPr>
          <p:spPr>
            <a:xfrm rot="8713740">
              <a:off x="8238746" y="2542774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5" name="Google Shape;3095;p40"/>
            <p:cNvSpPr/>
            <p:nvPr/>
          </p:nvSpPr>
          <p:spPr>
            <a:xfrm rot="8713740">
              <a:off x="8328291" y="2572036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6" name="Google Shape;3096;p40"/>
            <p:cNvSpPr/>
            <p:nvPr/>
          </p:nvSpPr>
          <p:spPr>
            <a:xfrm rot="8713740">
              <a:off x="8283343" y="2485611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7" name="Google Shape;3097;p40"/>
            <p:cNvSpPr/>
            <p:nvPr/>
          </p:nvSpPr>
          <p:spPr>
            <a:xfrm rot="8713740">
              <a:off x="8126395" y="2631092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8" name="Google Shape;3098;p40"/>
            <p:cNvSpPr/>
            <p:nvPr/>
          </p:nvSpPr>
          <p:spPr>
            <a:xfrm rot="8719330">
              <a:off x="8001610" y="242231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9" name="Google Shape;3099;p40"/>
            <p:cNvSpPr/>
            <p:nvPr/>
          </p:nvSpPr>
          <p:spPr>
            <a:xfrm rot="8713013">
              <a:off x="7989179" y="2283693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0" name="Google Shape;3100;p40"/>
            <p:cNvSpPr/>
            <p:nvPr/>
          </p:nvSpPr>
          <p:spPr>
            <a:xfrm rot="8713740">
              <a:off x="8216636" y="267225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1" name="Google Shape;3101;p40"/>
            <p:cNvSpPr/>
            <p:nvPr/>
          </p:nvSpPr>
          <p:spPr>
            <a:xfrm rot="8713740">
              <a:off x="8527845" y="2292622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2" name="Google Shape;3102;p40"/>
            <p:cNvSpPr/>
            <p:nvPr/>
          </p:nvSpPr>
          <p:spPr>
            <a:xfrm rot="8713740">
              <a:off x="8617390" y="2321884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3" name="Google Shape;3103;p40"/>
            <p:cNvSpPr/>
            <p:nvPr/>
          </p:nvSpPr>
          <p:spPr>
            <a:xfrm rot="8713740">
              <a:off x="8415494" y="238094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4" name="Google Shape;3104;p40"/>
            <p:cNvSpPr/>
            <p:nvPr/>
          </p:nvSpPr>
          <p:spPr>
            <a:xfrm rot="8719330">
              <a:off x="8290710" y="217216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5" name="Google Shape;3105;p40"/>
            <p:cNvSpPr/>
            <p:nvPr/>
          </p:nvSpPr>
          <p:spPr>
            <a:xfrm rot="8713740">
              <a:off x="8505736" y="2422102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6" name="Google Shape;3106;p40"/>
            <p:cNvSpPr/>
            <p:nvPr/>
          </p:nvSpPr>
          <p:spPr>
            <a:xfrm rot="8718291">
              <a:off x="8264341" y="2272292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7" name="Google Shape;3107;p40"/>
            <p:cNvSpPr/>
            <p:nvPr/>
          </p:nvSpPr>
          <p:spPr>
            <a:xfrm rot="7480670">
              <a:off x="8610727" y="261336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8" name="Google Shape;3108;p40"/>
            <p:cNvSpPr/>
            <p:nvPr/>
          </p:nvSpPr>
          <p:spPr>
            <a:xfrm rot="-8510566">
              <a:off x="8715513" y="2580135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9" name="Google Shape;3109;p40"/>
            <p:cNvSpPr/>
            <p:nvPr/>
          </p:nvSpPr>
          <p:spPr>
            <a:xfrm rot="8706722">
              <a:off x="8901096" y="2388465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0" name="Google Shape;3110;p40"/>
            <p:cNvSpPr/>
            <p:nvPr/>
          </p:nvSpPr>
          <p:spPr>
            <a:xfrm rot="8714346">
              <a:off x="8849266" y="2284553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1" name="Google Shape;3111;p40"/>
            <p:cNvSpPr/>
            <p:nvPr/>
          </p:nvSpPr>
          <p:spPr>
            <a:xfrm rot="8713740">
              <a:off x="8605957" y="231472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2" name="Google Shape;3112;p40"/>
            <p:cNvSpPr/>
            <p:nvPr/>
          </p:nvSpPr>
          <p:spPr>
            <a:xfrm rot="8714346">
              <a:off x="8783472" y="2155532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3" name="Google Shape;3113;p40"/>
            <p:cNvSpPr/>
            <p:nvPr/>
          </p:nvSpPr>
          <p:spPr>
            <a:xfrm rot="8713740">
              <a:off x="8461913" y="320247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4" name="Google Shape;3114;p40"/>
            <p:cNvSpPr/>
            <p:nvPr/>
          </p:nvSpPr>
          <p:spPr>
            <a:xfrm rot="8713740">
              <a:off x="8551458" y="323173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5" name="Google Shape;3115;p40"/>
            <p:cNvSpPr/>
            <p:nvPr/>
          </p:nvSpPr>
          <p:spPr>
            <a:xfrm rot="8713740">
              <a:off x="8506510" y="3145310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6" name="Google Shape;3116;p40"/>
            <p:cNvSpPr/>
            <p:nvPr/>
          </p:nvSpPr>
          <p:spPr>
            <a:xfrm rot="8713740">
              <a:off x="8349562" y="329079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7" name="Google Shape;3117;p40"/>
            <p:cNvSpPr/>
            <p:nvPr/>
          </p:nvSpPr>
          <p:spPr>
            <a:xfrm rot="8719330">
              <a:off x="8224777" y="308201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8" name="Google Shape;3118;p40"/>
            <p:cNvSpPr/>
            <p:nvPr/>
          </p:nvSpPr>
          <p:spPr>
            <a:xfrm rot="8713013">
              <a:off x="8212346" y="2943392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9" name="Google Shape;3119;p40"/>
            <p:cNvSpPr/>
            <p:nvPr/>
          </p:nvSpPr>
          <p:spPr>
            <a:xfrm rot="8713740">
              <a:off x="8439803" y="3331952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0" name="Google Shape;3120;p40"/>
            <p:cNvSpPr/>
            <p:nvPr/>
          </p:nvSpPr>
          <p:spPr>
            <a:xfrm rot="8713740">
              <a:off x="8751012" y="2952321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1" name="Google Shape;3121;p40"/>
            <p:cNvSpPr/>
            <p:nvPr/>
          </p:nvSpPr>
          <p:spPr>
            <a:xfrm rot="8713740">
              <a:off x="8840557" y="2981583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2" name="Google Shape;3122;p40"/>
            <p:cNvSpPr/>
            <p:nvPr/>
          </p:nvSpPr>
          <p:spPr>
            <a:xfrm rot="8713740">
              <a:off x="8638661" y="304063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3" name="Google Shape;3123;p40"/>
            <p:cNvSpPr/>
            <p:nvPr/>
          </p:nvSpPr>
          <p:spPr>
            <a:xfrm rot="8719330">
              <a:off x="8513877" y="283186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4" name="Google Shape;3124;p40"/>
            <p:cNvSpPr/>
            <p:nvPr/>
          </p:nvSpPr>
          <p:spPr>
            <a:xfrm rot="8713740">
              <a:off x="8728903" y="3081801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5" name="Google Shape;3125;p40"/>
            <p:cNvSpPr/>
            <p:nvPr/>
          </p:nvSpPr>
          <p:spPr>
            <a:xfrm rot="8718291">
              <a:off x="8487508" y="2931991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6" name="Google Shape;3126;p40"/>
            <p:cNvSpPr/>
            <p:nvPr/>
          </p:nvSpPr>
          <p:spPr>
            <a:xfrm rot="7480670">
              <a:off x="8833894" y="327306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7" name="Google Shape;3127;p40"/>
            <p:cNvSpPr/>
            <p:nvPr/>
          </p:nvSpPr>
          <p:spPr>
            <a:xfrm rot="-8513943">
              <a:off x="8932858" y="3248239"/>
              <a:ext cx="272783" cy="314847"/>
            </a:xfrm>
            <a:custGeom>
              <a:rect b="b" l="l" r="r" t="t"/>
              <a:pathLst>
                <a:path extrusionOk="0" h="314617" w="272584">
                  <a:moveTo>
                    <a:pt x="77412" y="203022"/>
                  </a:moveTo>
                  <a:lnTo>
                    <a:pt x="0" y="104495"/>
                  </a:ln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3664" y="169400"/>
                    <a:pt x="74491" y="184988"/>
                    <a:pt x="76768" y="200369"/>
                  </a:cubicBezTo>
                  <a:close/>
                  <a:moveTo>
                    <a:pt x="272584" y="258238"/>
                  </a:moveTo>
                  <a:cubicBezTo>
                    <a:pt x="243339" y="283344"/>
                    <a:pt x="209542" y="300312"/>
                    <a:pt x="177331" y="311348"/>
                  </a:cubicBezTo>
                  <a:lnTo>
                    <a:pt x="165091" y="314617"/>
                  </a:lnTo>
                  <a:lnTo>
                    <a:pt x="136528" y="278262"/>
                  </a:lnTo>
                  <a:lnTo>
                    <a:pt x="153949" y="281965"/>
                  </a:lnTo>
                  <a:cubicBezTo>
                    <a:pt x="171055" y="281413"/>
                    <a:pt x="187608" y="278102"/>
                    <a:pt x="203610" y="273137"/>
                  </a:cubicBezTo>
                  <a:cubicBezTo>
                    <a:pt x="226786" y="265963"/>
                    <a:pt x="249409" y="256583"/>
                    <a:pt x="271481" y="245547"/>
                  </a:cubicBezTo>
                  <a:cubicBezTo>
                    <a:pt x="272032" y="247754"/>
                    <a:pt x="272584" y="250512"/>
                    <a:pt x="272584" y="25272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8" name="Google Shape;3128;p40"/>
            <p:cNvSpPr/>
            <p:nvPr/>
          </p:nvSpPr>
          <p:spPr>
            <a:xfrm rot="8716661">
              <a:off x="9063348" y="2943263"/>
              <a:ext cx="105504" cy="113087"/>
            </a:xfrm>
            <a:custGeom>
              <a:rect b="b" l="l" r="r" t="t"/>
              <a:pathLst>
                <a:path extrusionOk="0" h="113008" w="105430">
                  <a:moveTo>
                    <a:pt x="5398" y="96451"/>
                  </a:moveTo>
                  <a:lnTo>
                    <a:pt x="0" y="83667"/>
                  </a:lnTo>
                  <a:lnTo>
                    <a:pt x="57995" y="0"/>
                  </a:lnTo>
                  <a:lnTo>
                    <a:pt x="88184" y="12746"/>
                  </a:lnTo>
                  <a:cubicBezTo>
                    <a:pt x="111179" y="34822"/>
                    <a:pt x="111179" y="72535"/>
                    <a:pt x="88183" y="95531"/>
                  </a:cubicBezTo>
                  <a:cubicBezTo>
                    <a:pt x="77145" y="106569"/>
                    <a:pt x="62428" y="113008"/>
                    <a:pt x="46790" y="113008"/>
                  </a:cubicBezTo>
                  <a:cubicBezTo>
                    <a:pt x="31154" y="113008"/>
                    <a:pt x="16436" y="107489"/>
                    <a:pt x="5398" y="96451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9" name="Google Shape;3129;p40"/>
            <p:cNvSpPr/>
            <p:nvPr/>
          </p:nvSpPr>
          <p:spPr>
            <a:xfrm rot="8713740">
              <a:off x="8829124" y="297442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0" name="Google Shape;3130;p40"/>
            <p:cNvSpPr/>
            <p:nvPr/>
          </p:nvSpPr>
          <p:spPr>
            <a:xfrm rot="8714346">
              <a:off x="9006639" y="2815231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1" name="Google Shape;3131;p40"/>
            <p:cNvSpPr/>
            <p:nvPr/>
          </p:nvSpPr>
          <p:spPr>
            <a:xfrm rot="8716661">
              <a:off x="8951272" y="5039705"/>
              <a:ext cx="114923" cy="149868"/>
            </a:xfrm>
            <a:custGeom>
              <a:rect b="b" l="l" r="r" t="t"/>
              <a:pathLst>
                <a:path extrusionOk="0" h="149763" w="114842">
                  <a:moveTo>
                    <a:pt x="0" y="9212"/>
                  </a:moveTo>
                  <a:lnTo>
                    <a:pt x="0" y="0"/>
                  </a:lnTo>
                  <a:lnTo>
                    <a:pt x="13290" y="9212"/>
                  </a:lnTo>
                  <a:close/>
                  <a:moveTo>
                    <a:pt x="90709" y="149763"/>
                  </a:moveTo>
                  <a:lnTo>
                    <a:pt x="47847" y="70018"/>
                  </a:lnTo>
                  <a:lnTo>
                    <a:pt x="58479" y="40536"/>
                  </a:lnTo>
                  <a:lnTo>
                    <a:pt x="114842" y="79604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2" name="Google Shape;3132;p40"/>
            <p:cNvSpPr/>
            <p:nvPr/>
          </p:nvSpPr>
          <p:spPr>
            <a:xfrm rot="8716661">
              <a:off x="8858062" y="4923975"/>
              <a:ext cx="290848" cy="300539"/>
            </a:xfrm>
            <a:custGeom>
              <a:rect b="b" l="l" r="r" t="t"/>
              <a:pathLst>
                <a:path extrusionOk="0" h="300328" w="290644">
                  <a:moveTo>
                    <a:pt x="25298" y="270737"/>
                  </a:moveTo>
                  <a:cubicBezTo>
                    <a:pt x="5295" y="251321"/>
                    <a:pt x="0" y="217786"/>
                    <a:pt x="1" y="169541"/>
                  </a:cubicBezTo>
                  <a:lnTo>
                    <a:pt x="0" y="113409"/>
                  </a:lnTo>
                  <a:lnTo>
                    <a:pt x="78612" y="0"/>
                  </a:lnTo>
                  <a:lnTo>
                    <a:pt x="79427" y="113648"/>
                  </a:lnTo>
                  <a:cubicBezTo>
                    <a:pt x="77662" y="146596"/>
                    <a:pt x="82956" y="180131"/>
                    <a:pt x="93547" y="211314"/>
                  </a:cubicBezTo>
                  <a:cubicBezTo>
                    <a:pt x="102961" y="237201"/>
                    <a:pt x="127083" y="250145"/>
                    <a:pt x="164149" y="250145"/>
                  </a:cubicBezTo>
                  <a:cubicBezTo>
                    <a:pt x="182388" y="249557"/>
                    <a:pt x="200038" y="246026"/>
                    <a:pt x="217100" y="240732"/>
                  </a:cubicBezTo>
                  <a:cubicBezTo>
                    <a:pt x="241810" y="233083"/>
                    <a:pt x="265932" y="223080"/>
                    <a:pt x="289467" y="211314"/>
                  </a:cubicBezTo>
                  <a:cubicBezTo>
                    <a:pt x="290055" y="213668"/>
                    <a:pt x="290643" y="216609"/>
                    <a:pt x="290643" y="218962"/>
                  </a:cubicBezTo>
                  <a:lnTo>
                    <a:pt x="290644" y="224846"/>
                  </a:lnTo>
                  <a:cubicBezTo>
                    <a:pt x="228278" y="278385"/>
                    <a:pt x="146498" y="297213"/>
                    <a:pt x="97666" y="300154"/>
                  </a:cubicBezTo>
                  <a:cubicBezTo>
                    <a:pt x="70602" y="301920"/>
                    <a:pt x="44126" y="290152"/>
                    <a:pt x="25298" y="270737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3" name="Google Shape;3133;p40"/>
            <p:cNvSpPr/>
            <p:nvPr/>
          </p:nvSpPr>
          <p:spPr>
            <a:xfrm rot="8713740">
              <a:off x="8680583" y="386086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4" name="Google Shape;3134;p40"/>
            <p:cNvSpPr/>
            <p:nvPr/>
          </p:nvSpPr>
          <p:spPr>
            <a:xfrm rot="8713740">
              <a:off x="8770128" y="389013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5" name="Google Shape;3135;p40"/>
            <p:cNvSpPr/>
            <p:nvPr/>
          </p:nvSpPr>
          <p:spPr>
            <a:xfrm rot="8713740">
              <a:off x="8725180" y="380370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6" name="Google Shape;3136;p40"/>
            <p:cNvSpPr/>
            <p:nvPr/>
          </p:nvSpPr>
          <p:spPr>
            <a:xfrm rot="8713740">
              <a:off x="8568232" y="394918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7" name="Google Shape;3137;p40"/>
            <p:cNvSpPr/>
            <p:nvPr/>
          </p:nvSpPr>
          <p:spPr>
            <a:xfrm rot="8719330">
              <a:off x="8443447" y="374041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8" name="Google Shape;3138;p40"/>
            <p:cNvSpPr/>
            <p:nvPr/>
          </p:nvSpPr>
          <p:spPr>
            <a:xfrm rot="8713013">
              <a:off x="8431016" y="3601788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9" name="Google Shape;3139;p40"/>
            <p:cNvSpPr/>
            <p:nvPr/>
          </p:nvSpPr>
          <p:spPr>
            <a:xfrm rot="8713740">
              <a:off x="8658473" y="399034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0" name="Google Shape;3140;p40"/>
            <p:cNvSpPr/>
            <p:nvPr/>
          </p:nvSpPr>
          <p:spPr>
            <a:xfrm rot="8716661">
              <a:off x="8968529" y="3610548"/>
              <a:ext cx="142268" cy="232551"/>
            </a:xfrm>
            <a:custGeom>
              <a:rect b="b" l="l" r="r" t="t"/>
              <a:pathLst>
                <a:path extrusionOk="0" h="232388" w="142168">
                  <a:moveTo>
                    <a:pt x="81109" y="232388"/>
                  </a:moveTo>
                  <a:lnTo>
                    <a:pt x="81108" y="69717"/>
                  </a:lnTo>
                  <a:cubicBezTo>
                    <a:pt x="81108" y="68350"/>
                    <a:pt x="81108" y="66982"/>
                    <a:pt x="81108" y="65615"/>
                  </a:cubicBezTo>
                  <a:cubicBezTo>
                    <a:pt x="79741" y="55591"/>
                    <a:pt x="70628" y="48756"/>
                    <a:pt x="60603" y="50123"/>
                  </a:cubicBezTo>
                  <a:lnTo>
                    <a:pt x="0" y="50123"/>
                  </a:lnTo>
                  <a:lnTo>
                    <a:pt x="0" y="35740"/>
                  </a:lnTo>
                  <a:lnTo>
                    <a:pt x="24774" y="0"/>
                  </a:lnTo>
                  <a:lnTo>
                    <a:pt x="85210" y="0"/>
                  </a:lnTo>
                  <a:cubicBezTo>
                    <a:pt x="122118" y="0"/>
                    <a:pt x="142167" y="15949"/>
                    <a:pt x="142168" y="50123"/>
                  </a:cubicBezTo>
                  <a:lnTo>
                    <a:pt x="142167" y="208238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1" name="Google Shape;3141;p40"/>
            <p:cNvSpPr/>
            <p:nvPr/>
          </p:nvSpPr>
          <p:spPr>
            <a:xfrm rot="8716661">
              <a:off x="9108975" y="3840430"/>
              <a:ext cx="57263" cy="60252"/>
            </a:xfrm>
            <a:custGeom>
              <a:rect b="b" l="l" r="r" t="t"/>
              <a:pathLst>
                <a:path extrusionOk="0" h="60210" w="57223">
                  <a:moveTo>
                    <a:pt x="0" y="60210"/>
                  </a:moveTo>
                  <a:lnTo>
                    <a:pt x="41735" y="0"/>
                  </a:lnTo>
                  <a:lnTo>
                    <a:pt x="57223" y="50920"/>
                  </a:lnTo>
                  <a:lnTo>
                    <a:pt x="57223" y="56844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2" name="Google Shape;3142;p40"/>
            <p:cNvSpPr/>
            <p:nvPr/>
          </p:nvSpPr>
          <p:spPr>
            <a:xfrm rot="8713740">
              <a:off x="8857331" y="369903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3" name="Google Shape;3143;p40"/>
            <p:cNvSpPr/>
            <p:nvPr/>
          </p:nvSpPr>
          <p:spPr>
            <a:xfrm rot="8719330">
              <a:off x="8732547" y="349025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4" name="Google Shape;3144;p40"/>
            <p:cNvSpPr/>
            <p:nvPr/>
          </p:nvSpPr>
          <p:spPr>
            <a:xfrm rot="8713740">
              <a:off x="8947573" y="374019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5" name="Google Shape;3145;p40"/>
            <p:cNvSpPr/>
            <p:nvPr/>
          </p:nvSpPr>
          <p:spPr>
            <a:xfrm rot="8718291">
              <a:off x="8706178" y="359038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6" name="Google Shape;3146;p40"/>
            <p:cNvSpPr/>
            <p:nvPr/>
          </p:nvSpPr>
          <p:spPr>
            <a:xfrm rot="7483339">
              <a:off x="9046374" y="3963364"/>
              <a:ext cx="145612" cy="161227"/>
            </a:xfrm>
            <a:custGeom>
              <a:rect b="b" l="l" r="r" t="t"/>
              <a:pathLst>
                <a:path extrusionOk="0" h="161114" w="145510">
                  <a:moveTo>
                    <a:pt x="115849" y="20564"/>
                  </a:moveTo>
                  <a:lnTo>
                    <a:pt x="145509" y="0"/>
                  </a:lnTo>
                  <a:lnTo>
                    <a:pt x="145510" y="20564"/>
                  </a:lnTo>
                  <a:close/>
                  <a:moveTo>
                    <a:pt x="32372" y="161114"/>
                  </a:moveTo>
                  <a:lnTo>
                    <a:pt x="0" y="100888"/>
                  </a:lnTo>
                  <a:lnTo>
                    <a:pt x="69714" y="52552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7" name="Google Shape;3147;p40"/>
            <p:cNvSpPr/>
            <p:nvPr/>
          </p:nvSpPr>
          <p:spPr>
            <a:xfrm rot="8713740">
              <a:off x="9047794" y="363281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8" name="Google Shape;3148;p40"/>
            <p:cNvSpPr/>
            <p:nvPr/>
          </p:nvSpPr>
          <p:spPr>
            <a:xfrm rot="8713740">
              <a:off x="8903750" y="452056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9" name="Google Shape;3149;p40"/>
            <p:cNvSpPr/>
            <p:nvPr/>
          </p:nvSpPr>
          <p:spPr>
            <a:xfrm rot="8716661">
              <a:off x="8994831" y="4560676"/>
              <a:ext cx="209297" cy="253150"/>
            </a:xfrm>
            <a:custGeom>
              <a:rect b="b" l="l" r="r" t="t"/>
              <a:pathLst>
                <a:path extrusionOk="0" h="252972" w="209150">
                  <a:moveTo>
                    <a:pt x="147180" y="96224"/>
                  </a:moveTo>
                  <a:lnTo>
                    <a:pt x="147180" y="79820"/>
                  </a:lnTo>
                  <a:cubicBezTo>
                    <a:pt x="147180" y="55214"/>
                    <a:pt x="133055" y="38354"/>
                    <a:pt x="113461" y="38355"/>
                  </a:cubicBezTo>
                  <a:lnTo>
                    <a:pt x="111078" y="39142"/>
                  </a:lnTo>
                  <a:lnTo>
                    <a:pt x="138210" y="0"/>
                  </a:lnTo>
                  <a:lnTo>
                    <a:pt x="189158" y="20925"/>
                  </a:lnTo>
                  <a:cubicBezTo>
                    <a:pt x="202088" y="36076"/>
                    <a:pt x="209150" y="58404"/>
                    <a:pt x="209150" y="86655"/>
                  </a:cubicBezTo>
                  <a:lnTo>
                    <a:pt x="209150" y="92579"/>
                  </a:lnTo>
                  <a:close/>
                  <a:moveTo>
                    <a:pt x="0" y="252972"/>
                  </a:moveTo>
                  <a:lnTo>
                    <a:pt x="0" y="199389"/>
                  </a:lnTo>
                  <a:lnTo>
                    <a:pt x="62137" y="109748"/>
                  </a:lnTo>
                  <a:lnTo>
                    <a:pt x="60149" y="125842"/>
                  </a:lnTo>
                  <a:lnTo>
                    <a:pt x="60149" y="21196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0" name="Google Shape;3150;p40"/>
            <p:cNvSpPr/>
            <p:nvPr/>
          </p:nvSpPr>
          <p:spPr>
            <a:xfrm rot="8713740">
              <a:off x="8948347" y="4463405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1" name="Google Shape;3151;p40"/>
            <p:cNvSpPr/>
            <p:nvPr/>
          </p:nvSpPr>
          <p:spPr>
            <a:xfrm rot="8713740">
              <a:off x="8791399" y="460888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2" name="Google Shape;3152;p40"/>
            <p:cNvSpPr/>
            <p:nvPr/>
          </p:nvSpPr>
          <p:spPr>
            <a:xfrm rot="8719330">
              <a:off x="8666614" y="440011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3" name="Google Shape;3153;p40"/>
            <p:cNvSpPr/>
            <p:nvPr/>
          </p:nvSpPr>
          <p:spPr>
            <a:xfrm rot="8713013">
              <a:off x="8654183" y="4261487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4" name="Google Shape;3154;p40"/>
            <p:cNvSpPr/>
            <p:nvPr/>
          </p:nvSpPr>
          <p:spPr>
            <a:xfrm rot="8713740">
              <a:off x="8881640" y="465004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5" name="Google Shape;3155;p40"/>
            <p:cNvSpPr/>
            <p:nvPr/>
          </p:nvSpPr>
          <p:spPr>
            <a:xfrm rot="8713740">
              <a:off x="9080498" y="435873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6" name="Google Shape;3156;p40"/>
            <p:cNvSpPr/>
            <p:nvPr/>
          </p:nvSpPr>
          <p:spPr>
            <a:xfrm rot="8716661">
              <a:off x="9127224" y="4438262"/>
              <a:ext cx="21658" cy="52084"/>
            </a:xfrm>
            <a:custGeom>
              <a:rect b="b" l="l" r="r" t="t"/>
              <a:pathLst>
                <a:path extrusionOk="0" h="52047" w="21643">
                  <a:moveTo>
                    <a:pt x="21643" y="52047"/>
                  </a:moveTo>
                  <a:lnTo>
                    <a:pt x="0" y="31224"/>
                  </a:lnTo>
                  <a:lnTo>
                    <a:pt x="21643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7" name="Google Shape;3157;p40"/>
            <p:cNvSpPr/>
            <p:nvPr/>
          </p:nvSpPr>
          <p:spPr>
            <a:xfrm rot="8718291">
              <a:off x="8929345" y="4250086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8" name="Google Shape;3158;p40"/>
            <p:cNvSpPr/>
            <p:nvPr/>
          </p:nvSpPr>
          <p:spPr>
            <a:xfrm rot="8713740">
              <a:off x="8017228" y="1881800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9" name="Google Shape;3159;p40"/>
            <p:cNvSpPr/>
            <p:nvPr/>
          </p:nvSpPr>
          <p:spPr>
            <a:xfrm rot="8713740">
              <a:off x="8106773" y="1911062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0" name="Google Shape;3160;p40"/>
            <p:cNvSpPr/>
            <p:nvPr/>
          </p:nvSpPr>
          <p:spPr>
            <a:xfrm rot="8713740">
              <a:off x="8061825" y="1824637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1" name="Google Shape;3161;p40"/>
            <p:cNvSpPr/>
            <p:nvPr/>
          </p:nvSpPr>
          <p:spPr>
            <a:xfrm rot="8713740">
              <a:off x="7904877" y="197011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2" name="Google Shape;3162;p40"/>
            <p:cNvSpPr/>
            <p:nvPr/>
          </p:nvSpPr>
          <p:spPr>
            <a:xfrm rot="8719330">
              <a:off x="7780092" y="176134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3" name="Google Shape;3163;p40"/>
            <p:cNvSpPr/>
            <p:nvPr/>
          </p:nvSpPr>
          <p:spPr>
            <a:xfrm rot="8713013">
              <a:off x="7767661" y="1622719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4" name="Google Shape;3164;p40"/>
            <p:cNvSpPr/>
            <p:nvPr/>
          </p:nvSpPr>
          <p:spPr>
            <a:xfrm rot="8713740">
              <a:off x="7995118" y="2011279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5" name="Google Shape;3165;p40"/>
            <p:cNvSpPr/>
            <p:nvPr/>
          </p:nvSpPr>
          <p:spPr>
            <a:xfrm rot="8713740">
              <a:off x="8306327" y="163164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6" name="Google Shape;3166;p40"/>
            <p:cNvSpPr/>
            <p:nvPr/>
          </p:nvSpPr>
          <p:spPr>
            <a:xfrm rot="8713740">
              <a:off x="8395872" y="166091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7" name="Google Shape;3167;p40"/>
            <p:cNvSpPr/>
            <p:nvPr/>
          </p:nvSpPr>
          <p:spPr>
            <a:xfrm rot="8713740">
              <a:off x="8193976" y="171996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8" name="Google Shape;3168;p40"/>
            <p:cNvSpPr/>
            <p:nvPr/>
          </p:nvSpPr>
          <p:spPr>
            <a:xfrm rot="8719330">
              <a:off x="8069192" y="151119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9" name="Google Shape;3169;p40"/>
            <p:cNvSpPr/>
            <p:nvPr/>
          </p:nvSpPr>
          <p:spPr>
            <a:xfrm rot="8713740">
              <a:off x="8284218" y="176112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0" name="Google Shape;3170;p40"/>
            <p:cNvSpPr/>
            <p:nvPr/>
          </p:nvSpPr>
          <p:spPr>
            <a:xfrm rot="8718291">
              <a:off x="8042823" y="1611318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1" name="Google Shape;3171;p40"/>
            <p:cNvSpPr/>
            <p:nvPr/>
          </p:nvSpPr>
          <p:spPr>
            <a:xfrm rot="7480670">
              <a:off x="8389209" y="195238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2" name="Google Shape;3172;p40"/>
            <p:cNvSpPr/>
            <p:nvPr/>
          </p:nvSpPr>
          <p:spPr>
            <a:xfrm rot="-8510566">
              <a:off x="8493995" y="1919161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3" name="Google Shape;3173;p40"/>
            <p:cNvSpPr/>
            <p:nvPr/>
          </p:nvSpPr>
          <p:spPr>
            <a:xfrm rot="8706722">
              <a:off x="8679578" y="172749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4" name="Google Shape;3174;p40"/>
            <p:cNvSpPr/>
            <p:nvPr/>
          </p:nvSpPr>
          <p:spPr>
            <a:xfrm rot="8714346">
              <a:off x="8627748" y="162357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5" name="Google Shape;3175;p40"/>
            <p:cNvSpPr/>
            <p:nvPr/>
          </p:nvSpPr>
          <p:spPr>
            <a:xfrm rot="8713740">
              <a:off x="8384439" y="165375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6" name="Google Shape;3176;p40"/>
            <p:cNvSpPr/>
            <p:nvPr/>
          </p:nvSpPr>
          <p:spPr>
            <a:xfrm rot="8714346">
              <a:off x="8561954" y="149455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7" name="Google Shape;3177;p40"/>
            <p:cNvSpPr/>
            <p:nvPr/>
          </p:nvSpPr>
          <p:spPr>
            <a:xfrm rot="8713740">
              <a:off x="7794061" y="1222101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8" name="Google Shape;3178;p40"/>
            <p:cNvSpPr/>
            <p:nvPr/>
          </p:nvSpPr>
          <p:spPr>
            <a:xfrm rot="8713740">
              <a:off x="7883606" y="1251363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9" name="Google Shape;3179;p40"/>
            <p:cNvSpPr/>
            <p:nvPr/>
          </p:nvSpPr>
          <p:spPr>
            <a:xfrm rot="8713740">
              <a:off x="7838658" y="1164938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0" name="Google Shape;3180;p40"/>
            <p:cNvSpPr/>
            <p:nvPr/>
          </p:nvSpPr>
          <p:spPr>
            <a:xfrm rot="8713740">
              <a:off x="7681710" y="131041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1" name="Google Shape;3181;p40"/>
            <p:cNvSpPr/>
            <p:nvPr/>
          </p:nvSpPr>
          <p:spPr>
            <a:xfrm rot="8719330">
              <a:off x="7556925" y="110164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2" name="Google Shape;3182;p40"/>
            <p:cNvSpPr/>
            <p:nvPr/>
          </p:nvSpPr>
          <p:spPr>
            <a:xfrm rot="8713013">
              <a:off x="7544494" y="963020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3" name="Google Shape;3183;p40"/>
            <p:cNvSpPr/>
            <p:nvPr/>
          </p:nvSpPr>
          <p:spPr>
            <a:xfrm rot="8713740">
              <a:off x="7771951" y="1351580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4" name="Google Shape;3184;p40"/>
            <p:cNvSpPr/>
            <p:nvPr/>
          </p:nvSpPr>
          <p:spPr>
            <a:xfrm rot="8713740">
              <a:off x="8083160" y="97194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5" name="Google Shape;3185;p40"/>
            <p:cNvSpPr/>
            <p:nvPr/>
          </p:nvSpPr>
          <p:spPr>
            <a:xfrm rot="8713740">
              <a:off x="8172705" y="100121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6" name="Google Shape;3186;p40"/>
            <p:cNvSpPr/>
            <p:nvPr/>
          </p:nvSpPr>
          <p:spPr>
            <a:xfrm rot="8713740">
              <a:off x="7970809" y="106026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7" name="Google Shape;3187;p40"/>
            <p:cNvSpPr/>
            <p:nvPr/>
          </p:nvSpPr>
          <p:spPr>
            <a:xfrm rot="8719330">
              <a:off x="7846025" y="85149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8" name="Google Shape;3188;p40"/>
            <p:cNvSpPr/>
            <p:nvPr/>
          </p:nvSpPr>
          <p:spPr>
            <a:xfrm rot="8713740">
              <a:off x="8061051" y="1101429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9" name="Google Shape;3189;p40"/>
            <p:cNvSpPr/>
            <p:nvPr/>
          </p:nvSpPr>
          <p:spPr>
            <a:xfrm rot="8718291">
              <a:off x="7819656" y="951619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0" name="Google Shape;3190;p40"/>
            <p:cNvSpPr/>
            <p:nvPr/>
          </p:nvSpPr>
          <p:spPr>
            <a:xfrm rot="7480670">
              <a:off x="8166042" y="129268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1" name="Google Shape;3191;p40"/>
            <p:cNvSpPr/>
            <p:nvPr/>
          </p:nvSpPr>
          <p:spPr>
            <a:xfrm rot="-8510566">
              <a:off x="8270828" y="1259462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2" name="Google Shape;3192;p40"/>
            <p:cNvSpPr/>
            <p:nvPr/>
          </p:nvSpPr>
          <p:spPr>
            <a:xfrm rot="8706722">
              <a:off x="8456411" y="1067792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3" name="Google Shape;3193;p40"/>
            <p:cNvSpPr/>
            <p:nvPr/>
          </p:nvSpPr>
          <p:spPr>
            <a:xfrm rot="8714346">
              <a:off x="8404581" y="963880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4" name="Google Shape;3194;p40"/>
            <p:cNvSpPr/>
            <p:nvPr/>
          </p:nvSpPr>
          <p:spPr>
            <a:xfrm rot="8713740">
              <a:off x="8161272" y="99405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5" name="Google Shape;3195;p40"/>
            <p:cNvSpPr/>
            <p:nvPr/>
          </p:nvSpPr>
          <p:spPr>
            <a:xfrm rot="8714346">
              <a:off x="8338787" y="83485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6" name="Google Shape;3196;p40"/>
            <p:cNvSpPr/>
            <p:nvPr/>
          </p:nvSpPr>
          <p:spPr>
            <a:xfrm rot="8713740">
              <a:off x="7575122" y="56004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7" name="Google Shape;3197;p40"/>
            <p:cNvSpPr/>
            <p:nvPr/>
          </p:nvSpPr>
          <p:spPr>
            <a:xfrm rot="8713740">
              <a:off x="7664667" y="58930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8" name="Google Shape;3198;p40"/>
            <p:cNvSpPr/>
            <p:nvPr/>
          </p:nvSpPr>
          <p:spPr>
            <a:xfrm rot="8713740">
              <a:off x="7619719" y="502880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9" name="Google Shape;3199;p40"/>
            <p:cNvSpPr/>
            <p:nvPr/>
          </p:nvSpPr>
          <p:spPr>
            <a:xfrm rot="8713740">
              <a:off x="7462771" y="64836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0" name="Google Shape;3200;p40"/>
            <p:cNvSpPr/>
            <p:nvPr/>
          </p:nvSpPr>
          <p:spPr>
            <a:xfrm rot="8719330">
              <a:off x="7337986" y="43958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1" name="Google Shape;3201;p40"/>
            <p:cNvSpPr/>
            <p:nvPr/>
          </p:nvSpPr>
          <p:spPr>
            <a:xfrm rot="8713013">
              <a:off x="7325555" y="300962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2" name="Google Shape;3202;p40"/>
            <p:cNvSpPr/>
            <p:nvPr/>
          </p:nvSpPr>
          <p:spPr>
            <a:xfrm rot="8713740">
              <a:off x="7553012" y="689522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3" name="Google Shape;3203;p40"/>
            <p:cNvSpPr/>
            <p:nvPr/>
          </p:nvSpPr>
          <p:spPr>
            <a:xfrm rot="8713740">
              <a:off x="7864221" y="309891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4" name="Google Shape;3204;p40"/>
            <p:cNvSpPr/>
            <p:nvPr/>
          </p:nvSpPr>
          <p:spPr>
            <a:xfrm rot="8713740">
              <a:off x="7953766" y="339153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5" name="Google Shape;3205;p40"/>
            <p:cNvSpPr/>
            <p:nvPr/>
          </p:nvSpPr>
          <p:spPr>
            <a:xfrm rot="8713740">
              <a:off x="7751870" y="39820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6" name="Google Shape;3206;p40"/>
            <p:cNvSpPr/>
            <p:nvPr/>
          </p:nvSpPr>
          <p:spPr>
            <a:xfrm rot="8719330">
              <a:off x="7627086" y="18943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7" name="Google Shape;3207;p40"/>
            <p:cNvSpPr/>
            <p:nvPr/>
          </p:nvSpPr>
          <p:spPr>
            <a:xfrm rot="8713740">
              <a:off x="7842112" y="439371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8" name="Google Shape;3208;p40"/>
            <p:cNvSpPr/>
            <p:nvPr/>
          </p:nvSpPr>
          <p:spPr>
            <a:xfrm rot="8718291">
              <a:off x="7600717" y="289561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9" name="Google Shape;3209;p40"/>
            <p:cNvSpPr/>
            <p:nvPr/>
          </p:nvSpPr>
          <p:spPr>
            <a:xfrm rot="7480670">
              <a:off x="7947103" y="63063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0" name="Google Shape;3210;p40"/>
            <p:cNvSpPr/>
            <p:nvPr/>
          </p:nvSpPr>
          <p:spPr>
            <a:xfrm rot="-8510566">
              <a:off x="8051889" y="597404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1" name="Google Shape;3211;p40"/>
            <p:cNvSpPr/>
            <p:nvPr/>
          </p:nvSpPr>
          <p:spPr>
            <a:xfrm rot="8706722">
              <a:off x="8237472" y="405734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2" name="Google Shape;3212;p40"/>
            <p:cNvSpPr/>
            <p:nvPr/>
          </p:nvSpPr>
          <p:spPr>
            <a:xfrm rot="8714346">
              <a:off x="8185642" y="301822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3" name="Google Shape;3213;p40"/>
            <p:cNvSpPr/>
            <p:nvPr/>
          </p:nvSpPr>
          <p:spPr>
            <a:xfrm rot="8713740">
              <a:off x="7942333" y="33199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4" name="Google Shape;3214;p40"/>
            <p:cNvSpPr/>
            <p:nvPr/>
          </p:nvSpPr>
          <p:spPr>
            <a:xfrm rot="8714346">
              <a:off x="8119848" y="172801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5" name="Google Shape;3215;p40"/>
            <p:cNvSpPr/>
            <p:nvPr/>
          </p:nvSpPr>
          <p:spPr>
            <a:xfrm rot="8716661">
              <a:off x="7365938" y="-56717"/>
              <a:ext cx="142268" cy="181151"/>
            </a:xfrm>
            <a:custGeom>
              <a:rect b="b" l="l" r="r" t="t"/>
              <a:pathLst>
                <a:path extrusionOk="0" h="181024" w="142168">
                  <a:moveTo>
                    <a:pt x="142168" y="181024"/>
                  </a:moveTo>
                  <a:lnTo>
                    <a:pt x="81108" y="138700"/>
                  </a:lnTo>
                  <a:lnTo>
                    <a:pt x="81108" y="69717"/>
                  </a:lnTo>
                  <a:cubicBezTo>
                    <a:pt x="81108" y="68349"/>
                    <a:pt x="81108" y="66983"/>
                    <a:pt x="81108" y="65616"/>
                  </a:cubicBezTo>
                  <a:cubicBezTo>
                    <a:pt x="79741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9"/>
                    <a:pt x="142167" y="501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6" name="Google Shape;3216;p40"/>
            <p:cNvSpPr/>
            <p:nvPr/>
          </p:nvSpPr>
          <p:spPr>
            <a:xfrm rot="8716661">
              <a:off x="7462280" y="-4984"/>
              <a:ext cx="260822" cy="174707"/>
            </a:xfrm>
            <a:custGeom>
              <a:rect b="b" l="l" r="r" t="t"/>
              <a:pathLst>
                <a:path extrusionOk="0" h="174584" w="260639">
                  <a:moveTo>
                    <a:pt x="111638" y="174584"/>
                  </a:moveTo>
                  <a:lnTo>
                    <a:pt x="51490" y="132891"/>
                  </a:ln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5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7" name="Google Shape;3217;p40"/>
            <p:cNvSpPr/>
            <p:nvPr/>
          </p:nvSpPr>
          <p:spPr>
            <a:xfrm rot="8716661">
              <a:off x="7443059" y="-10156"/>
              <a:ext cx="28993" cy="21294"/>
            </a:xfrm>
            <a:custGeom>
              <a:rect b="b" l="l" r="r" t="t"/>
              <a:pathLst>
                <a:path extrusionOk="0" h="21279" w="28973">
                  <a:moveTo>
                    <a:pt x="28973" y="21279"/>
                  </a:moveTo>
                  <a:lnTo>
                    <a:pt x="0" y="1196"/>
                  </a:lnTo>
                  <a:lnTo>
                    <a:pt x="4022" y="0"/>
                  </a:lnTo>
                  <a:cubicBezTo>
                    <a:pt x="14958" y="0"/>
                    <a:pt x="22021" y="4785"/>
                    <a:pt x="26350" y="11392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8" name="Google Shape;3218;p40"/>
            <p:cNvSpPr/>
            <p:nvPr/>
          </p:nvSpPr>
          <p:spPr>
            <a:xfrm rot="8716661">
              <a:off x="7237502" y="-11792"/>
              <a:ext cx="56321" cy="52738"/>
            </a:xfrm>
            <a:custGeom>
              <a:rect b="b" l="l" r="r" t="t"/>
              <a:pathLst>
                <a:path extrusionOk="0" h="52701" w="56281">
                  <a:moveTo>
                    <a:pt x="40554" y="52701"/>
                  </a:moveTo>
                  <a:lnTo>
                    <a:pt x="0" y="24591"/>
                  </a:lnTo>
                  <a:lnTo>
                    <a:pt x="6728" y="8658"/>
                  </a:lnTo>
                  <a:cubicBezTo>
                    <a:pt x="12196" y="3190"/>
                    <a:pt x="19487" y="0"/>
                    <a:pt x="27232" y="0"/>
                  </a:cubicBezTo>
                  <a:cubicBezTo>
                    <a:pt x="34979" y="0"/>
                    <a:pt x="42270" y="3190"/>
                    <a:pt x="47738" y="8658"/>
                  </a:cubicBezTo>
                  <a:cubicBezTo>
                    <a:pt x="59130" y="19594"/>
                    <a:pt x="59129" y="38276"/>
                    <a:pt x="47738" y="49668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9" name="Google Shape;3219;p40"/>
            <p:cNvSpPr/>
            <p:nvPr/>
          </p:nvSpPr>
          <p:spPr>
            <a:xfrm rot="8716661">
              <a:off x="7178204" y="-7677"/>
              <a:ext cx="22151" cy="15354"/>
            </a:xfrm>
            <a:custGeom>
              <a:rect b="b" l="l" r="r" t="t"/>
              <a:pathLst>
                <a:path extrusionOk="0" h="15343" w="22135">
                  <a:moveTo>
                    <a:pt x="22135" y="15343"/>
                  </a:moveTo>
                  <a:lnTo>
                    <a:pt x="0" y="0"/>
                  </a:lnTo>
                  <a:lnTo>
                    <a:pt x="22135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0" name="Google Shape;3220;p40"/>
            <p:cNvSpPr/>
            <p:nvPr/>
          </p:nvSpPr>
          <p:spPr>
            <a:xfrm rot="8713740">
              <a:off x="7330342" y="2610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1" name="Google Shape;3221;p40"/>
            <p:cNvSpPr/>
            <p:nvPr/>
          </p:nvSpPr>
          <p:spPr>
            <a:xfrm rot="7480670">
              <a:off x="7724433" y="-3278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2" name="Google Shape;3222;p40"/>
            <p:cNvSpPr/>
            <p:nvPr/>
          </p:nvSpPr>
          <p:spPr>
            <a:xfrm rot="-8513943">
              <a:off x="7940989" y="-29582"/>
              <a:ext cx="145513" cy="327429"/>
            </a:xfrm>
            <a:custGeom>
              <a:rect b="b" l="l" r="r" t="t"/>
              <a:pathLst>
                <a:path extrusionOk="0" h="327190" w="145407">
                  <a:moveTo>
                    <a:pt x="145407" y="277267"/>
                  </a:moveTo>
                  <a:lnTo>
                    <a:pt x="81867" y="327190"/>
                  </a:lnTo>
                  <a:lnTo>
                    <a:pt x="54765" y="322521"/>
                  </a:lnTo>
                  <a:cubicBezTo>
                    <a:pt x="43178" y="317693"/>
                    <a:pt x="32556" y="310382"/>
                    <a:pt x="23727" y="301277"/>
                  </a:cubicBezTo>
                  <a:cubicBezTo>
                    <a:pt x="4966" y="283069"/>
                    <a:pt x="0" y="251616"/>
                    <a:pt x="0" y="206369"/>
                  </a:cubicBez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2836" y="184850"/>
                    <a:pt x="77802" y="216302"/>
                    <a:pt x="87734" y="245547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3" name="Google Shape;3223;p40"/>
            <p:cNvSpPr/>
            <p:nvPr/>
          </p:nvSpPr>
          <p:spPr>
            <a:xfrm rot="8716661">
              <a:off x="9088941" y="2080965"/>
              <a:ext cx="61102" cy="174086"/>
            </a:xfrm>
            <a:custGeom>
              <a:rect b="b" l="l" r="r" t="t"/>
              <a:pathLst>
                <a:path extrusionOk="0" h="173964" w="61059">
                  <a:moveTo>
                    <a:pt x="0" y="173964"/>
                  </a:moveTo>
                  <a:lnTo>
                    <a:pt x="0" y="88087"/>
                  </a:lnTo>
                  <a:lnTo>
                    <a:pt x="61059" y="0"/>
                  </a:lnTo>
                  <a:lnTo>
                    <a:pt x="61059" y="149814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4" name="Google Shape;3224;p40"/>
            <p:cNvSpPr/>
            <p:nvPr/>
          </p:nvSpPr>
          <p:spPr>
            <a:xfrm rot="8713740">
              <a:off x="8987096" y="214111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5" name="Google Shape;3225;p40"/>
            <p:cNvSpPr/>
            <p:nvPr/>
          </p:nvSpPr>
          <p:spPr>
            <a:xfrm rot="8719330">
              <a:off x="8862311" y="193234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6" name="Google Shape;3226;p40"/>
            <p:cNvSpPr/>
            <p:nvPr/>
          </p:nvSpPr>
          <p:spPr>
            <a:xfrm rot="8716661">
              <a:off x="8845014" y="1791208"/>
              <a:ext cx="290848" cy="345433"/>
            </a:xfrm>
            <a:custGeom>
              <a:rect b="b" l="l" r="r" t="t"/>
              <a:pathLst>
                <a:path extrusionOk="0" h="345190" w="290644">
                  <a:moveTo>
                    <a:pt x="25298" y="315598"/>
                  </a:moveTo>
                  <a:cubicBezTo>
                    <a:pt x="5294" y="296183"/>
                    <a:pt x="0" y="262647"/>
                    <a:pt x="0" y="214403"/>
                  </a:cubicBezTo>
                  <a:lnTo>
                    <a:pt x="0" y="112946"/>
                  </a:lnTo>
                  <a:lnTo>
                    <a:pt x="78290" y="0"/>
                  </a:lnTo>
                  <a:lnTo>
                    <a:pt x="79427" y="158510"/>
                  </a:lnTo>
                  <a:cubicBezTo>
                    <a:pt x="77662" y="191458"/>
                    <a:pt x="82956" y="224993"/>
                    <a:pt x="93547" y="256176"/>
                  </a:cubicBezTo>
                  <a:cubicBezTo>
                    <a:pt x="102961" y="282063"/>
                    <a:pt x="127083" y="295007"/>
                    <a:pt x="164149" y="295007"/>
                  </a:cubicBezTo>
                  <a:cubicBezTo>
                    <a:pt x="182388" y="294418"/>
                    <a:pt x="200038" y="290888"/>
                    <a:pt x="217100" y="285593"/>
                  </a:cubicBezTo>
                  <a:cubicBezTo>
                    <a:pt x="241810" y="277945"/>
                    <a:pt x="265932" y="267942"/>
                    <a:pt x="289467" y="256176"/>
                  </a:cubicBezTo>
                  <a:cubicBezTo>
                    <a:pt x="290055" y="258529"/>
                    <a:pt x="290643" y="261471"/>
                    <a:pt x="290644" y="263824"/>
                  </a:cubicBezTo>
                  <a:lnTo>
                    <a:pt x="290644" y="269708"/>
                  </a:lnTo>
                  <a:cubicBezTo>
                    <a:pt x="228278" y="323247"/>
                    <a:pt x="146498" y="342075"/>
                    <a:pt x="97666" y="345016"/>
                  </a:cubicBezTo>
                  <a:cubicBezTo>
                    <a:pt x="70602" y="346782"/>
                    <a:pt x="44126" y="335014"/>
                    <a:pt x="25298" y="315598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7" name="Google Shape;3227;p40"/>
            <p:cNvSpPr/>
            <p:nvPr/>
          </p:nvSpPr>
          <p:spPr>
            <a:xfrm rot="8716661">
              <a:off x="9077042" y="2194972"/>
              <a:ext cx="60190" cy="216150"/>
            </a:xfrm>
            <a:custGeom>
              <a:rect b="b" l="l" r="r" t="t"/>
              <a:pathLst>
                <a:path extrusionOk="0" h="215998" w="60148">
                  <a:moveTo>
                    <a:pt x="60148" y="215998"/>
                  </a:moveTo>
                  <a:lnTo>
                    <a:pt x="1" y="158129"/>
                  </a:lnTo>
                  <a:lnTo>
                    <a:pt x="0" y="86771"/>
                  </a:lnTo>
                  <a:lnTo>
                    <a:pt x="60147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8" name="Google Shape;3228;p40"/>
            <p:cNvSpPr/>
            <p:nvPr/>
          </p:nvSpPr>
          <p:spPr>
            <a:xfrm rot="8716661">
              <a:off x="9116504" y="1789593"/>
              <a:ext cx="46427" cy="58349"/>
            </a:xfrm>
            <a:custGeom>
              <a:rect b="b" l="l" r="r" t="t"/>
              <a:pathLst>
                <a:path extrusionOk="0" h="58308" w="46394">
                  <a:moveTo>
                    <a:pt x="0" y="55145"/>
                  </a:moveTo>
                  <a:lnTo>
                    <a:pt x="38225" y="0"/>
                  </a:lnTo>
                  <a:lnTo>
                    <a:pt x="46394" y="19443"/>
                  </a:lnTo>
                  <a:cubicBezTo>
                    <a:pt x="46394" y="29329"/>
                    <a:pt x="42621" y="39290"/>
                    <a:pt x="35074" y="46837"/>
                  </a:cubicBezTo>
                  <a:cubicBezTo>
                    <a:pt x="27830" y="54082"/>
                    <a:pt x="18170" y="58308"/>
                    <a:pt x="7907" y="58308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9" name="Google Shape;3229;p40"/>
            <p:cNvSpPr/>
            <p:nvPr/>
          </p:nvSpPr>
          <p:spPr>
            <a:xfrm rot="8716661">
              <a:off x="9083013" y="2618213"/>
              <a:ext cx="117406" cy="177171"/>
            </a:xfrm>
            <a:custGeom>
              <a:rect b="b" l="l" r="r" t="t"/>
              <a:pathLst>
                <a:path extrusionOk="0" h="177047" w="117324">
                  <a:moveTo>
                    <a:pt x="92026" y="36497"/>
                  </a:moveTo>
                  <a:lnTo>
                    <a:pt x="117324" y="0"/>
                  </a:lnTo>
                  <a:lnTo>
                    <a:pt x="117324" y="36497"/>
                  </a:lnTo>
                  <a:close/>
                  <a:moveTo>
                    <a:pt x="4187" y="177047"/>
                  </a:moveTo>
                  <a:lnTo>
                    <a:pt x="0" y="169258"/>
                  </a:lnTo>
                  <a:lnTo>
                    <a:pt x="13629" y="149597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0" name="Google Shape;3230;p40"/>
            <p:cNvSpPr/>
            <p:nvPr/>
          </p:nvSpPr>
          <p:spPr>
            <a:xfrm rot="8716661">
              <a:off x="9006307" y="2508998"/>
              <a:ext cx="177947" cy="85803"/>
            </a:xfrm>
            <a:custGeom>
              <a:rect b="b" l="l" r="r" t="t"/>
              <a:pathLst>
                <a:path extrusionOk="0" h="85743" w="177822">
                  <a:moveTo>
                    <a:pt x="0" y="85743"/>
                  </a:moveTo>
                  <a:lnTo>
                    <a:pt x="37709" y="31342"/>
                  </a:lnTo>
                  <a:lnTo>
                    <a:pt x="51327" y="38831"/>
                  </a:lnTo>
                  <a:cubicBezTo>
                    <a:pt x="69566" y="38242"/>
                    <a:pt x="87216" y="34712"/>
                    <a:pt x="104278" y="29418"/>
                  </a:cubicBezTo>
                  <a:cubicBezTo>
                    <a:pt x="128988" y="21768"/>
                    <a:pt x="153111" y="11766"/>
                    <a:pt x="176645" y="0"/>
                  </a:cubicBezTo>
                  <a:cubicBezTo>
                    <a:pt x="177233" y="2354"/>
                    <a:pt x="177821" y="5295"/>
                    <a:pt x="177822" y="7648"/>
                  </a:cubicBezTo>
                  <a:lnTo>
                    <a:pt x="177822" y="13532"/>
                  </a:lnTo>
                  <a:cubicBezTo>
                    <a:pt x="146639" y="40301"/>
                    <a:pt x="110603" y="58393"/>
                    <a:pt x="76258" y="7016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1" name="Google Shape;3231;p40"/>
            <p:cNvSpPr/>
            <p:nvPr/>
          </p:nvSpPr>
          <p:spPr>
            <a:xfrm rot="8713740">
              <a:off x="8877929" y="139182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2" name="Google Shape;3232;p40"/>
            <p:cNvSpPr/>
            <p:nvPr/>
          </p:nvSpPr>
          <p:spPr>
            <a:xfrm rot="8716661">
              <a:off x="8969513" y="1431776"/>
              <a:ext cx="209297" cy="254914"/>
            </a:xfrm>
            <a:custGeom>
              <a:rect b="b" l="l" r="r" t="t"/>
              <a:pathLst>
                <a:path extrusionOk="0" h="254735" w="209150">
                  <a:moveTo>
                    <a:pt x="0" y="254735"/>
                  </a:moveTo>
                  <a:lnTo>
                    <a:pt x="0" y="155827"/>
                  </a:lnTo>
                  <a:lnTo>
                    <a:pt x="104101" y="5646"/>
                  </a:lnTo>
                  <a:lnTo>
                    <a:pt x="133965" y="19"/>
                  </a:lnTo>
                  <a:cubicBezTo>
                    <a:pt x="180899" y="-892"/>
                    <a:pt x="209150" y="31916"/>
                    <a:pt x="209150" y="88418"/>
                  </a:cubicBezTo>
                  <a:lnTo>
                    <a:pt x="209150" y="94342"/>
                  </a:lnTo>
                  <a:lnTo>
                    <a:pt x="147180" y="97987"/>
                  </a:lnTo>
                  <a:lnTo>
                    <a:pt x="147180" y="81584"/>
                  </a:lnTo>
                  <a:cubicBezTo>
                    <a:pt x="147180" y="56977"/>
                    <a:pt x="133054" y="40118"/>
                    <a:pt x="113461" y="40118"/>
                  </a:cubicBezTo>
                  <a:cubicBezTo>
                    <a:pt x="84299" y="40118"/>
                    <a:pt x="60149" y="78850"/>
                    <a:pt x="60149" y="127605"/>
                  </a:cubicBezTo>
                  <a:lnTo>
                    <a:pt x="60149" y="213726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3" name="Google Shape;3233;p40"/>
            <p:cNvSpPr/>
            <p:nvPr/>
          </p:nvSpPr>
          <p:spPr>
            <a:xfrm rot="8713740">
              <a:off x="8922526" y="1334663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4" name="Google Shape;3234;p40"/>
            <p:cNvSpPr/>
            <p:nvPr/>
          </p:nvSpPr>
          <p:spPr>
            <a:xfrm rot="8713740">
              <a:off x="8765578" y="148014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5" name="Google Shape;3235;p40"/>
            <p:cNvSpPr/>
            <p:nvPr/>
          </p:nvSpPr>
          <p:spPr>
            <a:xfrm rot="8719330">
              <a:off x="8640793" y="127136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6" name="Google Shape;3236;p40"/>
            <p:cNvSpPr/>
            <p:nvPr/>
          </p:nvSpPr>
          <p:spPr>
            <a:xfrm rot="8713013">
              <a:off x="8628362" y="1132745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7" name="Google Shape;3237;p40"/>
            <p:cNvSpPr/>
            <p:nvPr/>
          </p:nvSpPr>
          <p:spPr>
            <a:xfrm rot="8713740">
              <a:off x="8855819" y="152130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8" name="Google Shape;3238;p40"/>
            <p:cNvSpPr/>
            <p:nvPr/>
          </p:nvSpPr>
          <p:spPr>
            <a:xfrm rot="8716661">
              <a:off x="9129081" y="1200666"/>
              <a:ext cx="29803" cy="42994"/>
            </a:xfrm>
            <a:custGeom>
              <a:rect b="b" l="l" r="r" t="t"/>
              <a:pathLst>
                <a:path extrusionOk="0" h="42964" w="29782">
                  <a:moveTo>
                    <a:pt x="0" y="42964"/>
                  </a:moveTo>
                  <a:lnTo>
                    <a:pt x="29782" y="0"/>
                  </a:lnTo>
                  <a:lnTo>
                    <a:pt x="29782" y="31185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9" name="Google Shape;3239;p40"/>
            <p:cNvSpPr/>
            <p:nvPr/>
          </p:nvSpPr>
          <p:spPr>
            <a:xfrm rot="8713740">
              <a:off x="9054677" y="1229992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0" name="Google Shape;3240;p40"/>
            <p:cNvSpPr/>
            <p:nvPr/>
          </p:nvSpPr>
          <p:spPr>
            <a:xfrm rot="8719330">
              <a:off x="8929893" y="102121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1" name="Google Shape;3241;p40"/>
            <p:cNvSpPr/>
            <p:nvPr/>
          </p:nvSpPr>
          <p:spPr>
            <a:xfrm rot="8716661">
              <a:off x="9112616" y="1300088"/>
              <a:ext cx="40519" cy="97439"/>
            </a:xfrm>
            <a:custGeom>
              <a:rect b="b" l="l" r="r" t="t"/>
              <a:pathLst>
                <a:path extrusionOk="0" h="97371" w="40491">
                  <a:moveTo>
                    <a:pt x="40491" y="97371"/>
                  </a:moveTo>
                  <a:lnTo>
                    <a:pt x="0" y="58414"/>
                  </a:lnTo>
                  <a:lnTo>
                    <a:pt x="40491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2" name="Google Shape;3242;p40"/>
            <p:cNvSpPr/>
            <p:nvPr/>
          </p:nvSpPr>
          <p:spPr>
            <a:xfrm rot="8718291">
              <a:off x="8903524" y="1121344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3" name="Google Shape;3243;p40"/>
            <p:cNvSpPr/>
            <p:nvPr/>
          </p:nvSpPr>
          <p:spPr>
            <a:xfrm rot="8713740">
              <a:off x="8654762" y="73212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4" name="Google Shape;3244;p40"/>
            <p:cNvSpPr/>
            <p:nvPr/>
          </p:nvSpPr>
          <p:spPr>
            <a:xfrm rot="8713740">
              <a:off x="8744307" y="76138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5" name="Google Shape;3245;p40"/>
            <p:cNvSpPr/>
            <p:nvPr/>
          </p:nvSpPr>
          <p:spPr>
            <a:xfrm rot="8713740">
              <a:off x="8699359" y="674964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6" name="Google Shape;3246;p40"/>
            <p:cNvSpPr/>
            <p:nvPr/>
          </p:nvSpPr>
          <p:spPr>
            <a:xfrm rot="8713740">
              <a:off x="8542411" y="82044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7" name="Google Shape;3247;p40"/>
            <p:cNvSpPr/>
            <p:nvPr/>
          </p:nvSpPr>
          <p:spPr>
            <a:xfrm rot="8719330">
              <a:off x="8417626" y="61166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8" name="Google Shape;3248;p40"/>
            <p:cNvSpPr/>
            <p:nvPr/>
          </p:nvSpPr>
          <p:spPr>
            <a:xfrm rot="8713013">
              <a:off x="8405195" y="473046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9" name="Google Shape;3249;p40"/>
            <p:cNvSpPr/>
            <p:nvPr/>
          </p:nvSpPr>
          <p:spPr>
            <a:xfrm rot="8713740">
              <a:off x="8632652" y="86160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0" name="Google Shape;3250;p40"/>
            <p:cNvSpPr/>
            <p:nvPr/>
          </p:nvSpPr>
          <p:spPr>
            <a:xfrm rot="8713740">
              <a:off x="8943861" y="48197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1" name="Google Shape;3251;p40"/>
            <p:cNvSpPr/>
            <p:nvPr/>
          </p:nvSpPr>
          <p:spPr>
            <a:xfrm rot="8716661">
              <a:off x="9036782" y="543523"/>
              <a:ext cx="187167" cy="222448"/>
            </a:xfrm>
            <a:custGeom>
              <a:rect b="b" l="l" r="r" t="t"/>
              <a:pathLst>
                <a:path extrusionOk="0" h="222292" w="187036">
                  <a:moveTo>
                    <a:pt x="125066" y="80621"/>
                  </a:moveTo>
                  <a:lnTo>
                    <a:pt x="125066" y="64217"/>
                  </a:lnTo>
                  <a:lnTo>
                    <a:pt x="120199" y="48887"/>
                  </a:lnTo>
                  <a:lnTo>
                    <a:pt x="154086" y="0"/>
                  </a:lnTo>
                  <a:lnTo>
                    <a:pt x="167044" y="5322"/>
                  </a:lnTo>
                  <a:cubicBezTo>
                    <a:pt x="179974" y="20473"/>
                    <a:pt x="187036" y="42801"/>
                    <a:pt x="187036" y="71052"/>
                  </a:cubicBezTo>
                  <a:lnTo>
                    <a:pt x="187036" y="76976"/>
                  </a:lnTo>
                  <a:close/>
                  <a:moveTo>
                    <a:pt x="0" y="222292"/>
                  </a:moveTo>
                  <a:lnTo>
                    <a:pt x="38035" y="167421"/>
                  </a:lnTo>
                  <a:lnTo>
                    <a:pt x="38035" y="19636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2" name="Google Shape;3252;p40"/>
            <p:cNvSpPr/>
            <p:nvPr/>
          </p:nvSpPr>
          <p:spPr>
            <a:xfrm rot="8713740">
              <a:off x="8831510" y="57029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3" name="Google Shape;3253;p40"/>
            <p:cNvSpPr/>
            <p:nvPr/>
          </p:nvSpPr>
          <p:spPr>
            <a:xfrm rot="8719330">
              <a:off x="8706726" y="36151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4" name="Google Shape;3254;p40"/>
            <p:cNvSpPr/>
            <p:nvPr/>
          </p:nvSpPr>
          <p:spPr>
            <a:xfrm rot="8713740">
              <a:off x="8921752" y="61145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5" name="Google Shape;3255;p40"/>
            <p:cNvSpPr/>
            <p:nvPr/>
          </p:nvSpPr>
          <p:spPr>
            <a:xfrm rot="8718291">
              <a:off x="8680357" y="461645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6" name="Google Shape;3256;p40"/>
            <p:cNvSpPr/>
            <p:nvPr/>
          </p:nvSpPr>
          <p:spPr>
            <a:xfrm rot="7483339">
              <a:off x="9031191" y="823542"/>
              <a:ext cx="156111" cy="192670"/>
            </a:xfrm>
            <a:custGeom>
              <a:rect b="b" l="l" r="r" t="t"/>
              <a:pathLst>
                <a:path extrusionOk="0" h="192535" w="156001">
                  <a:moveTo>
                    <a:pt x="42863" y="192535"/>
                  </a:moveTo>
                  <a:lnTo>
                    <a:pt x="0" y="112791"/>
                  </a:lnTo>
                  <a:lnTo>
                    <a:pt x="2226" y="106620"/>
                  </a:lnTo>
                  <a:lnTo>
                    <a:pt x="156001" y="0"/>
                  </a:lnTo>
                  <a:lnTo>
                    <a:pt x="156001" y="51985"/>
                  </a:lnTo>
                  <a:lnTo>
                    <a:pt x="91208" y="51985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7" name="Google Shape;3257;p40"/>
            <p:cNvSpPr/>
            <p:nvPr/>
          </p:nvSpPr>
          <p:spPr>
            <a:xfrm rot="8713740">
              <a:off x="9021973" y="50407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8" name="Google Shape;3258;p40"/>
            <p:cNvSpPr/>
            <p:nvPr/>
          </p:nvSpPr>
          <p:spPr>
            <a:xfrm rot="8713740">
              <a:off x="8435823" y="7006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9" name="Google Shape;3259;p40"/>
            <p:cNvSpPr/>
            <p:nvPr/>
          </p:nvSpPr>
          <p:spPr>
            <a:xfrm rot="8713740">
              <a:off x="8525368" y="9933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0" name="Google Shape;3260;p40"/>
            <p:cNvSpPr/>
            <p:nvPr/>
          </p:nvSpPr>
          <p:spPr>
            <a:xfrm rot="8716661">
              <a:off x="8480889" y="28511"/>
              <a:ext cx="174153" cy="125971"/>
            </a:xfrm>
            <a:custGeom>
              <a:rect b="b" l="l" r="r" t="t"/>
              <a:pathLst>
                <a:path extrusionOk="0" h="125883" w="174031">
                  <a:moveTo>
                    <a:pt x="17189" y="125883"/>
                  </a:moveTo>
                  <a:lnTo>
                    <a:pt x="0" y="113969"/>
                  </a:lnTo>
                  <a:lnTo>
                    <a:pt x="91100" y="28251"/>
                  </a:lnTo>
                  <a:cubicBezTo>
                    <a:pt x="104771" y="12303"/>
                    <a:pt x="124364" y="2279"/>
                    <a:pt x="145780" y="0"/>
                  </a:cubicBezTo>
                  <a:cubicBezTo>
                    <a:pt x="167652" y="0"/>
                    <a:pt x="174031" y="19138"/>
                    <a:pt x="174031" y="33719"/>
                  </a:cubicBezTo>
                  <a:cubicBezTo>
                    <a:pt x="172664" y="49668"/>
                    <a:pt x="162183" y="62881"/>
                    <a:pt x="147603" y="69261"/>
                  </a:cubicBezTo>
                  <a:lnTo>
                    <a:pt x="148058" y="69261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1" name="Google Shape;3261;p40"/>
            <p:cNvSpPr/>
            <p:nvPr/>
          </p:nvSpPr>
          <p:spPr>
            <a:xfrm rot="8713740">
              <a:off x="8323472" y="15838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2" name="Google Shape;3262;p40"/>
            <p:cNvSpPr/>
            <p:nvPr/>
          </p:nvSpPr>
          <p:spPr>
            <a:xfrm rot="8716661">
              <a:off x="8204846" y="-15267"/>
              <a:ext cx="203990" cy="157290"/>
            </a:xfrm>
            <a:custGeom>
              <a:rect b="b" l="l" r="r" t="t"/>
              <a:pathLst>
                <a:path extrusionOk="0" h="157180" w="203847">
                  <a:moveTo>
                    <a:pt x="104019" y="157180"/>
                  </a:moveTo>
                  <a:lnTo>
                    <a:pt x="49658" y="119499"/>
                  </a:ln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3" name="Google Shape;3263;p40"/>
            <p:cNvSpPr/>
            <p:nvPr/>
          </p:nvSpPr>
          <p:spPr>
            <a:xfrm rot="8716661">
              <a:off x="8444682" y="-32323"/>
              <a:ext cx="79091" cy="109558"/>
            </a:xfrm>
            <a:custGeom>
              <a:rect b="b" l="l" r="r" t="t"/>
              <a:pathLst>
                <a:path extrusionOk="0" h="109481" w="79035">
                  <a:moveTo>
                    <a:pt x="79035" y="109481"/>
                  </a:moveTo>
                  <a:lnTo>
                    <a:pt x="0" y="54697"/>
                  </a:lnTo>
                  <a:lnTo>
                    <a:pt x="0" y="40597"/>
                  </a:lnTo>
                  <a:lnTo>
                    <a:pt x="7825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4" name="Google Shape;3264;p40"/>
            <p:cNvSpPr/>
            <p:nvPr/>
          </p:nvSpPr>
          <p:spPr>
            <a:xfrm rot="8713740">
              <a:off x="8413713" y="19954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5" name="Google Shape;3265;p40"/>
            <p:cNvSpPr/>
            <p:nvPr/>
          </p:nvSpPr>
          <p:spPr>
            <a:xfrm rot="8716661">
              <a:off x="8766415" y="-43881"/>
              <a:ext cx="126590" cy="87748"/>
            </a:xfrm>
            <a:custGeom>
              <a:rect b="b" l="l" r="r" t="t"/>
              <a:pathLst>
                <a:path extrusionOk="0" h="87686" w="126501">
                  <a:moveTo>
                    <a:pt x="126501" y="87686"/>
                  </a:moveTo>
                  <a:lnTo>
                    <a:pt x="0" y="0"/>
                  </a:lnTo>
                  <a:lnTo>
                    <a:pt x="69543" y="0"/>
                  </a:lnTo>
                  <a:cubicBezTo>
                    <a:pt x="106451" y="0"/>
                    <a:pt x="126500" y="15949"/>
                    <a:pt x="126501" y="501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6" name="Google Shape;3266;p40"/>
            <p:cNvSpPr/>
            <p:nvPr/>
          </p:nvSpPr>
          <p:spPr>
            <a:xfrm rot="8716661">
              <a:off x="8856569" y="-11903"/>
              <a:ext cx="260822" cy="98094"/>
            </a:xfrm>
            <a:custGeom>
              <a:rect b="b" l="l" r="r" t="t"/>
              <a:pathLst>
                <a:path extrusionOk="0" h="98025" w="260639">
                  <a:moveTo>
                    <a:pt x="121640" y="88179"/>
                  </a:moveTo>
                  <a:lnTo>
                    <a:pt x="0" y="3862"/>
                  </a:lnTo>
                  <a:lnTo>
                    <a:pt x="0" y="1424"/>
                  </a:lnTo>
                  <a:lnTo>
                    <a:pt x="104802" y="1424"/>
                  </a:lnTo>
                  <a:lnTo>
                    <a:pt x="104802" y="75242"/>
                  </a:lnTo>
                  <a:lnTo>
                    <a:pt x="106170" y="75242"/>
                  </a:lnTo>
                  <a:cubicBezTo>
                    <a:pt x="120751" y="31954"/>
                    <a:pt x="132143" y="15095"/>
                    <a:pt x="154014" y="5981"/>
                  </a:cubicBezTo>
                  <a:cubicBezTo>
                    <a:pt x="164039" y="1880"/>
                    <a:pt x="174519" y="-398"/>
                    <a:pt x="185454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5"/>
                    <a:pt x="184543" y="40156"/>
                    <a:pt x="164950" y="40156"/>
                  </a:cubicBezTo>
                  <a:cubicBezTo>
                    <a:pt x="150369" y="40156"/>
                    <a:pt x="137041" y="49839"/>
                    <a:pt x="127358" y="65616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7" name="Google Shape;3267;p40"/>
            <p:cNvSpPr/>
            <p:nvPr/>
          </p:nvSpPr>
          <p:spPr>
            <a:xfrm rot="8713740">
              <a:off x="8702813" y="-5060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8" name="Google Shape;3268;p40"/>
            <p:cNvSpPr/>
            <p:nvPr/>
          </p:nvSpPr>
          <p:spPr>
            <a:xfrm rot="7480670">
              <a:off x="8807804" y="14065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9" name="Google Shape;3269;p40"/>
            <p:cNvSpPr/>
            <p:nvPr/>
          </p:nvSpPr>
          <p:spPr>
            <a:xfrm rot="-8513943">
              <a:off x="8909029" y="109286"/>
              <a:ext cx="272783" cy="322176"/>
            </a:xfrm>
            <a:custGeom>
              <a:rect b="b" l="l" r="r" t="t"/>
              <a:pathLst>
                <a:path extrusionOk="0" h="321941" w="272584">
                  <a:moveTo>
                    <a:pt x="272584" y="258238"/>
                  </a:moveTo>
                  <a:cubicBezTo>
                    <a:pt x="243339" y="283344"/>
                    <a:pt x="209542" y="300312"/>
                    <a:pt x="177331" y="311348"/>
                  </a:cubicBezTo>
                  <a:lnTo>
                    <a:pt x="137666" y="321941"/>
                  </a:lnTo>
                  <a:lnTo>
                    <a:pt x="0" y="146725"/>
                  </a:lnTo>
                  <a:lnTo>
                    <a:pt x="0" y="38074"/>
                  </a:lnTo>
                  <a:lnTo>
                    <a:pt x="73387" y="0"/>
                  </a:lnTo>
                  <a:lnTo>
                    <a:pt x="74491" y="153950"/>
                  </a:lnTo>
                  <a:cubicBezTo>
                    <a:pt x="72836" y="184850"/>
                    <a:pt x="77802" y="216301"/>
                    <a:pt x="87734" y="245547"/>
                  </a:cubicBezTo>
                  <a:cubicBezTo>
                    <a:pt x="96563" y="269826"/>
                    <a:pt x="119187" y="281965"/>
                    <a:pt x="153949" y="281965"/>
                  </a:cubicBezTo>
                  <a:cubicBezTo>
                    <a:pt x="171055" y="281413"/>
                    <a:pt x="187608" y="278102"/>
                    <a:pt x="203610" y="273136"/>
                  </a:cubicBezTo>
                  <a:cubicBezTo>
                    <a:pt x="226786" y="265962"/>
                    <a:pt x="249409" y="256583"/>
                    <a:pt x="271481" y="245547"/>
                  </a:cubicBezTo>
                  <a:cubicBezTo>
                    <a:pt x="272032" y="247754"/>
                    <a:pt x="272584" y="250512"/>
                    <a:pt x="272584" y="25272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0" name="Google Shape;3270;p40"/>
            <p:cNvSpPr/>
            <p:nvPr/>
          </p:nvSpPr>
          <p:spPr>
            <a:xfrm rot="8716661">
              <a:off x="9122652" y="40470"/>
              <a:ext cx="40696" cy="55273"/>
            </a:xfrm>
            <a:custGeom>
              <a:rect b="b" l="l" r="r" t="t"/>
              <a:pathLst>
                <a:path extrusionOk="0" h="55234" w="40667">
                  <a:moveTo>
                    <a:pt x="0" y="55234"/>
                  </a:moveTo>
                  <a:lnTo>
                    <a:pt x="38286" y="0"/>
                  </a:lnTo>
                  <a:lnTo>
                    <a:pt x="40667" y="8974"/>
                  </a:lnTo>
                  <a:cubicBezTo>
                    <a:pt x="39055" y="27784"/>
                    <a:pt x="26693" y="43369"/>
                    <a:pt x="9497" y="50893"/>
                  </a:cubicBezTo>
                  <a:lnTo>
                    <a:pt x="10033" y="5089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1" name="Google Shape;3271;p40"/>
            <p:cNvSpPr/>
            <p:nvPr/>
          </p:nvSpPr>
          <p:spPr>
            <a:xfrm rot="8716661">
              <a:off x="8952699" y="4155690"/>
              <a:ext cx="183317" cy="196011"/>
            </a:xfrm>
            <a:custGeom>
              <a:rect b="b" l="l" r="r" t="t"/>
              <a:pathLst>
                <a:path extrusionOk="0" h="195873" w="183188">
                  <a:moveTo>
                    <a:pt x="70051" y="195873"/>
                  </a:moveTo>
                  <a:lnTo>
                    <a:pt x="27188" y="116129"/>
                  </a:lnTo>
                  <a:lnTo>
                    <a:pt x="49117" y="55323"/>
                  </a:lnTo>
                  <a:lnTo>
                    <a:pt x="0" y="55323"/>
                  </a:lnTo>
                  <a:lnTo>
                    <a:pt x="38348" y="0"/>
                  </a:lnTo>
                  <a:lnTo>
                    <a:pt x="183188" y="0"/>
                  </a:lnTo>
                  <a:lnTo>
                    <a:pt x="183188" y="55323"/>
                  </a:lnTo>
                  <a:lnTo>
                    <a:pt x="11839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2" name="Google Shape;3272;p40"/>
          <p:cNvSpPr/>
          <p:nvPr/>
        </p:nvSpPr>
        <p:spPr>
          <a:xfrm>
            <a:off x="1" y="0"/>
            <a:ext cx="6096000" cy="5143500"/>
          </a:xfrm>
          <a:custGeom>
            <a:rect b="b" l="l" r="r" t="t"/>
            <a:pathLst>
              <a:path extrusionOk="0" h="5143500" w="6096000">
                <a:moveTo>
                  <a:pt x="0" y="0"/>
                </a:moveTo>
                <a:lnTo>
                  <a:pt x="6096000" y="0"/>
                </a:lnTo>
                <a:lnTo>
                  <a:pt x="5658098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3" name="Google Shape;3273;p40"/>
          <p:cNvSpPr txBox="1"/>
          <p:nvPr>
            <p:ph idx="1" type="body"/>
          </p:nvPr>
        </p:nvSpPr>
        <p:spPr>
          <a:xfrm>
            <a:off x="669920" y="812296"/>
            <a:ext cx="360000" cy="45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274" name="Google Shape;3274;p40"/>
          <p:cNvSpPr txBox="1"/>
          <p:nvPr>
            <p:ph idx="2" type="body"/>
          </p:nvPr>
        </p:nvSpPr>
        <p:spPr>
          <a:xfrm>
            <a:off x="1029920" y="812296"/>
            <a:ext cx="360000" cy="4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275" name="Google Shape;3275;p40"/>
          <p:cNvSpPr txBox="1"/>
          <p:nvPr>
            <p:ph type="title"/>
          </p:nvPr>
        </p:nvSpPr>
        <p:spPr>
          <a:xfrm>
            <a:off x="565123" y="333575"/>
            <a:ext cx="42786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6" name="Google Shape;3276;p40"/>
          <p:cNvSpPr txBox="1"/>
          <p:nvPr>
            <p:ph idx="3" type="body"/>
          </p:nvPr>
        </p:nvSpPr>
        <p:spPr>
          <a:xfrm>
            <a:off x="6557797" y="4265959"/>
            <a:ext cx="972000" cy="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277" name="Google Shape;3277;p40"/>
          <p:cNvSpPr txBox="1"/>
          <p:nvPr>
            <p:ph idx="4" type="body"/>
          </p:nvPr>
        </p:nvSpPr>
        <p:spPr>
          <a:xfrm>
            <a:off x="7527881" y="4265959"/>
            <a:ext cx="972000" cy="45600"/>
          </a:xfrm>
          <a:prstGeom prst="rect">
            <a:avLst/>
          </a:prstGeom>
          <a:solidFill>
            <a:srgbClr val="3A1B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278" name="Google Shape;3278;p40"/>
          <p:cNvSpPr txBox="1"/>
          <p:nvPr>
            <p:ph idx="5" type="body"/>
          </p:nvPr>
        </p:nvSpPr>
        <p:spPr>
          <a:xfrm>
            <a:off x="6544353" y="491319"/>
            <a:ext cx="2190300" cy="34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0" sz="11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279" name="Google Shape;3279;p40"/>
          <p:cNvSpPr txBox="1"/>
          <p:nvPr>
            <p:ph idx="12" type="sldNum"/>
          </p:nvPr>
        </p:nvSpPr>
        <p:spPr>
          <a:xfrm>
            <a:off x="5500800" y="0"/>
            <a:ext cx="594000" cy="2666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1800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ur deux lignes + Contenu">
  <p:cSld name="Titre sur deux lignes + Contenu">
    <p:bg>
      <p:bgPr>
        <a:solidFill>
          <a:schemeClr val="dk2"/>
        </a:solidFill>
      </p:bgPr>
    </p:bg>
    <p:spTree>
      <p:nvGrpSpPr>
        <p:cNvPr id="3280" name="Shape 3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1" name="Google Shape;3281;p41"/>
          <p:cNvSpPr/>
          <p:nvPr/>
        </p:nvSpPr>
        <p:spPr>
          <a:xfrm>
            <a:off x="629550" y="0"/>
            <a:ext cx="8514451" cy="5143499"/>
          </a:xfrm>
          <a:custGeom>
            <a:rect b="b" l="l" r="r" t="t"/>
            <a:pathLst>
              <a:path extrusionOk="0" h="5143499" w="8514451">
                <a:moveTo>
                  <a:pt x="685476" y="1246048"/>
                </a:moveTo>
                <a:lnTo>
                  <a:pt x="685476" y="1291767"/>
                </a:lnTo>
                <a:lnTo>
                  <a:pt x="1045476" y="1291767"/>
                </a:lnTo>
                <a:lnTo>
                  <a:pt x="1045476" y="1246048"/>
                </a:lnTo>
                <a:close/>
                <a:moveTo>
                  <a:pt x="268034" y="0"/>
                </a:moveTo>
                <a:lnTo>
                  <a:pt x="8514451" y="0"/>
                </a:lnTo>
                <a:lnTo>
                  <a:pt x="8514451" y="5143499"/>
                </a:lnTo>
                <a:lnTo>
                  <a:pt x="274758" y="5143499"/>
                </a:lnTo>
                <a:lnTo>
                  <a:pt x="0" y="314826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2" name="Google Shape;3282;p41"/>
          <p:cNvSpPr txBox="1"/>
          <p:nvPr>
            <p:ph type="title"/>
          </p:nvPr>
        </p:nvSpPr>
        <p:spPr>
          <a:xfrm>
            <a:off x="1198859" y="342566"/>
            <a:ext cx="73164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283" name="Google Shape;3283;p41"/>
          <p:cNvGrpSpPr/>
          <p:nvPr/>
        </p:nvGrpSpPr>
        <p:grpSpPr>
          <a:xfrm>
            <a:off x="-160065" y="-81110"/>
            <a:ext cx="1153796" cy="5252287"/>
            <a:chOff x="-160065" y="-81110"/>
            <a:chExt cx="1153796" cy="5252287"/>
          </a:xfrm>
        </p:grpSpPr>
        <p:sp>
          <p:nvSpPr>
            <p:cNvPr id="3284" name="Google Shape;3284;p41"/>
            <p:cNvSpPr/>
            <p:nvPr/>
          </p:nvSpPr>
          <p:spPr>
            <a:xfrm rot="8716661">
              <a:off x="617653" y="1780243"/>
              <a:ext cx="152833" cy="196011"/>
            </a:xfrm>
            <a:custGeom>
              <a:rect b="b" l="l" r="r" t="t"/>
              <a:pathLst>
                <a:path extrusionOk="0" h="195873" w="152726">
                  <a:moveTo>
                    <a:pt x="39589" y="195873"/>
                  </a:moveTo>
                  <a:lnTo>
                    <a:pt x="0" y="122219"/>
                  </a:lnTo>
                  <a:lnTo>
                    <a:pt x="101089" y="0"/>
                  </a:lnTo>
                  <a:lnTo>
                    <a:pt x="152726" y="0"/>
                  </a:lnTo>
                  <a:lnTo>
                    <a:pt x="152726" y="55323"/>
                  </a:lnTo>
                  <a:lnTo>
                    <a:pt x="87934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5" name="Google Shape;3285;p41"/>
            <p:cNvSpPr/>
            <p:nvPr/>
          </p:nvSpPr>
          <p:spPr>
            <a:xfrm rot="8716661">
              <a:off x="534249" y="1654325"/>
              <a:ext cx="263049" cy="103307"/>
            </a:xfrm>
            <a:custGeom>
              <a:rect b="b" l="l" r="r" t="t"/>
              <a:pathLst>
                <a:path extrusionOk="0" h="103234" w="262864">
                  <a:moveTo>
                    <a:pt x="0" y="75341"/>
                  </a:moveTo>
                  <a:lnTo>
                    <a:pt x="62316" y="0"/>
                  </a:lnTo>
                  <a:lnTo>
                    <a:pt x="65768" y="14220"/>
                  </a:lnTo>
                  <a:cubicBezTo>
                    <a:pt x="75182" y="40107"/>
                    <a:pt x="99304" y="53051"/>
                    <a:pt x="136369" y="53051"/>
                  </a:cubicBezTo>
                  <a:cubicBezTo>
                    <a:pt x="154609" y="52462"/>
                    <a:pt x="172259" y="48932"/>
                    <a:pt x="189321" y="43637"/>
                  </a:cubicBezTo>
                  <a:cubicBezTo>
                    <a:pt x="214031" y="35988"/>
                    <a:pt x="238154" y="25987"/>
                    <a:pt x="261688" y="14220"/>
                  </a:cubicBezTo>
                  <a:cubicBezTo>
                    <a:pt x="262276" y="16573"/>
                    <a:pt x="262864" y="19515"/>
                    <a:pt x="262864" y="21868"/>
                  </a:cubicBezTo>
                  <a:lnTo>
                    <a:pt x="262864" y="27752"/>
                  </a:lnTo>
                  <a:cubicBezTo>
                    <a:pt x="200500" y="81291"/>
                    <a:pt x="118719" y="100119"/>
                    <a:pt x="69887" y="103060"/>
                  </a:cubicBezTo>
                  <a:cubicBezTo>
                    <a:pt x="56355" y="103943"/>
                    <a:pt x="42970" y="101442"/>
                    <a:pt x="30615" y="96294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6" name="Google Shape;3286;p41"/>
            <p:cNvSpPr/>
            <p:nvPr/>
          </p:nvSpPr>
          <p:spPr>
            <a:xfrm rot="8716661">
              <a:off x="632601" y="1232295"/>
              <a:ext cx="121643" cy="232551"/>
            </a:xfrm>
            <a:custGeom>
              <a:rect b="b" l="l" r="r" t="t"/>
              <a:pathLst>
                <a:path extrusionOk="0" h="232388" w="121558">
                  <a:moveTo>
                    <a:pt x="60499" y="232388"/>
                  </a:moveTo>
                  <a:lnTo>
                    <a:pt x="60499" y="69717"/>
                  </a:lnTo>
                  <a:cubicBezTo>
                    <a:pt x="60499" y="68349"/>
                    <a:pt x="60499" y="66983"/>
                    <a:pt x="60499" y="65615"/>
                  </a:cubicBezTo>
                  <a:cubicBezTo>
                    <a:pt x="59133" y="55591"/>
                    <a:pt x="50019" y="48756"/>
                    <a:pt x="39995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64601" y="0"/>
                  </a:lnTo>
                  <a:cubicBezTo>
                    <a:pt x="101509" y="0"/>
                    <a:pt x="121558" y="15948"/>
                    <a:pt x="121558" y="50123"/>
                  </a:cubicBezTo>
                  <a:lnTo>
                    <a:pt x="121558" y="208238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7" name="Google Shape;3287;p41"/>
            <p:cNvSpPr/>
            <p:nvPr/>
          </p:nvSpPr>
          <p:spPr>
            <a:xfrm rot="8716661">
              <a:off x="763442" y="1474776"/>
              <a:ext cx="14153" cy="14329"/>
            </a:xfrm>
            <a:custGeom>
              <a:rect b="b" l="l" r="r" t="t"/>
              <a:pathLst>
                <a:path extrusionOk="0" h="14319" w="14143">
                  <a:moveTo>
                    <a:pt x="0" y="14319"/>
                  </a:moveTo>
                  <a:lnTo>
                    <a:pt x="11843" y="0"/>
                  </a:lnTo>
                  <a:lnTo>
                    <a:pt x="14143" y="7563"/>
                  </a:lnTo>
                  <a:lnTo>
                    <a:pt x="14143" y="13487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8" name="Google Shape;3288;p41"/>
            <p:cNvSpPr/>
            <p:nvPr/>
          </p:nvSpPr>
          <p:spPr>
            <a:xfrm rot="8716661">
              <a:off x="672733" y="1171513"/>
              <a:ext cx="184093" cy="137715"/>
            </a:xfrm>
            <a:custGeom>
              <a:rect b="b" l="l" r="r" t="t"/>
              <a:pathLst>
                <a:path extrusionOk="0" h="137618" w="183964">
                  <a:moveTo>
                    <a:pt x="0" y="137618"/>
                  </a:moveTo>
                  <a:lnTo>
                    <a:pt x="53346" y="73121"/>
                  </a:lnTo>
                  <a:lnTo>
                    <a:pt x="101034" y="28251"/>
                  </a:lnTo>
                  <a:cubicBezTo>
                    <a:pt x="114703" y="12303"/>
                    <a:pt x="134297" y="2278"/>
                    <a:pt x="155713" y="0"/>
                  </a:cubicBezTo>
                  <a:cubicBezTo>
                    <a:pt x="177585" y="0"/>
                    <a:pt x="183964" y="19138"/>
                    <a:pt x="183964" y="33719"/>
                  </a:cubicBezTo>
                  <a:cubicBezTo>
                    <a:pt x="182597" y="49667"/>
                    <a:pt x="172117" y="62881"/>
                    <a:pt x="157536" y="69261"/>
                  </a:cubicBezTo>
                  <a:lnTo>
                    <a:pt x="157991" y="69261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9" name="Google Shape;3289;p41"/>
            <p:cNvSpPr/>
            <p:nvPr/>
          </p:nvSpPr>
          <p:spPr>
            <a:xfrm rot="8713740">
              <a:off x="519552" y="13149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0" name="Google Shape;3290;p41"/>
            <p:cNvSpPr/>
            <p:nvPr/>
          </p:nvSpPr>
          <p:spPr>
            <a:xfrm rot="8719330">
              <a:off x="394767" y="110613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1" name="Google Shape;3291;p41"/>
            <p:cNvSpPr/>
            <p:nvPr/>
          </p:nvSpPr>
          <p:spPr>
            <a:xfrm rot="8713013">
              <a:off x="382336" y="967516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2" name="Google Shape;3292;p41"/>
            <p:cNvSpPr/>
            <p:nvPr/>
          </p:nvSpPr>
          <p:spPr>
            <a:xfrm rot="8713740">
              <a:off x="609793" y="135607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3" name="Google Shape;3293;p41"/>
            <p:cNvSpPr/>
            <p:nvPr/>
          </p:nvSpPr>
          <p:spPr>
            <a:xfrm rot="8716661">
              <a:off x="683291" y="869460"/>
              <a:ext cx="156110" cy="196011"/>
            </a:xfrm>
            <a:custGeom>
              <a:rect b="b" l="l" r="r" t="t"/>
              <a:pathLst>
                <a:path extrusionOk="0" h="195873" w="156000">
                  <a:moveTo>
                    <a:pt x="42863" y="195873"/>
                  </a:moveTo>
                  <a:lnTo>
                    <a:pt x="0" y="116129"/>
                  </a:lnTo>
                  <a:lnTo>
                    <a:pt x="5100" y="101988"/>
                  </a:lnTo>
                  <a:lnTo>
                    <a:pt x="89456" y="0"/>
                  </a:lnTo>
                  <a:lnTo>
                    <a:pt x="156000" y="0"/>
                  </a:lnTo>
                  <a:lnTo>
                    <a:pt x="156000" y="55323"/>
                  </a:lnTo>
                  <a:lnTo>
                    <a:pt x="91208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4" name="Google Shape;3294;p41"/>
            <p:cNvSpPr/>
            <p:nvPr/>
          </p:nvSpPr>
          <p:spPr>
            <a:xfrm rot="8718291">
              <a:off x="657498" y="956115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5" name="Google Shape;3295;p41"/>
            <p:cNvSpPr/>
            <p:nvPr/>
          </p:nvSpPr>
          <p:spPr>
            <a:xfrm rot="8713740">
              <a:off x="412964" y="56453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6" name="Google Shape;3296;p41"/>
            <p:cNvSpPr/>
            <p:nvPr/>
          </p:nvSpPr>
          <p:spPr>
            <a:xfrm rot="8713740">
              <a:off x="502509" y="59380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7" name="Google Shape;3297;p41"/>
            <p:cNvSpPr/>
            <p:nvPr/>
          </p:nvSpPr>
          <p:spPr>
            <a:xfrm rot="8713740">
              <a:off x="457561" y="50737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8" name="Google Shape;3298;p41"/>
            <p:cNvSpPr/>
            <p:nvPr/>
          </p:nvSpPr>
          <p:spPr>
            <a:xfrm rot="8713740">
              <a:off x="300613" y="65285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9" name="Google Shape;3299;p41"/>
            <p:cNvSpPr/>
            <p:nvPr/>
          </p:nvSpPr>
          <p:spPr>
            <a:xfrm rot="8719330">
              <a:off x="175828" y="44408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0" name="Google Shape;3300;p41"/>
            <p:cNvSpPr/>
            <p:nvPr/>
          </p:nvSpPr>
          <p:spPr>
            <a:xfrm rot="8713013">
              <a:off x="163397" y="305458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1" name="Google Shape;3301;p41"/>
            <p:cNvSpPr/>
            <p:nvPr/>
          </p:nvSpPr>
          <p:spPr>
            <a:xfrm rot="8713740">
              <a:off x="390854" y="69401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2" name="Google Shape;3302;p41"/>
            <p:cNvSpPr/>
            <p:nvPr/>
          </p:nvSpPr>
          <p:spPr>
            <a:xfrm rot="8716661">
              <a:off x="701891" y="317324"/>
              <a:ext cx="131352" cy="232551"/>
            </a:xfrm>
            <a:custGeom>
              <a:rect b="b" l="l" r="r" t="t"/>
              <a:pathLst>
                <a:path extrusionOk="0" h="232388" w="131260">
                  <a:moveTo>
                    <a:pt x="70201" y="232388"/>
                  </a:moveTo>
                  <a:lnTo>
                    <a:pt x="70201" y="69717"/>
                  </a:lnTo>
                  <a:cubicBezTo>
                    <a:pt x="70201" y="68349"/>
                    <a:pt x="70201" y="66983"/>
                    <a:pt x="70201" y="65615"/>
                  </a:cubicBezTo>
                  <a:cubicBezTo>
                    <a:pt x="68835" y="55591"/>
                    <a:pt x="59721" y="48756"/>
                    <a:pt x="49697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74303" y="0"/>
                  </a:lnTo>
                  <a:cubicBezTo>
                    <a:pt x="111211" y="0"/>
                    <a:pt x="131260" y="15948"/>
                    <a:pt x="131260" y="50123"/>
                  </a:cubicBezTo>
                  <a:lnTo>
                    <a:pt x="131260" y="208238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3" name="Google Shape;3303;p41"/>
            <p:cNvSpPr/>
            <p:nvPr/>
          </p:nvSpPr>
          <p:spPr>
            <a:xfrm rot="8716661">
              <a:off x="834958" y="558345"/>
              <a:ext cx="24358" cy="23512"/>
            </a:xfrm>
            <a:custGeom>
              <a:rect b="b" l="l" r="r" t="t"/>
              <a:pathLst>
                <a:path extrusionOk="0" h="23495" w="24341">
                  <a:moveTo>
                    <a:pt x="0" y="23495"/>
                  </a:moveTo>
                  <a:lnTo>
                    <a:pt x="19433" y="0"/>
                  </a:lnTo>
                  <a:lnTo>
                    <a:pt x="24341" y="16139"/>
                  </a:lnTo>
                  <a:lnTo>
                    <a:pt x="24341" y="2206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4" name="Google Shape;3304;p41"/>
            <p:cNvSpPr/>
            <p:nvPr/>
          </p:nvSpPr>
          <p:spPr>
            <a:xfrm rot="8713740">
              <a:off x="589712" y="40270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5" name="Google Shape;3305;p41"/>
            <p:cNvSpPr/>
            <p:nvPr/>
          </p:nvSpPr>
          <p:spPr>
            <a:xfrm rot="8719330">
              <a:off x="464928" y="19392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6" name="Google Shape;3306;p41"/>
            <p:cNvSpPr/>
            <p:nvPr/>
          </p:nvSpPr>
          <p:spPr>
            <a:xfrm rot="8713740">
              <a:off x="679954" y="44386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7" name="Google Shape;3307;p41"/>
            <p:cNvSpPr/>
            <p:nvPr/>
          </p:nvSpPr>
          <p:spPr>
            <a:xfrm rot="8718291">
              <a:off x="438559" y="29405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8" name="Google Shape;3308;p41"/>
            <p:cNvSpPr/>
            <p:nvPr/>
          </p:nvSpPr>
          <p:spPr>
            <a:xfrm rot="7483339">
              <a:off x="811643" y="658864"/>
              <a:ext cx="31100" cy="46173"/>
            </a:xfrm>
            <a:custGeom>
              <a:rect b="b" l="l" r="r" t="t"/>
              <a:pathLst>
                <a:path extrusionOk="0" h="46141" w="31078">
                  <a:moveTo>
                    <a:pt x="15207" y="46141"/>
                  </a:moveTo>
                  <a:lnTo>
                    <a:pt x="0" y="17849"/>
                  </a:lnTo>
                  <a:lnTo>
                    <a:pt x="31078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9" name="Google Shape;3309;p41"/>
            <p:cNvSpPr/>
            <p:nvPr/>
          </p:nvSpPr>
          <p:spPr>
            <a:xfrm rot="8713740">
              <a:off x="780175" y="33648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0" name="Google Shape;3310;p41"/>
            <p:cNvSpPr/>
            <p:nvPr/>
          </p:nvSpPr>
          <p:spPr>
            <a:xfrm rot="8716661">
              <a:off x="202223" y="-57209"/>
              <a:ext cx="142267" cy="186625"/>
            </a:xfrm>
            <a:custGeom>
              <a:rect b="b" l="l" r="r" t="t"/>
              <a:pathLst>
                <a:path extrusionOk="0" h="186494" w="142167">
                  <a:moveTo>
                    <a:pt x="142167" y="186494"/>
                  </a:moveTo>
                  <a:lnTo>
                    <a:pt x="81108" y="144170"/>
                  </a:lnTo>
                  <a:lnTo>
                    <a:pt x="81108" y="69717"/>
                  </a:lnTo>
                  <a:cubicBezTo>
                    <a:pt x="81108" y="68349"/>
                    <a:pt x="81108" y="66983"/>
                    <a:pt x="81108" y="65615"/>
                  </a:cubicBezTo>
                  <a:cubicBezTo>
                    <a:pt x="79741" y="55591"/>
                    <a:pt x="70628" y="48756"/>
                    <a:pt x="60603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8"/>
                    <a:pt x="142167" y="501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1" name="Google Shape;3311;p41"/>
            <p:cNvSpPr/>
            <p:nvPr/>
          </p:nvSpPr>
          <p:spPr>
            <a:xfrm rot="8716661">
              <a:off x="298563" y="-5475"/>
              <a:ext cx="260822" cy="180181"/>
            </a:xfrm>
            <a:custGeom>
              <a:rect b="b" l="l" r="r" t="t"/>
              <a:pathLst>
                <a:path extrusionOk="0" h="180054" w="260639">
                  <a:moveTo>
                    <a:pt x="111638" y="180054"/>
                  </a:moveTo>
                  <a:lnTo>
                    <a:pt x="51490" y="138362"/>
                  </a:ln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2" y="1425"/>
                  </a:lnTo>
                  <a:lnTo>
                    <a:pt x="104802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2" name="Google Shape;3312;p41"/>
            <p:cNvSpPr/>
            <p:nvPr/>
          </p:nvSpPr>
          <p:spPr>
            <a:xfrm rot="8716661">
              <a:off x="276874" y="-12836"/>
              <a:ext cx="36297" cy="28002"/>
            </a:xfrm>
            <a:custGeom>
              <a:rect b="b" l="l" r="r" t="t"/>
              <a:pathLst>
                <a:path extrusionOk="0" h="27982" w="36272">
                  <a:moveTo>
                    <a:pt x="36272" y="27982"/>
                  </a:moveTo>
                  <a:lnTo>
                    <a:pt x="0" y="2840"/>
                  </a:lnTo>
                  <a:lnTo>
                    <a:pt x="9543" y="0"/>
                  </a:lnTo>
                  <a:cubicBezTo>
                    <a:pt x="20479" y="0"/>
                    <a:pt x="27542" y="4784"/>
                    <a:pt x="31871" y="11392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3" name="Google Shape;3313;p41"/>
            <p:cNvSpPr/>
            <p:nvPr/>
          </p:nvSpPr>
          <p:spPr>
            <a:xfrm rot="8716661">
              <a:off x="74592" y="-9693"/>
              <a:ext cx="58109" cy="54810"/>
            </a:xfrm>
            <a:custGeom>
              <a:rect b="b" l="l" r="r" t="t"/>
              <a:pathLst>
                <a:path extrusionOk="0" h="54772" w="58068">
                  <a:moveTo>
                    <a:pt x="37436" y="54772"/>
                  </a:moveTo>
                  <a:lnTo>
                    <a:pt x="0" y="28823"/>
                  </a:lnTo>
                  <a:lnTo>
                    <a:pt x="8515" y="8658"/>
                  </a:lnTo>
                  <a:cubicBezTo>
                    <a:pt x="13983" y="3190"/>
                    <a:pt x="21273" y="0"/>
                    <a:pt x="29020" y="0"/>
                  </a:cubicBezTo>
                  <a:cubicBezTo>
                    <a:pt x="36766" y="0"/>
                    <a:pt x="44057" y="3190"/>
                    <a:pt x="49525" y="8658"/>
                  </a:cubicBezTo>
                  <a:cubicBezTo>
                    <a:pt x="60916" y="19594"/>
                    <a:pt x="60916" y="38276"/>
                    <a:pt x="49525" y="49668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4" name="Google Shape;3314;p41"/>
            <p:cNvSpPr/>
            <p:nvPr/>
          </p:nvSpPr>
          <p:spPr>
            <a:xfrm rot="8716661">
              <a:off x="13779" y="-10415"/>
              <a:ext cx="30048" cy="20829"/>
            </a:xfrm>
            <a:custGeom>
              <a:rect b="b" l="l" r="r" t="t"/>
              <a:pathLst>
                <a:path extrusionOk="0" h="20814" w="30027">
                  <a:moveTo>
                    <a:pt x="30027" y="20814"/>
                  </a:moveTo>
                  <a:lnTo>
                    <a:pt x="0" y="0"/>
                  </a:lnTo>
                  <a:lnTo>
                    <a:pt x="30027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5" name="Google Shape;3315;p41"/>
            <p:cNvSpPr/>
            <p:nvPr/>
          </p:nvSpPr>
          <p:spPr>
            <a:xfrm rot="8713740">
              <a:off x="168184" y="3060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6" name="Google Shape;3316;p41"/>
            <p:cNvSpPr/>
            <p:nvPr/>
          </p:nvSpPr>
          <p:spPr>
            <a:xfrm rot="7480670">
              <a:off x="562275" y="-2828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7" name="Google Shape;3317;p41"/>
            <p:cNvSpPr/>
            <p:nvPr/>
          </p:nvSpPr>
          <p:spPr>
            <a:xfrm rot="-8513943">
              <a:off x="766937" y="-3050"/>
              <a:ext cx="149797" cy="301287"/>
            </a:xfrm>
            <a:custGeom>
              <a:rect b="b" l="l" r="r" t="t"/>
              <a:pathLst>
                <a:path extrusionOk="0" h="301067" w="149688">
                  <a:moveTo>
                    <a:pt x="149688" y="279622"/>
                  </a:moveTo>
                  <a:lnTo>
                    <a:pt x="122393" y="301067"/>
                  </a:lnTo>
                  <a:lnTo>
                    <a:pt x="0" y="114672"/>
                  </a:ln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2836" y="184850"/>
                    <a:pt x="77802" y="216302"/>
                    <a:pt x="87734" y="245547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8" name="Google Shape;3318;p41"/>
            <p:cNvSpPr/>
            <p:nvPr/>
          </p:nvSpPr>
          <p:spPr>
            <a:xfrm rot="8713740">
              <a:off x="212331" y="304532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9" name="Google Shape;3319;p41"/>
            <p:cNvSpPr/>
            <p:nvPr/>
          </p:nvSpPr>
          <p:spPr>
            <a:xfrm rot="8713740">
              <a:off x="301876" y="307458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0" name="Google Shape;3320;p41"/>
            <p:cNvSpPr/>
            <p:nvPr/>
          </p:nvSpPr>
          <p:spPr>
            <a:xfrm rot="8713740">
              <a:off x="256928" y="2988160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1" name="Google Shape;3321;p41"/>
            <p:cNvSpPr/>
            <p:nvPr/>
          </p:nvSpPr>
          <p:spPr>
            <a:xfrm rot="8713740">
              <a:off x="99980" y="313364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2" name="Google Shape;3322;p41"/>
            <p:cNvSpPr/>
            <p:nvPr/>
          </p:nvSpPr>
          <p:spPr>
            <a:xfrm rot="8719330">
              <a:off x="-24805" y="292486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3" name="Google Shape;3323;p41"/>
            <p:cNvSpPr/>
            <p:nvPr/>
          </p:nvSpPr>
          <p:spPr>
            <a:xfrm rot="8716661">
              <a:off x="51717" y="2754396"/>
              <a:ext cx="189621" cy="351076"/>
            </a:xfrm>
            <a:custGeom>
              <a:rect b="b" l="l" r="r" t="t"/>
              <a:pathLst>
                <a:path extrusionOk="0" h="350829" w="189488">
                  <a:moveTo>
                    <a:pt x="25299" y="321238"/>
                  </a:moveTo>
                  <a:cubicBezTo>
                    <a:pt x="5295" y="301823"/>
                    <a:pt x="0" y="268286"/>
                    <a:pt x="0" y="220042"/>
                  </a:cubicBez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8" y="300646"/>
                  </a:cubicBezTo>
                  <a:lnTo>
                    <a:pt x="189488" y="296141"/>
                  </a:lnTo>
                  <a:lnTo>
                    <a:pt x="160617" y="337791"/>
                  </a:lnTo>
                  <a:lnTo>
                    <a:pt x="97666" y="350655"/>
                  </a:lnTo>
                  <a:cubicBezTo>
                    <a:pt x="70602" y="352420"/>
                    <a:pt x="44126" y="340653"/>
                    <a:pt x="25299" y="321238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4" name="Google Shape;3324;p41"/>
            <p:cNvSpPr/>
            <p:nvPr/>
          </p:nvSpPr>
          <p:spPr>
            <a:xfrm rot="8713740">
              <a:off x="190221" y="3174802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5" name="Google Shape;3325;p41"/>
            <p:cNvSpPr/>
            <p:nvPr/>
          </p:nvSpPr>
          <p:spPr>
            <a:xfrm rot="8716661">
              <a:off x="502484" y="2801999"/>
              <a:ext cx="117671" cy="232551"/>
            </a:xfrm>
            <a:custGeom>
              <a:rect b="b" l="l" r="r" t="t"/>
              <a:pathLst>
                <a:path extrusionOk="0" h="232388" w="117588">
                  <a:moveTo>
                    <a:pt x="56529" y="232388"/>
                  </a:moveTo>
                  <a:lnTo>
                    <a:pt x="56529" y="69717"/>
                  </a:lnTo>
                  <a:cubicBezTo>
                    <a:pt x="56529" y="68349"/>
                    <a:pt x="56529" y="66983"/>
                    <a:pt x="56529" y="65615"/>
                  </a:cubicBezTo>
                  <a:cubicBezTo>
                    <a:pt x="55163" y="55591"/>
                    <a:pt x="46049" y="48756"/>
                    <a:pt x="36025" y="50123"/>
                  </a:cubicBezTo>
                  <a:lnTo>
                    <a:pt x="0" y="50123"/>
                  </a:lnTo>
                  <a:lnTo>
                    <a:pt x="41458" y="0"/>
                  </a:lnTo>
                  <a:lnTo>
                    <a:pt x="60630" y="0"/>
                  </a:lnTo>
                  <a:cubicBezTo>
                    <a:pt x="97539" y="0"/>
                    <a:pt x="117588" y="15948"/>
                    <a:pt x="117588" y="50123"/>
                  </a:cubicBezTo>
                  <a:lnTo>
                    <a:pt x="117588" y="208238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6" name="Google Shape;3326;p41"/>
            <p:cNvSpPr/>
            <p:nvPr/>
          </p:nvSpPr>
          <p:spPr>
            <a:xfrm rot="8713740">
              <a:off x="389079" y="288348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7" name="Google Shape;3327;p41"/>
            <p:cNvSpPr/>
            <p:nvPr/>
          </p:nvSpPr>
          <p:spPr>
            <a:xfrm rot="8719330">
              <a:off x="264295" y="267471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8" name="Google Shape;3328;p41"/>
            <p:cNvSpPr/>
            <p:nvPr/>
          </p:nvSpPr>
          <p:spPr>
            <a:xfrm rot="8713740">
              <a:off x="479321" y="2924651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9" name="Google Shape;3329;p41"/>
            <p:cNvSpPr/>
            <p:nvPr/>
          </p:nvSpPr>
          <p:spPr>
            <a:xfrm rot="8718291">
              <a:off x="237926" y="2774841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0" name="Google Shape;3330;p41"/>
            <p:cNvSpPr/>
            <p:nvPr/>
          </p:nvSpPr>
          <p:spPr>
            <a:xfrm rot="7483339">
              <a:off x="609959" y="3142818"/>
              <a:ext cx="20896" cy="31023"/>
            </a:xfrm>
            <a:custGeom>
              <a:rect b="b" l="l" r="r" t="t"/>
              <a:pathLst>
                <a:path extrusionOk="0" h="31001" w="20881">
                  <a:moveTo>
                    <a:pt x="10218" y="31001"/>
                  </a:moveTo>
                  <a:lnTo>
                    <a:pt x="0" y="11992"/>
                  </a:lnTo>
                  <a:lnTo>
                    <a:pt x="20881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1" name="Google Shape;3331;p41"/>
            <p:cNvSpPr/>
            <p:nvPr/>
          </p:nvSpPr>
          <p:spPr>
            <a:xfrm rot="8713740">
              <a:off x="579542" y="281727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2" name="Google Shape;3332;p41"/>
            <p:cNvSpPr/>
            <p:nvPr/>
          </p:nvSpPr>
          <p:spPr>
            <a:xfrm rot="8716661">
              <a:off x="437890" y="3716095"/>
              <a:ext cx="102751" cy="232551"/>
            </a:xfrm>
            <a:custGeom>
              <a:rect b="b" l="l" r="r" t="t"/>
              <a:pathLst>
                <a:path extrusionOk="0" h="232388" w="102679">
                  <a:moveTo>
                    <a:pt x="41620" y="232388"/>
                  </a:moveTo>
                  <a:lnTo>
                    <a:pt x="41620" y="69717"/>
                  </a:lnTo>
                  <a:cubicBezTo>
                    <a:pt x="41620" y="68349"/>
                    <a:pt x="41620" y="66983"/>
                    <a:pt x="41620" y="65615"/>
                  </a:cubicBezTo>
                  <a:cubicBezTo>
                    <a:pt x="40254" y="55591"/>
                    <a:pt x="31140" y="48756"/>
                    <a:pt x="21116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45721" y="0"/>
                  </a:lnTo>
                  <a:cubicBezTo>
                    <a:pt x="82630" y="0"/>
                    <a:pt x="102679" y="15948"/>
                    <a:pt x="102679" y="50123"/>
                  </a:cubicBezTo>
                  <a:lnTo>
                    <a:pt x="102679" y="208238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3" name="Google Shape;3333;p41"/>
            <p:cNvSpPr/>
            <p:nvPr/>
          </p:nvSpPr>
          <p:spPr>
            <a:xfrm rot="8716661">
              <a:off x="482592" y="3669905"/>
              <a:ext cx="154672" cy="124985"/>
            </a:xfrm>
            <a:custGeom>
              <a:rect b="b" l="l" r="r" t="t"/>
              <a:pathLst>
                <a:path extrusionOk="0" h="124897" w="154563">
                  <a:moveTo>
                    <a:pt x="0" y="124897"/>
                  </a:moveTo>
                  <a:lnTo>
                    <a:pt x="95474" y="9467"/>
                  </a:lnTo>
                  <a:lnTo>
                    <a:pt x="96067" y="9000"/>
                  </a:lnTo>
                  <a:cubicBezTo>
                    <a:pt x="105351" y="4215"/>
                    <a:pt x="115604" y="1139"/>
                    <a:pt x="126312" y="0"/>
                  </a:cubicBezTo>
                  <a:cubicBezTo>
                    <a:pt x="148184" y="0"/>
                    <a:pt x="154563" y="19138"/>
                    <a:pt x="154563" y="33719"/>
                  </a:cubicBezTo>
                  <a:cubicBezTo>
                    <a:pt x="153196" y="49668"/>
                    <a:pt x="142715" y="62882"/>
                    <a:pt x="128135" y="69261"/>
                  </a:cubicBezTo>
                  <a:lnTo>
                    <a:pt x="128590" y="69261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4" name="Google Shape;3334;p41"/>
            <p:cNvSpPr/>
            <p:nvPr/>
          </p:nvSpPr>
          <p:spPr>
            <a:xfrm rot="8713740">
              <a:off x="323147" y="379334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5" name="Google Shape;3335;p41"/>
            <p:cNvSpPr/>
            <p:nvPr/>
          </p:nvSpPr>
          <p:spPr>
            <a:xfrm rot="8719330">
              <a:off x="198362" y="358456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6" name="Google Shape;3336;p41"/>
            <p:cNvSpPr/>
            <p:nvPr/>
          </p:nvSpPr>
          <p:spPr>
            <a:xfrm rot="8713013">
              <a:off x="185931" y="3445941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7" name="Google Shape;3337;p41"/>
            <p:cNvSpPr/>
            <p:nvPr/>
          </p:nvSpPr>
          <p:spPr>
            <a:xfrm rot="8716661">
              <a:off x="410114" y="3834585"/>
              <a:ext cx="103508" cy="219328"/>
            </a:xfrm>
            <a:custGeom>
              <a:rect b="b" l="l" r="r" t="t"/>
              <a:pathLst>
                <a:path extrusionOk="0" h="219174" w="103435">
                  <a:moveTo>
                    <a:pt x="103435" y="219174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16028"/>
                  </a:lnTo>
                  <a:lnTo>
                    <a:pt x="11583" y="2023"/>
                  </a:lnTo>
                  <a:lnTo>
                    <a:pt x="103435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8" name="Google Shape;3338;p41"/>
            <p:cNvSpPr/>
            <p:nvPr/>
          </p:nvSpPr>
          <p:spPr>
            <a:xfrm rot="8716661">
              <a:off x="487320" y="3349262"/>
              <a:ext cx="151268" cy="196011"/>
            </a:xfrm>
            <a:custGeom>
              <a:rect b="b" l="l" r="r" t="t"/>
              <a:pathLst>
                <a:path extrusionOk="0" h="195873" w="151162">
                  <a:moveTo>
                    <a:pt x="38025" y="195873"/>
                  </a:moveTo>
                  <a:lnTo>
                    <a:pt x="0" y="125130"/>
                  </a:lnTo>
                  <a:lnTo>
                    <a:pt x="103497" y="0"/>
                  </a:lnTo>
                  <a:lnTo>
                    <a:pt x="151162" y="0"/>
                  </a:lnTo>
                  <a:lnTo>
                    <a:pt x="151162" y="55323"/>
                  </a:lnTo>
                  <a:lnTo>
                    <a:pt x="86370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9" name="Google Shape;3339;p41"/>
            <p:cNvSpPr/>
            <p:nvPr/>
          </p:nvSpPr>
          <p:spPr>
            <a:xfrm rot="8718291">
              <a:off x="461093" y="3434540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0" name="Google Shape;3340;p41"/>
            <p:cNvSpPr/>
            <p:nvPr/>
          </p:nvSpPr>
          <p:spPr>
            <a:xfrm rot="8716661">
              <a:off x="417206" y="4258812"/>
              <a:ext cx="147741" cy="196012"/>
            </a:xfrm>
            <a:custGeom>
              <a:rect b="b" l="l" r="r" t="t"/>
              <a:pathLst>
                <a:path extrusionOk="0" h="195874" w="147637">
                  <a:moveTo>
                    <a:pt x="34500" y="195874"/>
                  </a:moveTo>
                  <a:lnTo>
                    <a:pt x="0" y="131688"/>
                  </a:lnTo>
                  <a:lnTo>
                    <a:pt x="108921" y="0"/>
                  </a:lnTo>
                  <a:lnTo>
                    <a:pt x="147637" y="0"/>
                  </a:lnTo>
                  <a:lnTo>
                    <a:pt x="147637" y="55323"/>
                  </a:lnTo>
                  <a:lnTo>
                    <a:pt x="8284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1" name="Google Shape;3341;p41"/>
            <p:cNvSpPr/>
            <p:nvPr/>
          </p:nvSpPr>
          <p:spPr>
            <a:xfrm rot="8716661">
              <a:off x="330649" y="4134881"/>
              <a:ext cx="254792" cy="91221"/>
            </a:xfrm>
            <a:custGeom>
              <a:rect b="b" l="l" r="r" t="t"/>
              <a:pathLst>
                <a:path extrusionOk="0" h="91157" w="254613">
                  <a:moveTo>
                    <a:pt x="0" y="68911"/>
                  </a:moveTo>
                  <a:lnTo>
                    <a:pt x="56997" y="0"/>
                  </a:lnTo>
                  <a:lnTo>
                    <a:pt x="57517" y="2143"/>
                  </a:lnTo>
                  <a:cubicBezTo>
                    <a:pt x="66931" y="28030"/>
                    <a:pt x="91053" y="40974"/>
                    <a:pt x="128118" y="40974"/>
                  </a:cubicBezTo>
                  <a:cubicBezTo>
                    <a:pt x="146357" y="40385"/>
                    <a:pt x="164008" y="36855"/>
                    <a:pt x="181070" y="31560"/>
                  </a:cubicBezTo>
                  <a:cubicBezTo>
                    <a:pt x="205780" y="23912"/>
                    <a:pt x="229903" y="13910"/>
                    <a:pt x="253437" y="2143"/>
                  </a:cubicBezTo>
                  <a:cubicBezTo>
                    <a:pt x="254025" y="4496"/>
                    <a:pt x="254613" y="7438"/>
                    <a:pt x="254613" y="9791"/>
                  </a:cubicBezTo>
                  <a:lnTo>
                    <a:pt x="254613" y="15674"/>
                  </a:lnTo>
                  <a:cubicBezTo>
                    <a:pt x="192249" y="69215"/>
                    <a:pt x="110468" y="88042"/>
                    <a:pt x="61636" y="90983"/>
                  </a:cubicBezTo>
                  <a:cubicBezTo>
                    <a:pt x="48104" y="91866"/>
                    <a:pt x="34719" y="89365"/>
                    <a:pt x="22363" y="84217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2" name="Google Shape;3342;p41"/>
            <p:cNvSpPr/>
            <p:nvPr/>
          </p:nvSpPr>
          <p:spPr>
            <a:xfrm rot="8716661">
              <a:off x="-3556" y="2405872"/>
              <a:ext cx="142267" cy="208739"/>
            </a:xfrm>
            <a:custGeom>
              <a:rect b="b" l="l" r="r" t="t"/>
              <a:pathLst>
                <a:path extrusionOk="0" h="208592" w="142167">
                  <a:moveTo>
                    <a:pt x="81108" y="208592"/>
                  </a:moveTo>
                  <a:lnTo>
                    <a:pt x="81108" y="69717"/>
                  </a:lnTo>
                  <a:cubicBezTo>
                    <a:pt x="81108" y="68350"/>
                    <a:pt x="81108" y="66983"/>
                    <a:pt x="81108" y="65615"/>
                  </a:cubicBezTo>
                  <a:cubicBezTo>
                    <a:pt x="79742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10" y="0"/>
                  </a:lnTo>
                  <a:cubicBezTo>
                    <a:pt x="122118" y="0"/>
                    <a:pt x="142167" y="15948"/>
                    <a:pt x="142167" y="50123"/>
                  </a:cubicBezTo>
                  <a:lnTo>
                    <a:pt x="142167" y="120504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3" name="Google Shape;3343;p41"/>
            <p:cNvSpPr/>
            <p:nvPr/>
          </p:nvSpPr>
          <p:spPr>
            <a:xfrm rot="8713740">
              <a:off x="80358" y="241361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4" name="Google Shape;3344;p41"/>
            <p:cNvSpPr/>
            <p:nvPr/>
          </p:nvSpPr>
          <p:spPr>
            <a:xfrm rot="8713740">
              <a:off x="35410" y="232718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5" name="Google Shape;3345;p41"/>
            <p:cNvSpPr/>
            <p:nvPr/>
          </p:nvSpPr>
          <p:spPr>
            <a:xfrm rot="8716661">
              <a:off x="-20338" y="2216978"/>
              <a:ext cx="78786" cy="180792"/>
            </a:xfrm>
            <a:custGeom>
              <a:rect b="b" l="l" r="r" t="t"/>
              <a:pathLst>
                <a:path extrusionOk="0" h="180665" w="78731">
                  <a:moveTo>
                    <a:pt x="0" y="180665"/>
                  </a:moveTo>
                  <a:lnTo>
                    <a:pt x="0" y="40596"/>
                  </a:lnTo>
                  <a:lnTo>
                    <a:pt x="78250" y="0"/>
                  </a:lnTo>
                  <a:lnTo>
                    <a:pt x="78731" y="6708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6" name="Google Shape;3346;p41"/>
            <p:cNvSpPr/>
            <p:nvPr/>
          </p:nvSpPr>
          <p:spPr>
            <a:xfrm rot="8716661">
              <a:off x="-15434" y="2575123"/>
              <a:ext cx="103508" cy="152134"/>
            </a:xfrm>
            <a:custGeom>
              <a:rect b="b" l="l" r="r" t="t"/>
              <a:pathLst>
                <a:path extrusionOk="0" h="152027" w="103435">
                  <a:moveTo>
                    <a:pt x="43288" y="152027"/>
                  </a:move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65255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7" name="Google Shape;3347;p41"/>
            <p:cNvSpPr/>
            <p:nvPr/>
          </p:nvSpPr>
          <p:spPr>
            <a:xfrm rot="8713740">
              <a:off x="279912" y="213419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8" name="Google Shape;3348;p41"/>
            <p:cNvSpPr/>
            <p:nvPr/>
          </p:nvSpPr>
          <p:spPr>
            <a:xfrm rot="8713740">
              <a:off x="369457" y="216345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9" name="Google Shape;3349;p41"/>
            <p:cNvSpPr/>
            <p:nvPr/>
          </p:nvSpPr>
          <p:spPr>
            <a:xfrm rot="8713740">
              <a:off x="167561" y="22225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0" name="Google Shape;3350;p41"/>
            <p:cNvSpPr/>
            <p:nvPr/>
          </p:nvSpPr>
          <p:spPr>
            <a:xfrm rot="8719330">
              <a:off x="42777" y="201373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1" name="Google Shape;3351;p41"/>
            <p:cNvSpPr/>
            <p:nvPr/>
          </p:nvSpPr>
          <p:spPr>
            <a:xfrm rot="8713740">
              <a:off x="257803" y="226367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2" name="Google Shape;3352;p41"/>
            <p:cNvSpPr/>
            <p:nvPr/>
          </p:nvSpPr>
          <p:spPr>
            <a:xfrm rot="8718291">
              <a:off x="16408" y="211386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3" name="Google Shape;3353;p41"/>
            <p:cNvSpPr/>
            <p:nvPr/>
          </p:nvSpPr>
          <p:spPr>
            <a:xfrm rot="7480670">
              <a:off x="362794" y="245493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4" name="Google Shape;3354;p41"/>
            <p:cNvSpPr/>
            <p:nvPr/>
          </p:nvSpPr>
          <p:spPr>
            <a:xfrm rot="-8513943">
              <a:off x="463130" y="2426139"/>
              <a:ext cx="272783" cy="319297"/>
            </a:xfrm>
            <a:custGeom>
              <a:rect b="b" l="l" r="r" t="t"/>
              <a:pathLst>
                <a:path extrusionOk="0" h="319064" w="272584">
                  <a:moveTo>
                    <a:pt x="80445" y="215518"/>
                  </a:moveTo>
                  <a:lnTo>
                    <a:pt x="0" y="93007"/>
                  </a:ln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3664" y="169400"/>
                    <a:pt x="74492" y="184988"/>
                    <a:pt x="76768" y="200369"/>
                  </a:cubicBezTo>
                  <a:close/>
                  <a:moveTo>
                    <a:pt x="272584" y="258238"/>
                  </a:moveTo>
                  <a:cubicBezTo>
                    <a:pt x="243339" y="283344"/>
                    <a:pt x="209542" y="300312"/>
                    <a:pt x="177331" y="311347"/>
                  </a:cubicBezTo>
                  <a:lnTo>
                    <a:pt x="148437" y="319064"/>
                  </a:lnTo>
                  <a:lnTo>
                    <a:pt x="119231" y="274585"/>
                  </a:lnTo>
                  <a:lnTo>
                    <a:pt x="153949" y="281965"/>
                  </a:lnTo>
                  <a:cubicBezTo>
                    <a:pt x="171055" y="281413"/>
                    <a:pt x="187609" y="278102"/>
                    <a:pt x="203610" y="273136"/>
                  </a:cubicBezTo>
                  <a:cubicBezTo>
                    <a:pt x="226785" y="265963"/>
                    <a:pt x="249409" y="256583"/>
                    <a:pt x="271481" y="245547"/>
                  </a:cubicBezTo>
                  <a:cubicBezTo>
                    <a:pt x="272032" y="247754"/>
                    <a:pt x="272584" y="250513"/>
                    <a:pt x="272584" y="25272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5" name="Google Shape;3355;p41"/>
            <p:cNvSpPr/>
            <p:nvPr/>
          </p:nvSpPr>
          <p:spPr>
            <a:xfrm rot="8716661">
              <a:off x="675834" y="2357302"/>
              <a:ext cx="38039" cy="45784"/>
            </a:xfrm>
            <a:custGeom>
              <a:rect b="b" l="l" r="r" t="t"/>
              <a:pathLst>
                <a:path extrusionOk="0" h="45752" w="38012">
                  <a:moveTo>
                    <a:pt x="0" y="45752"/>
                  </a:moveTo>
                  <a:lnTo>
                    <a:pt x="37842" y="0"/>
                  </a:lnTo>
                  <a:lnTo>
                    <a:pt x="38012" y="641"/>
                  </a:lnTo>
                  <a:cubicBezTo>
                    <a:pt x="36400" y="19451"/>
                    <a:pt x="24039" y="35036"/>
                    <a:pt x="6841" y="42560"/>
                  </a:cubicBezTo>
                  <a:lnTo>
                    <a:pt x="7378" y="4256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6" name="Google Shape;3356;p41"/>
            <p:cNvSpPr/>
            <p:nvPr/>
          </p:nvSpPr>
          <p:spPr>
            <a:xfrm rot="8714346">
              <a:off x="601333" y="212612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7" name="Google Shape;3357;p41"/>
            <p:cNvSpPr/>
            <p:nvPr/>
          </p:nvSpPr>
          <p:spPr>
            <a:xfrm rot="8713740">
              <a:off x="358024" y="215629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8" name="Google Shape;3358;p41"/>
            <p:cNvSpPr/>
            <p:nvPr/>
          </p:nvSpPr>
          <p:spPr>
            <a:xfrm rot="8714346">
              <a:off x="535539" y="199710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9" name="Google Shape;3359;p41"/>
            <p:cNvSpPr/>
            <p:nvPr/>
          </p:nvSpPr>
          <p:spPr>
            <a:xfrm rot="8716661">
              <a:off x="-76209" y="1768065"/>
              <a:ext cx="197317" cy="215200"/>
            </a:xfrm>
            <a:custGeom>
              <a:rect b="b" l="l" r="r" t="t"/>
              <a:pathLst>
                <a:path extrusionOk="0" h="215049" w="197178">
                  <a:moveTo>
                    <a:pt x="51490" y="215049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4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lnTo>
                    <a:pt x="197178" y="4872"/>
                  </a:lnTo>
                  <a:lnTo>
                    <a:pt x="170795" y="42934"/>
                  </a:lnTo>
                  <a:lnTo>
                    <a:pt x="164950" y="40156"/>
                  </a:ln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128277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0" name="Google Shape;3360;p41"/>
            <p:cNvSpPr/>
            <p:nvPr/>
          </p:nvSpPr>
          <p:spPr>
            <a:xfrm rot="8713740">
              <a:off x="56745" y="147449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1" name="Google Shape;3361;p41"/>
            <p:cNvSpPr/>
            <p:nvPr/>
          </p:nvSpPr>
          <p:spPr>
            <a:xfrm rot="8713740">
              <a:off x="146290" y="150376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2" name="Google Shape;3362;p41"/>
            <p:cNvSpPr/>
            <p:nvPr/>
          </p:nvSpPr>
          <p:spPr>
            <a:xfrm rot="8716661">
              <a:off x="-21925" y="1443475"/>
              <a:ext cx="68662" cy="55362"/>
            </a:xfrm>
            <a:custGeom>
              <a:rect b="b" l="l" r="r" t="t"/>
              <a:pathLst>
                <a:path extrusionOk="0" h="55323" w="68614">
                  <a:moveTo>
                    <a:pt x="0" y="55323"/>
                  </a:moveTo>
                  <a:lnTo>
                    <a:pt x="0" y="0"/>
                  </a:lnTo>
                  <a:lnTo>
                    <a:pt x="68614" y="0"/>
                  </a:lnTo>
                  <a:lnTo>
                    <a:pt x="30266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3" name="Google Shape;3363;p41"/>
            <p:cNvSpPr/>
            <p:nvPr/>
          </p:nvSpPr>
          <p:spPr>
            <a:xfrm rot="8716661">
              <a:off x="35716" y="1617988"/>
              <a:ext cx="103508" cy="204040"/>
            </a:xfrm>
            <a:custGeom>
              <a:rect b="b" l="l" r="r" t="t"/>
              <a:pathLst>
                <a:path extrusionOk="0" h="203897" w="103435">
                  <a:moveTo>
                    <a:pt x="87556" y="203897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18098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4" name="Google Shape;3364;p41"/>
            <p:cNvSpPr/>
            <p:nvPr/>
          </p:nvSpPr>
          <p:spPr>
            <a:xfrm rot="7480670">
              <a:off x="139627" y="179523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5" name="Google Shape;3365;p41"/>
            <p:cNvSpPr/>
            <p:nvPr/>
          </p:nvSpPr>
          <p:spPr>
            <a:xfrm rot="-8510566">
              <a:off x="244413" y="1762011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6" name="Google Shape;3366;p41"/>
            <p:cNvSpPr/>
            <p:nvPr/>
          </p:nvSpPr>
          <p:spPr>
            <a:xfrm rot="8706722">
              <a:off x="429996" y="157034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7" name="Google Shape;3367;p41"/>
            <p:cNvSpPr/>
            <p:nvPr/>
          </p:nvSpPr>
          <p:spPr>
            <a:xfrm rot="8714346">
              <a:off x="378166" y="146642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8" name="Google Shape;3368;p41"/>
            <p:cNvSpPr/>
            <p:nvPr/>
          </p:nvSpPr>
          <p:spPr>
            <a:xfrm rot="8713740">
              <a:off x="134857" y="149660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9" name="Google Shape;3369;p41"/>
            <p:cNvSpPr/>
            <p:nvPr/>
          </p:nvSpPr>
          <p:spPr>
            <a:xfrm rot="8714346">
              <a:off x="312372" y="133740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0" name="Google Shape;3370;p41"/>
            <p:cNvSpPr/>
            <p:nvPr/>
          </p:nvSpPr>
          <p:spPr>
            <a:xfrm rot="8716661">
              <a:off x="-17832" y="949172"/>
              <a:ext cx="39554" cy="50158"/>
            </a:xfrm>
            <a:custGeom>
              <a:rect b="b" l="l" r="r" t="t"/>
              <a:pathLst>
                <a:path extrusionOk="0" h="50123" w="39526">
                  <a:moveTo>
                    <a:pt x="0" y="50123"/>
                  </a:moveTo>
                  <a:lnTo>
                    <a:pt x="0" y="0"/>
                  </a:lnTo>
                  <a:lnTo>
                    <a:pt x="39526" y="0"/>
                  </a:lnTo>
                  <a:lnTo>
                    <a:pt x="4782" y="501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1" name="Google Shape;3371;p41"/>
            <p:cNvSpPr/>
            <p:nvPr/>
          </p:nvSpPr>
          <p:spPr>
            <a:xfrm rot="8716661">
              <a:off x="-65203" y="834596"/>
              <a:ext cx="249825" cy="254953"/>
            </a:xfrm>
            <a:custGeom>
              <a:rect b="b" l="l" r="r" t="t"/>
              <a:pathLst>
                <a:path extrusionOk="0" h="254774" w="249650">
                  <a:moveTo>
                    <a:pt x="51490" y="254774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08922" y="-398"/>
                    <a:pt x="227718" y="7576"/>
                    <a:pt x="240647" y="22727"/>
                  </a:cubicBezTo>
                  <a:lnTo>
                    <a:pt x="249650" y="52327"/>
                  </a:lnTo>
                  <a:lnTo>
                    <a:pt x="218795" y="96841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213764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2" name="Google Shape;3372;p41"/>
            <p:cNvSpPr/>
            <p:nvPr/>
          </p:nvSpPr>
          <p:spPr>
            <a:xfrm rot="7483339">
              <a:off x="-63459" y="1172502"/>
              <a:ext cx="203991" cy="146498"/>
            </a:xfrm>
            <a:custGeom>
              <a:rect b="b" l="l" r="r" t="t"/>
              <a:pathLst>
                <a:path extrusionOk="0" h="146395" w="203848">
                  <a:moveTo>
                    <a:pt x="0" y="55323"/>
                  </a:moveTo>
                  <a:lnTo>
                    <a:pt x="0" y="0"/>
                  </a:lnTo>
                  <a:lnTo>
                    <a:pt x="203848" y="0"/>
                  </a:lnTo>
                  <a:lnTo>
                    <a:pt x="203847" y="49512"/>
                  </a:lnTo>
                  <a:lnTo>
                    <a:pt x="195466" y="55323"/>
                  </a:lnTo>
                  <a:lnTo>
                    <a:pt x="139055" y="55323"/>
                  </a:lnTo>
                  <a:lnTo>
                    <a:pt x="121388" y="106685"/>
                  </a:lnTo>
                  <a:lnTo>
                    <a:pt x="64115" y="146395"/>
                  </a:lnTo>
                  <a:lnTo>
                    <a:pt x="47847" y="116129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3" name="Google Shape;3373;p41"/>
            <p:cNvSpPr/>
            <p:nvPr/>
          </p:nvSpPr>
          <p:spPr>
            <a:xfrm rot="-8510566">
              <a:off x="25474" y="1099953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4" name="Google Shape;3374;p41"/>
            <p:cNvSpPr/>
            <p:nvPr/>
          </p:nvSpPr>
          <p:spPr>
            <a:xfrm rot="8706722">
              <a:off x="211057" y="908283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5" name="Google Shape;3375;p41"/>
            <p:cNvSpPr/>
            <p:nvPr/>
          </p:nvSpPr>
          <p:spPr>
            <a:xfrm rot="8714346">
              <a:off x="159227" y="804371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6" name="Google Shape;3376;p41"/>
            <p:cNvSpPr/>
            <p:nvPr/>
          </p:nvSpPr>
          <p:spPr>
            <a:xfrm rot="8714346">
              <a:off x="93433" y="675350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7" name="Google Shape;3377;p41"/>
            <p:cNvSpPr/>
            <p:nvPr/>
          </p:nvSpPr>
          <p:spPr>
            <a:xfrm rot="8716661">
              <a:off x="-7014" y="316690"/>
              <a:ext cx="14011" cy="20212"/>
            </a:xfrm>
            <a:custGeom>
              <a:rect b="b" l="l" r="r" t="t"/>
              <a:pathLst>
                <a:path extrusionOk="0" h="20198" w="14001">
                  <a:moveTo>
                    <a:pt x="0" y="20198"/>
                  </a:moveTo>
                  <a:lnTo>
                    <a:pt x="0" y="0"/>
                  </a:lnTo>
                  <a:lnTo>
                    <a:pt x="14001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8" name="Google Shape;3378;p41"/>
            <p:cNvSpPr/>
            <p:nvPr/>
          </p:nvSpPr>
          <p:spPr>
            <a:xfrm rot="-8513943">
              <a:off x="-81861" y="472453"/>
              <a:ext cx="173758" cy="237858"/>
            </a:xfrm>
            <a:custGeom>
              <a:rect b="b" l="l" r="r" t="t"/>
              <a:pathLst>
                <a:path extrusionOk="0" h="237684" w="173631">
                  <a:moveTo>
                    <a:pt x="173631" y="220990"/>
                  </a:moveTo>
                  <a:lnTo>
                    <a:pt x="130972" y="232382"/>
                  </a:lnTo>
                  <a:cubicBezTo>
                    <a:pt x="116428" y="235210"/>
                    <a:pt x="103047" y="236831"/>
                    <a:pt x="91597" y="237521"/>
                  </a:cubicBezTo>
                  <a:cubicBezTo>
                    <a:pt x="66215" y="239176"/>
                    <a:pt x="41384" y="228141"/>
                    <a:pt x="23727" y="209931"/>
                  </a:cubicBezTo>
                  <a:cubicBezTo>
                    <a:pt x="4966" y="191722"/>
                    <a:pt x="0" y="160270"/>
                    <a:pt x="0" y="115023"/>
                  </a:cubicBezTo>
                  <a:lnTo>
                    <a:pt x="0" y="0"/>
                  </a:lnTo>
                  <a:lnTo>
                    <a:pt x="76176" y="96953"/>
                  </a:lnTo>
                  <a:lnTo>
                    <a:pt x="76768" y="109023"/>
                  </a:lnTo>
                  <a:cubicBezTo>
                    <a:pt x="79044" y="124404"/>
                    <a:pt x="82768" y="139578"/>
                    <a:pt x="87734" y="154201"/>
                  </a:cubicBezTo>
                  <a:cubicBezTo>
                    <a:pt x="92149" y="166340"/>
                    <a:pt x="100012" y="175445"/>
                    <a:pt x="111117" y="181514"/>
                  </a:cubicBezTo>
                  <a:lnTo>
                    <a:pt x="148930" y="189552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9" name="Google Shape;3379;p41"/>
            <p:cNvSpPr/>
            <p:nvPr/>
          </p:nvSpPr>
          <p:spPr>
            <a:xfrm rot="8706722">
              <a:off x="-11613" y="244868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0" name="Google Shape;3380;p41"/>
            <p:cNvSpPr/>
            <p:nvPr/>
          </p:nvSpPr>
          <p:spPr>
            <a:xfrm rot="8716661">
              <a:off x="-30159" y="143433"/>
              <a:ext cx="77776" cy="97328"/>
            </a:xfrm>
            <a:custGeom>
              <a:rect b="b" l="l" r="r" t="t"/>
              <a:pathLst>
                <a:path extrusionOk="0" h="97260" w="77721">
                  <a:moveTo>
                    <a:pt x="15821" y="97260"/>
                  </a:moveTo>
                  <a:lnTo>
                    <a:pt x="0" y="59790"/>
                  </a:ln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lnTo>
                    <a:pt x="77721" y="796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1" name="Google Shape;3381;p41"/>
            <p:cNvSpPr/>
            <p:nvPr/>
          </p:nvSpPr>
          <p:spPr>
            <a:xfrm rot="8716661">
              <a:off x="-17843" y="3452674"/>
              <a:ext cx="58496" cy="44230"/>
            </a:xfrm>
            <a:custGeom>
              <a:rect b="b" l="l" r="r" t="t"/>
              <a:pathLst>
                <a:path extrusionOk="0" h="44199" w="58455">
                  <a:moveTo>
                    <a:pt x="0" y="44199"/>
                  </a:moveTo>
                  <a:lnTo>
                    <a:pt x="0" y="0"/>
                  </a:lnTo>
                  <a:lnTo>
                    <a:pt x="58455" y="0"/>
                  </a:lnTo>
                  <a:lnTo>
                    <a:pt x="27817" y="4419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2" name="Google Shape;3382;p41"/>
            <p:cNvSpPr/>
            <p:nvPr/>
          </p:nvSpPr>
          <p:spPr>
            <a:xfrm rot="-8513943">
              <a:off x="-91727" y="3601565"/>
              <a:ext cx="206678" cy="292868"/>
            </a:xfrm>
            <a:custGeom>
              <a:rect b="b" l="l" r="r" t="t"/>
              <a:pathLst>
                <a:path extrusionOk="0" h="292654" w="206527">
                  <a:moveTo>
                    <a:pt x="206527" y="258693"/>
                  </a:moveTo>
                  <a:lnTo>
                    <a:pt x="177331" y="274971"/>
                  </a:lnTo>
                  <a:cubicBezTo>
                    <a:pt x="145121" y="286007"/>
                    <a:pt x="114496" y="291111"/>
                    <a:pt x="91597" y="292491"/>
                  </a:cubicBezTo>
                  <a:cubicBezTo>
                    <a:pt x="66215" y="294146"/>
                    <a:pt x="41385" y="283111"/>
                    <a:pt x="23727" y="264901"/>
                  </a:cubicBezTo>
                  <a:cubicBezTo>
                    <a:pt x="4966" y="246692"/>
                    <a:pt x="0" y="215240"/>
                    <a:pt x="0" y="169993"/>
                  </a:cubicBezTo>
                  <a:lnTo>
                    <a:pt x="0" y="1698"/>
                  </a:lnTo>
                  <a:lnTo>
                    <a:pt x="3273" y="0"/>
                  </a:lnTo>
                  <a:lnTo>
                    <a:pt x="74297" y="90396"/>
                  </a:lnTo>
                  <a:lnTo>
                    <a:pt x="74492" y="117574"/>
                  </a:lnTo>
                  <a:cubicBezTo>
                    <a:pt x="72836" y="148474"/>
                    <a:pt x="77802" y="179926"/>
                    <a:pt x="87734" y="209171"/>
                  </a:cubicBezTo>
                  <a:cubicBezTo>
                    <a:pt x="96564" y="233450"/>
                    <a:pt x="119187" y="245589"/>
                    <a:pt x="153949" y="245589"/>
                  </a:cubicBezTo>
                  <a:lnTo>
                    <a:pt x="191049" y="23899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3" name="Google Shape;3383;p41"/>
            <p:cNvSpPr/>
            <p:nvPr/>
          </p:nvSpPr>
          <p:spPr>
            <a:xfrm rot="8706722">
              <a:off x="24922" y="339006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4" name="Google Shape;3384;p41"/>
            <p:cNvSpPr/>
            <p:nvPr/>
          </p:nvSpPr>
          <p:spPr>
            <a:xfrm rot="8716661">
              <a:off x="-24136" y="3281681"/>
              <a:ext cx="106117" cy="113813"/>
            </a:xfrm>
            <a:custGeom>
              <a:rect b="b" l="l" r="r" t="t"/>
              <a:pathLst>
                <a:path extrusionOk="0" h="113733" w="106042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cubicBezTo>
                    <a:pt x="74507" y="0"/>
                    <a:pt x="89224" y="6439"/>
                    <a:pt x="100262" y="17477"/>
                  </a:cubicBezTo>
                  <a:lnTo>
                    <a:pt x="106042" y="31234"/>
                  </a:lnTo>
                  <a:lnTo>
                    <a:pt x="48856" y="11373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5" name="Google Shape;3385;p41"/>
            <p:cNvSpPr/>
            <p:nvPr/>
          </p:nvSpPr>
          <p:spPr>
            <a:xfrm rot="8716661">
              <a:off x="-21964" y="3179837"/>
              <a:ext cx="45808" cy="62700"/>
            </a:xfrm>
            <a:custGeom>
              <a:rect b="b" l="l" r="r" t="t"/>
              <a:pathLst>
                <a:path extrusionOk="0" h="62656" w="45776">
                  <a:moveTo>
                    <a:pt x="2345" y="62656"/>
                  </a:moveTo>
                  <a:lnTo>
                    <a:pt x="0" y="57104"/>
                  </a:lnTo>
                  <a:lnTo>
                    <a:pt x="0" y="56183"/>
                  </a:lnTo>
                  <a:cubicBezTo>
                    <a:pt x="0" y="40547"/>
                    <a:pt x="6439" y="25829"/>
                    <a:pt x="17477" y="14791"/>
                  </a:cubicBezTo>
                  <a:cubicBezTo>
                    <a:pt x="22996" y="9272"/>
                    <a:pt x="29435" y="4903"/>
                    <a:pt x="36449" y="1913"/>
                  </a:cubicBezTo>
                  <a:lnTo>
                    <a:pt x="45776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6" name="Google Shape;3386;p41"/>
            <p:cNvSpPr/>
            <p:nvPr/>
          </p:nvSpPr>
          <p:spPr>
            <a:xfrm rot="8716661">
              <a:off x="-21385" y="4100628"/>
              <a:ext cx="79169" cy="50158"/>
            </a:xfrm>
            <a:custGeom>
              <a:rect b="b" l="l" r="r" t="t"/>
              <a:pathLst>
                <a:path extrusionOk="0" h="50123" w="79113">
                  <a:moveTo>
                    <a:pt x="0" y="50123"/>
                  </a:moveTo>
                  <a:lnTo>
                    <a:pt x="0" y="0"/>
                  </a:lnTo>
                  <a:lnTo>
                    <a:pt x="79113" y="0"/>
                  </a:lnTo>
                  <a:lnTo>
                    <a:pt x="44369" y="501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7" name="Google Shape;3387;p41"/>
            <p:cNvSpPr/>
            <p:nvPr/>
          </p:nvSpPr>
          <p:spPr>
            <a:xfrm rot="8713740">
              <a:off x="-40114" y="3981876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8" name="Google Shape;3388;p41"/>
            <p:cNvSpPr/>
            <p:nvPr/>
          </p:nvSpPr>
          <p:spPr>
            <a:xfrm rot="7480670">
              <a:off x="-46777" y="427335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9" name="Google Shape;3389;p41"/>
            <p:cNvSpPr/>
            <p:nvPr/>
          </p:nvSpPr>
          <p:spPr>
            <a:xfrm rot="-8510566">
              <a:off x="58009" y="4240127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0" name="Google Shape;3390;p41"/>
            <p:cNvSpPr/>
            <p:nvPr/>
          </p:nvSpPr>
          <p:spPr>
            <a:xfrm rot="8706722">
              <a:off x="243592" y="4048457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1" name="Google Shape;3391;p41"/>
            <p:cNvSpPr/>
            <p:nvPr/>
          </p:nvSpPr>
          <p:spPr>
            <a:xfrm rot="8714346">
              <a:off x="191762" y="394454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2" name="Google Shape;3392;p41"/>
            <p:cNvSpPr/>
            <p:nvPr/>
          </p:nvSpPr>
          <p:spPr>
            <a:xfrm rot="8714346">
              <a:off x="125968" y="381552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3" name="Google Shape;3393;p41"/>
            <p:cNvSpPr/>
            <p:nvPr/>
          </p:nvSpPr>
          <p:spPr>
            <a:xfrm rot="8716661">
              <a:off x="-73236" y="4876693"/>
              <a:ext cx="221538" cy="253527"/>
            </a:xfrm>
            <a:custGeom>
              <a:rect b="b" l="l" r="r" t="t"/>
              <a:pathLst>
                <a:path extrusionOk="0" h="253349" w="221382">
                  <a:moveTo>
                    <a:pt x="51490" y="253349"/>
                  </a:moveTo>
                  <a:lnTo>
                    <a:pt x="51490" y="44199"/>
                  </a:lnTo>
                  <a:lnTo>
                    <a:pt x="0" y="44199"/>
                  </a:lnTo>
                  <a:lnTo>
                    <a:pt x="0" y="0"/>
                  </a:lnTo>
                  <a:lnTo>
                    <a:pt x="104803" y="0"/>
                  </a:lnTo>
                  <a:lnTo>
                    <a:pt x="104802" y="73817"/>
                  </a:lnTo>
                  <a:lnTo>
                    <a:pt x="106169" y="73817"/>
                  </a:lnTo>
                  <a:cubicBezTo>
                    <a:pt x="120751" y="30529"/>
                    <a:pt x="132142" y="13670"/>
                    <a:pt x="154014" y="4556"/>
                  </a:cubicBezTo>
                  <a:lnTo>
                    <a:pt x="174650" y="668"/>
                  </a:lnTo>
                  <a:lnTo>
                    <a:pt x="214075" y="27996"/>
                  </a:lnTo>
                  <a:lnTo>
                    <a:pt x="221382" y="33060"/>
                  </a:lnTo>
                  <a:lnTo>
                    <a:pt x="195540" y="70341"/>
                  </a:lnTo>
                  <a:lnTo>
                    <a:pt x="189157" y="50236"/>
                  </a:lnTo>
                  <a:cubicBezTo>
                    <a:pt x="183177" y="42946"/>
                    <a:pt x="174747" y="38731"/>
                    <a:pt x="164950" y="38731"/>
                  </a:cubicBezTo>
                  <a:cubicBezTo>
                    <a:pt x="135788" y="38731"/>
                    <a:pt x="111638" y="77463"/>
                    <a:pt x="111638" y="126218"/>
                  </a:cubicBezTo>
                  <a:lnTo>
                    <a:pt x="111638" y="191383"/>
                  </a:lnTo>
                  <a:lnTo>
                    <a:pt x="84096" y="231117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4" name="Google Shape;3394;p41"/>
            <p:cNvSpPr/>
            <p:nvPr/>
          </p:nvSpPr>
          <p:spPr>
            <a:xfrm rot="8713740">
              <a:off x="93508" y="461231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5" name="Google Shape;3395;p41"/>
            <p:cNvSpPr/>
            <p:nvPr/>
          </p:nvSpPr>
          <p:spPr>
            <a:xfrm rot="8713740">
              <a:off x="183053" y="464157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6" name="Google Shape;3396;p41"/>
            <p:cNvSpPr/>
            <p:nvPr/>
          </p:nvSpPr>
          <p:spPr>
            <a:xfrm rot="8716661">
              <a:off x="-14566" y="4699602"/>
              <a:ext cx="50032" cy="54276"/>
            </a:xfrm>
            <a:custGeom>
              <a:rect b="b" l="l" r="r" t="t"/>
              <a:pathLst>
                <a:path extrusionOk="0" h="54238" w="49997">
                  <a:moveTo>
                    <a:pt x="8658" y="50123"/>
                  </a:moveTo>
                  <a:cubicBezTo>
                    <a:pt x="3190" y="44655"/>
                    <a:pt x="0" y="37365"/>
                    <a:pt x="0" y="29619"/>
                  </a:cubicBezTo>
                  <a:lnTo>
                    <a:pt x="0" y="29162"/>
                  </a:lnTo>
                  <a:cubicBezTo>
                    <a:pt x="0" y="21417"/>
                    <a:pt x="3190" y="14126"/>
                    <a:pt x="8658" y="8658"/>
                  </a:cubicBezTo>
                  <a:cubicBezTo>
                    <a:pt x="14126" y="3190"/>
                    <a:pt x="21416" y="0"/>
                    <a:pt x="29163" y="0"/>
                  </a:cubicBezTo>
                  <a:cubicBezTo>
                    <a:pt x="36909" y="0"/>
                    <a:pt x="44200" y="3190"/>
                    <a:pt x="49668" y="8658"/>
                  </a:cubicBezTo>
                  <a:lnTo>
                    <a:pt x="49997" y="9441"/>
                  </a:lnTo>
                  <a:lnTo>
                    <a:pt x="18945" y="54238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7" name="Google Shape;3397;p41"/>
            <p:cNvSpPr/>
            <p:nvPr/>
          </p:nvSpPr>
          <p:spPr>
            <a:xfrm rot="8716661">
              <a:off x="-30414" y="4579725"/>
              <a:ext cx="113426" cy="71074"/>
            </a:xfrm>
            <a:custGeom>
              <a:rect b="b" l="l" r="r" t="t"/>
              <a:pathLst>
                <a:path extrusionOk="0" h="71024" w="113346">
                  <a:moveTo>
                    <a:pt x="0" y="55323"/>
                  </a:moveTo>
                  <a:lnTo>
                    <a:pt x="0" y="0"/>
                  </a:lnTo>
                  <a:lnTo>
                    <a:pt x="113346" y="0"/>
                  </a:lnTo>
                  <a:lnTo>
                    <a:pt x="64114" y="71024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8" name="Google Shape;3398;p41"/>
            <p:cNvSpPr/>
            <p:nvPr/>
          </p:nvSpPr>
          <p:spPr>
            <a:xfrm rot="8713740">
              <a:off x="71399" y="474179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9" name="Google Shape;3399;p41"/>
            <p:cNvSpPr/>
            <p:nvPr/>
          </p:nvSpPr>
          <p:spPr>
            <a:xfrm rot="7483339">
              <a:off x="171896" y="4933516"/>
              <a:ext cx="203990" cy="196012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170341" y="0"/>
                  </a:lnTo>
                  <a:lnTo>
                    <a:pt x="203847" y="48325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0" name="Google Shape;3400;p41"/>
            <p:cNvSpPr/>
            <p:nvPr/>
          </p:nvSpPr>
          <p:spPr>
            <a:xfrm rot="-8513943">
              <a:off x="313308" y="4906085"/>
              <a:ext cx="221989" cy="205248"/>
            </a:xfrm>
            <a:custGeom>
              <a:rect b="b" l="l" r="r" t="t"/>
              <a:pathLst>
                <a:path extrusionOk="0" h="205098" w="221827">
                  <a:moveTo>
                    <a:pt x="24153" y="55168"/>
                  </a:moveTo>
                  <a:lnTo>
                    <a:pt x="0" y="18385"/>
                  </a:lnTo>
                  <a:lnTo>
                    <a:pt x="23400" y="0"/>
                  </a:lnTo>
                  <a:lnTo>
                    <a:pt x="23735" y="46640"/>
                  </a:lnTo>
                  <a:close/>
                  <a:moveTo>
                    <a:pt x="221827" y="150928"/>
                  </a:moveTo>
                  <a:cubicBezTo>
                    <a:pt x="192582" y="176035"/>
                    <a:pt x="158785" y="193002"/>
                    <a:pt x="126574" y="204038"/>
                  </a:cubicBezTo>
                  <a:lnTo>
                    <a:pt x="122603" y="205098"/>
                  </a:lnTo>
                  <a:lnTo>
                    <a:pt x="102519" y="174512"/>
                  </a:lnTo>
                  <a:lnTo>
                    <a:pt x="103192" y="174655"/>
                  </a:lnTo>
                  <a:cubicBezTo>
                    <a:pt x="120298" y="174103"/>
                    <a:pt x="136851" y="170792"/>
                    <a:pt x="152853" y="165826"/>
                  </a:cubicBezTo>
                  <a:cubicBezTo>
                    <a:pt x="176028" y="158653"/>
                    <a:pt x="198652" y="149273"/>
                    <a:pt x="220723" y="138237"/>
                  </a:cubicBezTo>
                  <a:cubicBezTo>
                    <a:pt x="221275" y="140444"/>
                    <a:pt x="221827" y="143203"/>
                    <a:pt x="221827" y="14541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1" name="Google Shape;3401;p41"/>
            <p:cNvSpPr/>
            <p:nvPr/>
          </p:nvSpPr>
          <p:spPr>
            <a:xfrm rot="8716661">
              <a:off x="406275" y="4600545"/>
              <a:ext cx="113735" cy="117199"/>
            </a:xfrm>
            <a:custGeom>
              <a:rect b="b" l="l" r="r" t="t"/>
              <a:pathLst>
                <a:path extrusionOk="0" h="117117" w="113655">
                  <a:moveTo>
                    <a:pt x="13623" y="100559"/>
                  </a:moveTo>
                  <a:lnTo>
                    <a:pt x="0" y="68296"/>
                  </a:lnTo>
                  <a:lnTo>
                    <a:pt x="56488" y="0"/>
                  </a:lnTo>
                  <a:lnTo>
                    <a:pt x="96408" y="16856"/>
                  </a:lnTo>
                  <a:cubicBezTo>
                    <a:pt x="119404" y="38931"/>
                    <a:pt x="119404" y="76644"/>
                    <a:pt x="96408" y="99640"/>
                  </a:cubicBezTo>
                  <a:cubicBezTo>
                    <a:pt x="85370" y="110678"/>
                    <a:pt x="70653" y="117116"/>
                    <a:pt x="55015" y="117117"/>
                  </a:cubicBezTo>
                  <a:cubicBezTo>
                    <a:pt x="39378" y="117117"/>
                    <a:pt x="24661" y="111597"/>
                    <a:pt x="13623" y="100559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2" name="Google Shape;3402;p41"/>
            <p:cNvSpPr/>
            <p:nvPr/>
          </p:nvSpPr>
          <p:spPr>
            <a:xfrm rot="8713740">
              <a:off x="171620" y="46344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3" name="Google Shape;3403;p41"/>
            <p:cNvSpPr/>
            <p:nvPr/>
          </p:nvSpPr>
          <p:spPr>
            <a:xfrm rot="8714346">
              <a:off x="349135" y="4475223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04" name="Google Shape;3404;p41"/>
          <p:cNvSpPr/>
          <p:nvPr/>
        </p:nvSpPr>
        <p:spPr>
          <a:xfrm>
            <a:off x="1675026" y="1246048"/>
            <a:ext cx="360000" cy="45600"/>
          </a:xfrm>
          <a:prstGeom prst="rect">
            <a:avLst/>
          </a:prstGeom>
          <a:solidFill>
            <a:srgbClr val="3A1B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5" name="Google Shape;3405;p41"/>
          <p:cNvSpPr txBox="1"/>
          <p:nvPr>
            <p:ph idx="1" type="body"/>
          </p:nvPr>
        </p:nvSpPr>
        <p:spPr>
          <a:xfrm>
            <a:off x="1197959" y="1685677"/>
            <a:ext cx="73164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1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1"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1"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1"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1"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1" sz="1000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406" name="Google Shape;3406;p41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ur une ligne" type="titleOnly">
  <p:cSld name="TITLE_ONLY">
    <p:bg>
      <p:bgPr>
        <a:solidFill>
          <a:schemeClr val="dk2"/>
        </a:solidFill>
      </p:bgPr>
    </p:bg>
    <p:spTree>
      <p:nvGrpSpPr>
        <p:cNvPr id="3407" name="Shape 3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8" name="Google Shape;3408;p42"/>
          <p:cNvSpPr/>
          <p:nvPr/>
        </p:nvSpPr>
        <p:spPr>
          <a:xfrm>
            <a:off x="629550" y="0"/>
            <a:ext cx="8514451" cy="5143499"/>
          </a:xfrm>
          <a:custGeom>
            <a:rect b="b" l="l" r="r" t="t"/>
            <a:pathLst>
              <a:path extrusionOk="0" h="5143499" w="8514451">
                <a:moveTo>
                  <a:pt x="689595" y="884098"/>
                </a:moveTo>
                <a:lnTo>
                  <a:pt x="689595" y="929817"/>
                </a:lnTo>
                <a:lnTo>
                  <a:pt x="1049595" y="929817"/>
                </a:lnTo>
                <a:lnTo>
                  <a:pt x="1049595" y="884098"/>
                </a:lnTo>
                <a:close/>
                <a:moveTo>
                  <a:pt x="268034" y="0"/>
                </a:moveTo>
                <a:lnTo>
                  <a:pt x="8514451" y="0"/>
                </a:lnTo>
                <a:lnTo>
                  <a:pt x="8514451" y="5143499"/>
                </a:lnTo>
                <a:lnTo>
                  <a:pt x="274758" y="5143499"/>
                </a:lnTo>
                <a:lnTo>
                  <a:pt x="0" y="314826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9" name="Google Shape;3409;p42"/>
          <p:cNvSpPr txBox="1"/>
          <p:nvPr>
            <p:ph type="title"/>
          </p:nvPr>
        </p:nvSpPr>
        <p:spPr>
          <a:xfrm>
            <a:off x="1198859" y="349390"/>
            <a:ext cx="7316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410" name="Google Shape;3410;p42"/>
          <p:cNvGrpSpPr/>
          <p:nvPr/>
        </p:nvGrpSpPr>
        <p:grpSpPr>
          <a:xfrm>
            <a:off x="-160065" y="-81110"/>
            <a:ext cx="1153796" cy="5252287"/>
            <a:chOff x="-160065" y="-81110"/>
            <a:chExt cx="1153796" cy="5252287"/>
          </a:xfrm>
        </p:grpSpPr>
        <p:sp>
          <p:nvSpPr>
            <p:cNvPr id="3411" name="Google Shape;3411;p42"/>
            <p:cNvSpPr/>
            <p:nvPr/>
          </p:nvSpPr>
          <p:spPr>
            <a:xfrm rot="8716661">
              <a:off x="617653" y="1780243"/>
              <a:ext cx="152833" cy="196011"/>
            </a:xfrm>
            <a:custGeom>
              <a:rect b="b" l="l" r="r" t="t"/>
              <a:pathLst>
                <a:path extrusionOk="0" h="195873" w="152726">
                  <a:moveTo>
                    <a:pt x="39589" y="195873"/>
                  </a:moveTo>
                  <a:lnTo>
                    <a:pt x="0" y="122219"/>
                  </a:lnTo>
                  <a:lnTo>
                    <a:pt x="101089" y="0"/>
                  </a:lnTo>
                  <a:lnTo>
                    <a:pt x="152726" y="0"/>
                  </a:lnTo>
                  <a:lnTo>
                    <a:pt x="152726" y="55323"/>
                  </a:lnTo>
                  <a:lnTo>
                    <a:pt x="87934" y="55323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2" name="Google Shape;3412;p42"/>
            <p:cNvSpPr/>
            <p:nvPr/>
          </p:nvSpPr>
          <p:spPr>
            <a:xfrm rot="8716661">
              <a:off x="534249" y="1654325"/>
              <a:ext cx="263049" cy="103307"/>
            </a:xfrm>
            <a:custGeom>
              <a:rect b="b" l="l" r="r" t="t"/>
              <a:pathLst>
                <a:path extrusionOk="0" h="103234" w="262864">
                  <a:moveTo>
                    <a:pt x="0" y="75341"/>
                  </a:moveTo>
                  <a:lnTo>
                    <a:pt x="62316" y="0"/>
                  </a:lnTo>
                  <a:lnTo>
                    <a:pt x="65768" y="14220"/>
                  </a:lnTo>
                  <a:cubicBezTo>
                    <a:pt x="75182" y="40107"/>
                    <a:pt x="99304" y="53051"/>
                    <a:pt x="136369" y="53051"/>
                  </a:cubicBezTo>
                  <a:cubicBezTo>
                    <a:pt x="154609" y="52462"/>
                    <a:pt x="172259" y="48932"/>
                    <a:pt x="189321" y="43637"/>
                  </a:cubicBezTo>
                  <a:cubicBezTo>
                    <a:pt x="214031" y="35988"/>
                    <a:pt x="238154" y="25987"/>
                    <a:pt x="261688" y="14220"/>
                  </a:cubicBezTo>
                  <a:cubicBezTo>
                    <a:pt x="262276" y="16573"/>
                    <a:pt x="262864" y="19515"/>
                    <a:pt x="262864" y="21868"/>
                  </a:cubicBezTo>
                  <a:lnTo>
                    <a:pt x="262864" y="27752"/>
                  </a:lnTo>
                  <a:cubicBezTo>
                    <a:pt x="200500" y="81291"/>
                    <a:pt x="118719" y="100119"/>
                    <a:pt x="69887" y="103060"/>
                  </a:cubicBezTo>
                  <a:cubicBezTo>
                    <a:pt x="56355" y="103943"/>
                    <a:pt x="42970" y="101442"/>
                    <a:pt x="30615" y="96294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3" name="Google Shape;3413;p42"/>
            <p:cNvSpPr/>
            <p:nvPr/>
          </p:nvSpPr>
          <p:spPr>
            <a:xfrm rot="8716661">
              <a:off x="632601" y="1232295"/>
              <a:ext cx="121643" cy="232551"/>
            </a:xfrm>
            <a:custGeom>
              <a:rect b="b" l="l" r="r" t="t"/>
              <a:pathLst>
                <a:path extrusionOk="0" h="232388" w="121558">
                  <a:moveTo>
                    <a:pt x="60499" y="232388"/>
                  </a:moveTo>
                  <a:lnTo>
                    <a:pt x="60499" y="69717"/>
                  </a:lnTo>
                  <a:cubicBezTo>
                    <a:pt x="60499" y="68349"/>
                    <a:pt x="60499" y="66983"/>
                    <a:pt x="60499" y="65615"/>
                  </a:cubicBezTo>
                  <a:cubicBezTo>
                    <a:pt x="59133" y="55591"/>
                    <a:pt x="50019" y="48756"/>
                    <a:pt x="39995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64601" y="0"/>
                  </a:lnTo>
                  <a:cubicBezTo>
                    <a:pt x="101509" y="0"/>
                    <a:pt x="121558" y="15948"/>
                    <a:pt x="121558" y="50123"/>
                  </a:cubicBezTo>
                  <a:lnTo>
                    <a:pt x="121558" y="208238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4" name="Google Shape;3414;p42"/>
            <p:cNvSpPr/>
            <p:nvPr/>
          </p:nvSpPr>
          <p:spPr>
            <a:xfrm rot="8716661">
              <a:off x="763442" y="1474776"/>
              <a:ext cx="14153" cy="14329"/>
            </a:xfrm>
            <a:custGeom>
              <a:rect b="b" l="l" r="r" t="t"/>
              <a:pathLst>
                <a:path extrusionOk="0" h="14319" w="14143">
                  <a:moveTo>
                    <a:pt x="0" y="14319"/>
                  </a:moveTo>
                  <a:lnTo>
                    <a:pt x="11843" y="0"/>
                  </a:lnTo>
                  <a:lnTo>
                    <a:pt x="14143" y="7563"/>
                  </a:lnTo>
                  <a:lnTo>
                    <a:pt x="14143" y="13487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5" name="Google Shape;3415;p42"/>
            <p:cNvSpPr/>
            <p:nvPr/>
          </p:nvSpPr>
          <p:spPr>
            <a:xfrm rot="8716661">
              <a:off x="672733" y="1171513"/>
              <a:ext cx="184093" cy="137715"/>
            </a:xfrm>
            <a:custGeom>
              <a:rect b="b" l="l" r="r" t="t"/>
              <a:pathLst>
                <a:path extrusionOk="0" h="137618" w="183964">
                  <a:moveTo>
                    <a:pt x="0" y="137618"/>
                  </a:moveTo>
                  <a:lnTo>
                    <a:pt x="53346" y="73121"/>
                  </a:lnTo>
                  <a:lnTo>
                    <a:pt x="101034" y="28251"/>
                  </a:lnTo>
                  <a:cubicBezTo>
                    <a:pt x="114703" y="12303"/>
                    <a:pt x="134297" y="2278"/>
                    <a:pt x="155713" y="0"/>
                  </a:cubicBezTo>
                  <a:cubicBezTo>
                    <a:pt x="177585" y="0"/>
                    <a:pt x="183964" y="19138"/>
                    <a:pt x="183964" y="33719"/>
                  </a:cubicBezTo>
                  <a:cubicBezTo>
                    <a:pt x="182597" y="49667"/>
                    <a:pt x="172117" y="62881"/>
                    <a:pt x="157536" y="69261"/>
                  </a:cubicBezTo>
                  <a:lnTo>
                    <a:pt x="157991" y="69261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6" name="Google Shape;3416;p42"/>
            <p:cNvSpPr/>
            <p:nvPr/>
          </p:nvSpPr>
          <p:spPr>
            <a:xfrm rot="8713740">
              <a:off x="519552" y="13149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7" name="Google Shape;3417;p42"/>
            <p:cNvSpPr/>
            <p:nvPr/>
          </p:nvSpPr>
          <p:spPr>
            <a:xfrm rot="8719330">
              <a:off x="394767" y="110613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8" name="Google Shape;3418;p42"/>
            <p:cNvSpPr/>
            <p:nvPr/>
          </p:nvSpPr>
          <p:spPr>
            <a:xfrm rot="8713013">
              <a:off x="382336" y="967516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9" name="Google Shape;3419;p42"/>
            <p:cNvSpPr/>
            <p:nvPr/>
          </p:nvSpPr>
          <p:spPr>
            <a:xfrm rot="8713740">
              <a:off x="609793" y="135607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0" name="Google Shape;3420;p42"/>
            <p:cNvSpPr/>
            <p:nvPr/>
          </p:nvSpPr>
          <p:spPr>
            <a:xfrm rot="8716661">
              <a:off x="683291" y="869460"/>
              <a:ext cx="156110" cy="196011"/>
            </a:xfrm>
            <a:custGeom>
              <a:rect b="b" l="l" r="r" t="t"/>
              <a:pathLst>
                <a:path extrusionOk="0" h="195873" w="156000">
                  <a:moveTo>
                    <a:pt x="42863" y="195873"/>
                  </a:moveTo>
                  <a:lnTo>
                    <a:pt x="0" y="116129"/>
                  </a:lnTo>
                  <a:lnTo>
                    <a:pt x="5100" y="101988"/>
                  </a:lnTo>
                  <a:lnTo>
                    <a:pt x="89456" y="0"/>
                  </a:lnTo>
                  <a:lnTo>
                    <a:pt x="156000" y="0"/>
                  </a:lnTo>
                  <a:lnTo>
                    <a:pt x="156000" y="55323"/>
                  </a:lnTo>
                  <a:lnTo>
                    <a:pt x="91208" y="55323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1" name="Google Shape;3421;p42"/>
            <p:cNvSpPr/>
            <p:nvPr/>
          </p:nvSpPr>
          <p:spPr>
            <a:xfrm rot="8718291">
              <a:off x="657498" y="956115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2" name="Google Shape;3422;p42"/>
            <p:cNvSpPr/>
            <p:nvPr/>
          </p:nvSpPr>
          <p:spPr>
            <a:xfrm rot="8713740">
              <a:off x="412964" y="56453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3" name="Google Shape;3423;p42"/>
            <p:cNvSpPr/>
            <p:nvPr/>
          </p:nvSpPr>
          <p:spPr>
            <a:xfrm rot="8713740">
              <a:off x="502509" y="59380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4" name="Google Shape;3424;p42"/>
            <p:cNvSpPr/>
            <p:nvPr/>
          </p:nvSpPr>
          <p:spPr>
            <a:xfrm rot="8713740">
              <a:off x="457561" y="50737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5" name="Google Shape;3425;p42"/>
            <p:cNvSpPr/>
            <p:nvPr/>
          </p:nvSpPr>
          <p:spPr>
            <a:xfrm rot="8713740">
              <a:off x="300613" y="65285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6" name="Google Shape;3426;p42"/>
            <p:cNvSpPr/>
            <p:nvPr/>
          </p:nvSpPr>
          <p:spPr>
            <a:xfrm rot="8719330">
              <a:off x="175828" y="44408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7" name="Google Shape;3427;p42"/>
            <p:cNvSpPr/>
            <p:nvPr/>
          </p:nvSpPr>
          <p:spPr>
            <a:xfrm rot="8713013">
              <a:off x="163397" y="305458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8" name="Google Shape;3428;p42"/>
            <p:cNvSpPr/>
            <p:nvPr/>
          </p:nvSpPr>
          <p:spPr>
            <a:xfrm rot="8713740">
              <a:off x="390854" y="69401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9" name="Google Shape;3429;p42"/>
            <p:cNvSpPr/>
            <p:nvPr/>
          </p:nvSpPr>
          <p:spPr>
            <a:xfrm rot="8716661">
              <a:off x="701891" y="317324"/>
              <a:ext cx="131352" cy="232551"/>
            </a:xfrm>
            <a:custGeom>
              <a:rect b="b" l="l" r="r" t="t"/>
              <a:pathLst>
                <a:path extrusionOk="0" h="232388" w="131260">
                  <a:moveTo>
                    <a:pt x="70201" y="232388"/>
                  </a:moveTo>
                  <a:lnTo>
                    <a:pt x="70201" y="69717"/>
                  </a:lnTo>
                  <a:cubicBezTo>
                    <a:pt x="70201" y="68349"/>
                    <a:pt x="70201" y="66983"/>
                    <a:pt x="70201" y="65615"/>
                  </a:cubicBezTo>
                  <a:cubicBezTo>
                    <a:pt x="68835" y="55591"/>
                    <a:pt x="59721" y="48756"/>
                    <a:pt x="49697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74303" y="0"/>
                  </a:lnTo>
                  <a:cubicBezTo>
                    <a:pt x="111211" y="0"/>
                    <a:pt x="131260" y="15948"/>
                    <a:pt x="131260" y="50123"/>
                  </a:cubicBezTo>
                  <a:lnTo>
                    <a:pt x="131260" y="208238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0" name="Google Shape;3430;p42"/>
            <p:cNvSpPr/>
            <p:nvPr/>
          </p:nvSpPr>
          <p:spPr>
            <a:xfrm rot="8716661">
              <a:off x="834958" y="558345"/>
              <a:ext cx="24358" cy="23512"/>
            </a:xfrm>
            <a:custGeom>
              <a:rect b="b" l="l" r="r" t="t"/>
              <a:pathLst>
                <a:path extrusionOk="0" h="23495" w="24341">
                  <a:moveTo>
                    <a:pt x="0" y="23495"/>
                  </a:moveTo>
                  <a:lnTo>
                    <a:pt x="19433" y="0"/>
                  </a:lnTo>
                  <a:lnTo>
                    <a:pt x="24341" y="16139"/>
                  </a:lnTo>
                  <a:lnTo>
                    <a:pt x="24341" y="22063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1" name="Google Shape;3431;p42"/>
            <p:cNvSpPr/>
            <p:nvPr/>
          </p:nvSpPr>
          <p:spPr>
            <a:xfrm rot="8713740">
              <a:off x="589712" y="40270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2" name="Google Shape;3432;p42"/>
            <p:cNvSpPr/>
            <p:nvPr/>
          </p:nvSpPr>
          <p:spPr>
            <a:xfrm rot="8719330">
              <a:off x="464928" y="19392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3" name="Google Shape;3433;p42"/>
            <p:cNvSpPr/>
            <p:nvPr/>
          </p:nvSpPr>
          <p:spPr>
            <a:xfrm rot="8713740">
              <a:off x="679954" y="44386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4" name="Google Shape;3434;p42"/>
            <p:cNvSpPr/>
            <p:nvPr/>
          </p:nvSpPr>
          <p:spPr>
            <a:xfrm rot="8718291">
              <a:off x="438559" y="29405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5" name="Google Shape;3435;p42"/>
            <p:cNvSpPr/>
            <p:nvPr/>
          </p:nvSpPr>
          <p:spPr>
            <a:xfrm rot="7483339">
              <a:off x="811643" y="658864"/>
              <a:ext cx="31100" cy="46173"/>
            </a:xfrm>
            <a:custGeom>
              <a:rect b="b" l="l" r="r" t="t"/>
              <a:pathLst>
                <a:path extrusionOk="0" h="46141" w="31078">
                  <a:moveTo>
                    <a:pt x="15207" y="46141"/>
                  </a:moveTo>
                  <a:lnTo>
                    <a:pt x="0" y="17849"/>
                  </a:lnTo>
                  <a:lnTo>
                    <a:pt x="31078" y="0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6" name="Google Shape;3436;p42"/>
            <p:cNvSpPr/>
            <p:nvPr/>
          </p:nvSpPr>
          <p:spPr>
            <a:xfrm rot="8713740">
              <a:off x="780175" y="33648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7" name="Google Shape;3437;p42"/>
            <p:cNvSpPr/>
            <p:nvPr/>
          </p:nvSpPr>
          <p:spPr>
            <a:xfrm rot="8716661">
              <a:off x="202223" y="-57209"/>
              <a:ext cx="142267" cy="186625"/>
            </a:xfrm>
            <a:custGeom>
              <a:rect b="b" l="l" r="r" t="t"/>
              <a:pathLst>
                <a:path extrusionOk="0" h="186494" w="142167">
                  <a:moveTo>
                    <a:pt x="142167" y="186494"/>
                  </a:moveTo>
                  <a:lnTo>
                    <a:pt x="81108" y="144170"/>
                  </a:lnTo>
                  <a:lnTo>
                    <a:pt x="81108" y="69717"/>
                  </a:lnTo>
                  <a:cubicBezTo>
                    <a:pt x="81108" y="68349"/>
                    <a:pt x="81108" y="66983"/>
                    <a:pt x="81108" y="65615"/>
                  </a:cubicBezTo>
                  <a:cubicBezTo>
                    <a:pt x="79741" y="55591"/>
                    <a:pt x="70628" y="48756"/>
                    <a:pt x="60603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8"/>
                    <a:pt x="142167" y="501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8" name="Google Shape;3438;p42"/>
            <p:cNvSpPr/>
            <p:nvPr/>
          </p:nvSpPr>
          <p:spPr>
            <a:xfrm rot="8716661">
              <a:off x="298563" y="-5475"/>
              <a:ext cx="260822" cy="180181"/>
            </a:xfrm>
            <a:custGeom>
              <a:rect b="b" l="l" r="r" t="t"/>
              <a:pathLst>
                <a:path extrusionOk="0" h="180054" w="260639">
                  <a:moveTo>
                    <a:pt x="111638" y="180054"/>
                  </a:moveTo>
                  <a:lnTo>
                    <a:pt x="51490" y="138362"/>
                  </a:ln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2" y="1425"/>
                  </a:lnTo>
                  <a:lnTo>
                    <a:pt x="104802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9" name="Google Shape;3439;p42"/>
            <p:cNvSpPr/>
            <p:nvPr/>
          </p:nvSpPr>
          <p:spPr>
            <a:xfrm rot="8716661">
              <a:off x="276874" y="-12836"/>
              <a:ext cx="36297" cy="28002"/>
            </a:xfrm>
            <a:custGeom>
              <a:rect b="b" l="l" r="r" t="t"/>
              <a:pathLst>
                <a:path extrusionOk="0" h="27982" w="36272">
                  <a:moveTo>
                    <a:pt x="36272" y="27982"/>
                  </a:moveTo>
                  <a:lnTo>
                    <a:pt x="0" y="2840"/>
                  </a:lnTo>
                  <a:lnTo>
                    <a:pt x="9543" y="0"/>
                  </a:lnTo>
                  <a:cubicBezTo>
                    <a:pt x="20479" y="0"/>
                    <a:pt x="27542" y="4784"/>
                    <a:pt x="31871" y="11392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0" name="Google Shape;3440;p42"/>
            <p:cNvSpPr/>
            <p:nvPr/>
          </p:nvSpPr>
          <p:spPr>
            <a:xfrm rot="8716661">
              <a:off x="74592" y="-9693"/>
              <a:ext cx="58109" cy="54810"/>
            </a:xfrm>
            <a:custGeom>
              <a:rect b="b" l="l" r="r" t="t"/>
              <a:pathLst>
                <a:path extrusionOk="0" h="54772" w="58068">
                  <a:moveTo>
                    <a:pt x="37436" y="54772"/>
                  </a:moveTo>
                  <a:lnTo>
                    <a:pt x="0" y="28823"/>
                  </a:lnTo>
                  <a:lnTo>
                    <a:pt x="8515" y="8658"/>
                  </a:lnTo>
                  <a:cubicBezTo>
                    <a:pt x="13983" y="3190"/>
                    <a:pt x="21273" y="0"/>
                    <a:pt x="29020" y="0"/>
                  </a:cubicBezTo>
                  <a:cubicBezTo>
                    <a:pt x="36766" y="0"/>
                    <a:pt x="44057" y="3190"/>
                    <a:pt x="49525" y="8658"/>
                  </a:cubicBezTo>
                  <a:cubicBezTo>
                    <a:pt x="60916" y="19594"/>
                    <a:pt x="60916" y="38276"/>
                    <a:pt x="49525" y="49668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1" name="Google Shape;3441;p42"/>
            <p:cNvSpPr/>
            <p:nvPr/>
          </p:nvSpPr>
          <p:spPr>
            <a:xfrm rot="8716661">
              <a:off x="13779" y="-10415"/>
              <a:ext cx="30048" cy="20829"/>
            </a:xfrm>
            <a:custGeom>
              <a:rect b="b" l="l" r="r" t="t"/>
              <a:pathLst>
                <a:path extrusionOk="0" h="20814" w="30027">
                  <a:moveTo>
                    <a:pt x="30027" y="20814"/>
                  </a:moveTo>
                  <a:lnTo>
                    <a:pt x="0" y="0"/>
                  </a:lnTo>
                  <a:lnTo>
                    <a:pt x="30027" y="0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2" name="Google Shape;3442;p42"/>
            <p:cNvSpPr/>
            <p:nvPr/>
          </p:nvSpPr>
          <p:spPr>
            <a:xfrm rot="8713740">
              <a:off x="168184" y="3060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3" name="Google Shape;3443;p42"/>
            <p:cNvSpPr/>
            <p:nvPr/>
          </p:nvSpPr>
          <p:spPr>
            <a:xfrm rot="7480670">
              <a:off x="562275" y="-2828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4" name="Google Shape;3444;p42"/>
            <p:cNvSpPr/>
            <p:nvPr/>
          </p:nvSpPr>
          <p:spPr>
            <a:xfrm rot="-8513943">
              <a:off x="766937" y="-3050"/>
              <a:ext cx="149797" cy="301287"/>
            </a:xfrm>
            <a:custGeom>
              <a:rect b="b" l="l" r="r" t="t"/>
              <a:pathLst>
                <a:path extrusionOk="0" h="301067" w="149688">
                  <a:moveTo>
                    <a:pt x="149688" y="279622"/>
                  </a:moveTo>
                  <a:lnTo>
                    <a:pt x="122393" y="301067"/>
                  </a:lnTo>
                  <a:lnTo>
                    <a:pt x="0" y="114672"/>
                  </a:ln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2836" y="184850"/>
                    <a:pt x="77802" y="216302"/>
                    <a:pt x="87734" y="245547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5" name="Google Shape;3445;p42"/>
            <p:cNvSpPr/>
            <p:nvPr/>
          </p:nvSpPr>
          <p:spPr>
            <a:xfrm rot="8713740">
              <a:off x="212331" y="304532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6" name="Google Shape;3446;p42"/>
            <p:cNvSpPr/>
            <p:nvPr/>
          </p:nvSpPr>
          <p:spPr>
            <a:xfrm rot="8713740">
              <a:off x="301876" y="307458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7" name="Google Shape;3447;p42"/>
            <p:cNvSpPr/>
            <p:nvPr/>
          </p:nvSpPr>
          <p:spPr>
            <a:xfrm rot="8713740">
              <a:off x="256928" y="2988160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8" name="Google Shape;3448;p42"/>
            <p:cNvSpPr/>
            <p:nvPr/>
          </p:nvSpPr>
          <p:spPr>
            <a:xfrm rot="8713740">
              <a:off x="99980" y="313364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9" name="Google Shape;3449;p42"/>
            <p:cNvSpPr/>
            <p:nvPr/>
          </p:nvSpPr>
          <p:spPr>
            <a:xfrm rot="8719330">
              <a:off x="-24805" y="292486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0" name="Google Shape;3450;p42"/>
            <p:cNvSpPr/>
            <p:nvPr/>
          </p:nvSpPr>
          <p:spPr>
            <a:xfrm rot="8716661">
              <a:off x="51717" y="2754396"/>
              <a:ext cx="189621" cy="351076"/>
            </a:xfrm>
            <a:custGeom>
              <a:rect b="b" l="l" r="r" t="t"/>
              <a:pathLst>
                <a:path extrusionOk="0" h="350829" w="189488">
                  <a:moveTo>
                    <a:pt x="25299" y="321238"/>
                  </a:moveTo>
                  <a:cubicBezTo>
                    <a:pt x="5295" y="301823"/>
                    <a:pt x="0" y="268286"/>
                    <a:pt x="0" y="220042"/>
                  </a:cubicBez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8" y="300646"/>
                  </a:cubicBezTo>
                  <a:lnTo>
                    <a:pt x="189488" y="296141"/>
                  </a:lnTo>
                  <a:lnTo>
                    <a:pt x="160617" y="337791"/>
                  </a:lnTo>
                  <a:lnTo>
                    <a:pt x="97666" y="350655"/>
                  </a:lnTo>
                  <a:cubicBezTo>
                    <a:pt x="70602" y="352420"/>
                    <a:pt x="44126" y="340653"/>
                    <a:pt x="25299" y="321238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1" name="Google Shape;3451;p42"/>
            <p:cNvSpPr/>
            <p:nvPr/>
          </p:nvSpPr>
          <p:spPr>
            <a:xfrm rot="8713740">
              <a:off x="190221" y="3174802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2" name="Google Shape;3452;p42"/>
            <p:cNvSpPr/>
            <p:nvPr/>
          </p:nvSpPr>
          <p:spPr>
            <a:xfrm rot="8716661">
              <a:off x="502484" y="2801999"/>
              <a:ext cx="117671" cy="232551"/>
            </a:xfrm>
            <a:custGeom>
              <a:rect b="b" l="l" r="r" t="t"/>
              <a:pathLst>
                <a:path extrusionOk="0" h="232388" w="117588">
                  <a:moveTo>
                    <a:pt x="56529" y="232388"/>
                  </a:moveTo>
                  <a:lnTo>
                    <a:pt x="56529" y="69717"/>
                  </a:lnTo>
                  <a:cubicBezTo>
                    <a:pt x="56529" y="68349"/>
                    <a:pt x="56529" y="66983"/>
                    <a:pt x="56529" y="65615"/>
                  </a:cubicBezTo>
                  <a:cubicBezTo>
                    <a:pt x="55163" y="55591"/>
                    <a:pt x="46049" y="48756"/>
                    <a:pt x="36025" y="50123"/>
                  </a:cubicBezTo>
                  <a:lnTo>
                    <a:pt x="0" y="50123"/>
                  </a:lnTo>
                  <a:lnTo>
                    <a:pt x="41458" y="0"/>
                  </a:lnTo>
                  <a:lnTo>
                    <a:pt x="60630" y="0"/>
                  </a:lnTo>
                  <a:cubicBezTo>
                    <a:pt x="97539" y="0"/>
                    <a:pt x="117588" y="15948"/>
                    <a:pt x="117588" y="50123"/>
                  </a:cubicBezTo>
                  <a:lnTo>
                    <a:pt x="117588" y="208238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3" name="Google Shape;3453;p42"/>
            <p:cNvSpPr/>
            <p:nvPr/>
          </p:nvSpPr>
          <p:spPr>
            <a:xfrm rot="8713740">
              <a:off x="389079" y="288348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4" name="Google Shape;3454;p42"/>
            <p:cNvSpPr/>
            <p:nvPr/>
          </p:nvSpPr>
          <p:spPr>
            <a:xfrm rot="8719330">
              <a:off x="264295" y="267471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5" name="Google Shape;3455;p42"/>
            <p:cNvSpPr/>
            <p:nvPr/>
          </p:nvSpPr>
          <p:spPr>
            <a:xfrm rot="8713740">
              <a:off x="479321" y="2924651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6" name="Google Shape;3456;p42"/>
            <p:cNvSpPr/>
            <p:nvPr/>
          </p:nvSpPr>
          <p:spPr>
            <a:xfrm rot="8718291">
              <a:off x="237926" y="2774841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7" name="Google Shape;3457;p42"/>
            <p:cNvSpPr/>
            <p:nvPr/>
          </p:nvSpPr>
          <p:spPr>
            <a:xfrm rot="7483339">
              <a:off x="609959" y="3142818"/>
              <a:ext cx="20896" cy="31023"/>
            </a:xfrm>
            <a:custGeom>
              <a:rect b="b" l="l" r="r" t="t"/>
              <a:pathLst>
                <a:path extrusionOk="0" h="31001" w="20881">
                  <a:moveTo>
                    <a:pt x="10218" y="31001"/>
                  </a:moveTo>
                  <a:lnTo>
                    <a:pt x="0" y="11992"/>
                  </a:lnTo>
                  <a:lnTo>
                    <a:pt x="20881" y="0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8" name="Google Shape;3458;p42"/>
            <p:cNvSpPr/>
            <p:nvPr/>
          </p:nvSpPr>
          <p:spPr>
            <a:xfrm rot="8713740">
              <a:off x="579542" y="281727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9" name="Google Shape;3459;p42"/>
            <p:cNvSpPr/>
            <p:nvPr/>
          </p:nvSpPr>
          <p:spPr>
            <a:xfrm rot="8716661">
              <a:off x="437890" y="3716095"/>
              <a:ext cx="102751" cy="232551"/>
            </a:xfrm>
            <a:custGeom>
              <a:rect b="b" l="l" r="r" t="t"/>
              <a:pathLst>
                <a:path extrusionOk="0" h="232388" w="102679">
                  <a:moveTo>
                    <a:pt x="41620" y="232388"/>
                  </a:moveTo>
                  <a:lnTo>
                    <a:pt x="41620" y="69717"/>
                  </a:lnTo>
                  <a:cubicBezTo>
                    <a:pt x="41620" y="68349"/>
                    <a:pt x="41620" y="66983"/>
                    <a:pt x="41620" y="65615"/>
                  </a:cubicBezTo>
                  <a:cubicBezTo>
                    <a:pt x="40254" y="55591"/>
                    <a:pt x="31140" y="48756"/>
                    <a:pt x="21116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45721" y="0"/>
                  </a:lnTo>
                  <a:cubicBezTo>
                    <a:pt x="82630" y="0"/>
                    <a:pt x="102679" y="15948"/>
                    <a:pt x="102679" y="50123"/>
                  </a:cubicBezTo>
                  <a:lnTo>
                    <a:pt x="102679" y="208238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0" name="Google Shape;3460;p42"/>
            <p:cNvSpPr/>
            <p:nvPr/>
          </p:nvSpPr>
          <p:spPr>
            <a:xfrm rot="8716661">
              <a:off x="482592" y="3669905"/>
              <a:ext cx="154672" cy="124985"/>
            </a:xfrm>
            <a:custGeom>
              <a:rect b="b" l="l" r="r" t="t"/>
              <a:pathLst>
                <a:path extrusionOk="0" h="124897" w="154563">
                  <a:moveTo>
                    <a:pt x="0" y="124897"/>
                  </a:moveTo>
                  <a:lnTo>
                    <a:pt x="95474" y="9467"/>
                  </a:lnTo>
                  <a:lnTo>
                    <a:pt x="96067" y="9000"/>
                  </a:lnTo>
                  <a:cubicBezTo>
                    <a:pt x="105351" y="4215"/>
                    <a:pt x="115604" y="1139"/>
                    <a:pt x="126312" y="0"/>
                  </a:cubicBezTo>
                  <a:cubicBezTo>
                    <a:pt x="148184" y="0"/>
                    <a:pt x="154563" y="19138"/>
                    <a:pt x="154563" y="33719"/>
                  </a:cubicBezTo>
                  <a:cubicBezTo>
                    <a:pt x="153196" y="49668"/>
                    <a:pt x="142715" y="62882"/>
                    <a:pt x="128135" y="69261"/>
                  </a:cubicBezTo>
                  <a:lnTo>
                    <a:pt x="128590" y="69261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1" name="Google Shape;3461;p42"/>
            <p:cNvSpPr/>
            <p:nvPr/>
          </p:nvSpPr>
          <p:spPr>
            <a:xfrm rot="8713740">
              <a:off x="323147" y="379334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2" name="Google Shape;3462;p42"/>
            <p:cNvSpPr/>
            <p:nvPr/>
          </p:nvSpPr>
          <p:spPr>
            <a:xfrm rot="8719330">
              <a:off x="198362" y="358456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3" name="Google Shape;3463;p42"/>
            <p:cNvSpPr/>
            <p:nvPr/>
          </p:nvSpPr>
          <p:spPr>
            <a:xfrm rot="8713013">
              <a:off x="185931" y="3445941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4" name="Google Shape;3464;p42"/>
            <p:cNvSpPr/>
            <p:nvPr/>
          </p:nvSpPr>
          <p:spPr>
            <a:xfrm rot="8716661">
              <a:off x="410114" y="3834585"/>
              <a:ext cx="103508" cy="219328"/>
            </a:xfrm>
            <a:custGeom>
              <a:rect b="b" l="l" r="r" t="t"/>
              <a:pathLst>
                <a:path extrusionOk="0" h="219174" w="103435">
                  <a:moveTo>
                    <a:pt x="103435" y="219174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16028"/>
                  </a:lnTo>
                  <a:lnTo>
                    <a:pt x="11583" y="2023"/>
                  </a:lnTo>
                  <a:lnTo>
                    <a:pt x="103435" y="0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5" name="Google Shape;3465;p42"/>
            <p:cNvSpPr/>
            <p:nvPr/>
          </p:nvSpPr>
          <p:spPr>
            <a:xfrm rot="8716661">
              <a:off x="487320" y="3349262"/>
              <a:ext cx="151268" cy="196011"/>
            </a:xfrm>
            <a:custGeom>
              <a:rect b="b" l="l" r="r" t="t"/>
              <a:pathLst>
                <a:path extrusionOk="0" h="195873" w="151162">
                  <a:moveTo>
                    <a:pt x="38025" y="195873"/>
                  </a:moveTo>
                  <a:lnTo>
                    <a:pt x="0" y="125130"/>
                  </a:lnTo>
                  <a:lnTo>
                    <a:pt x="103497" y="0"/>
                  </a:lnTo>
                  <a:lnTo>
                    <a:pt x="151162" y="0"/>
                  </a:lnTo>
                  <a:lnTo>
                    <a:pt x="151162" y="55323"/>
                  </a:lnTo>
                  <a:lnTo>
                    <a:pt x="86370" y="55323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6" name="Google Shape;3466;p42"/>
            <p:cNvSpPr/>
            <p:nvPr/>
          </p:nvSpPr>
          <p:spPr>
            <a:xfrm rot="8718291">
              <a:off x="461093" y="3434540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7" name="Google Shape;3467;p42"/>
            <p:cNvSpPr/>
            <p:nvPr/>
          </p:nvSpPr>
          <p:spPr>
            <a:xfrm rot="8716661">
              <a:off x="417206" y="4258812"/>
              <a:ext cx="147741" cy="196012"/>
            </a:xfrm>
            <a:custGeom>
              <a:rect b="b" l="l" r="r" t="t"/>
              <a:pathLst>
                <a:path extrusionOk="0" h="195874" w="147637">
                  <a:moveTo>
                    <a:pt x="34500" y="195874"/>
                  </a:moveTo>
                  <a:lnTo>
                    <a:pt x="0" y="131688"/>
                  </a:lnTo>
                  <a:lnTo>
                    <a:pt x="108921" y="0"/>
                  </a:lnTo>
                  <a:lnTo>
                    <a:pt x="147637" y="0"/>
                  </a:lnTo>
                  <a:lnTo>
                    <a:pt x="147637" y="55323"/>
                  </a:lnTo>
                  <a:lnTo>
                    <a:pt x="82845" y="55323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8" name="Google Shape;3468;p42"/>
            <p:cNvSpPr/>
            <p:nvPr/>
          </p:nvSpPr>
          <p:spPr>
            <a:xfrm rot="8716661">
              <a:off x="330649" y="4134881"/>
              <a:ext cx="254792" cy="91221"/>
            </a:xfrm>
            <a:custGeom>
              <a:rect b="b" l="l" r="r" t="t"/>
              <a:pathLst>
                <a:path extrusionOk="0" h="91157" w="254613">
                  <a:moveTo>
                    <a:pt x="0" y="68911"/>
                  </a:moveTo>
                  <a:lnTo>
                    <a:pt x="56997" y="0"/>
                  </a:lnTo>
                  <a:lnTo>
                    <a:pt x="57517" y="2143"/>
                  </a:lnTo>
                  <a:cubicBezTo>
                    <a:pt x="66931" y="28030"/>
                    <a:pt x="91053" y="40974"/>
                    <a:pt x="128118" y="40974"/>
                  </a:cubicBezTo>
                  <a:cubicBezTo>
                    <a:pt x="146357" y="40385"/>
                    <a:pt x="164008" y="36855"/>
                    <a:pt x="181070" y="31560"/>
                  </a:cubicBezTo>
                  <a:cubicBezTo>
                    <a:pt x="205780" y="23912"/>
                    <a:pt x="229903" y="13910"/>
                    <a:pt x="253437" y="2143"/>
                  </a:cubicBezTo>
                  <a:cubicBezTo>
                    <a:pt x="254025" y="4496"/>
                    <a:pt x="254613" y="7438"/>
                    <a:pt x="254613" y="9791"/>
                  </a:cubicBezTo>
                  <a:lnTo>
                    <a:pt x="254613" y="15674"/>
                  </a:lnTo>
                  <a:cubicBezTo>
                    <a:pt x="192249" y="69215"/>
                    <a:pt x="110468" y="88042"/>
                    <a:pt x="61636" y="90983"/>
                  </a:cubicBezTo>
                  <a:cubicBezTo>
                    <a:pt x="48104" y="91866"/>
                    <a:pt x="34719" y="89365"/>
                    <a:pt x="22363" y="84217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9" name="Google Shape;3469;p42"/>
            <p:cNvSpPr/>
            <p:nvPr/>
          </p:nvSpPr>
          <p:spPr>
            <a:xfrm rot="8716661">
              <a:off x="-3556" y="2405872"/>
              <a:ext cx="142267" cy="208739"/>
            </a:xfrm>
            <a:custGeom>
              <a:rect b="b" l="l" r="r" t="t"/>
              <a:pathLst>
                <a:path extrusionOk="0" h="208592" w="142167">
                  <a:moveTo>
                    <a:pt x="81108" y="208592"/>
                  </a:moveTo>
                  <a:lnTo>
                    <a:pt x="81108" y="69717"/>
                  </a:lnTo>
                  <a:cubicBezTo>
                    <a:pt x="81108" y="68350"/>
                    <a:pt x="81108" y="66983"/>
                    <a:pt x="81108" y="65615"/>
                  </a:cubicBezTo>
                  <a:cubicBezTo>
                    <a:pt x="79742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10" y="0"/>
                  </a:lnTo>
                  <a:cubicBezTo>
                    <a:pt x="122118" y="0"/>
                    <a:pt x="142167" y="15948"/>
                    <a:pt x="142167" y="50123"/>
                  </a:cubicBezTo>
                  <a:lnTo>
                    <a:pt x="142167" y="120504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0" name="Google Shape;3470;p42"/>
            <p:cNvSpPr/>
            <p:nvPr/>
          </p:nvSpPr>
          <p:spPr>
            <a:xfrm rot="8713740">
              <a:off x="80358" y="241361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1" name="Google Shape;3471;p42"/>
            <p:cNvSpPr/>
            <p:nvPr/>
          </p:nvSpPr>
          <p:spPr>
            <a:xfrm rot="8713740">
              <a:off x="35410" y="232718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2" name="Google Shape;3472;p42"/>
            <p:cNvSpPr/>
            <p:nvPr/>
          </p:nvSpPr>
          <p:spPr>
            <a:xfrm rot="8716661">
              <a:off x="-20338" y="2216978"/>
              <a:ext cx="78786" cy="180792"/>
            </a:xfrm>
            <a:custGeom>
              <a:rect b="b" l="l" r="r" t="t"/>
              <a:pathLst>
                <a:path extrusionOk="0" h="180665" w="78731">
                  <a:moveTo>
                    <a:pt x="0" y="180665"/>
                  </a:moveTo>
                  <a:lnTo>
                    <a:pt x="0" y="40596"/>
                  </a:lnTo>
                  <a:lnTo>
                    <a:pt x="78250" y="0"/>
                  </a:lnTo>
                  <a:lnTo>
                    <a:pt x="78731" y="67083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3" name="Google Shape;3473;p42"/>
            <p:cNvSpPr/>
            <p:nvPr/>
          </p:nvSpPr>
          <p:spPr>
            <a:xfrm rot="8716661">
              <a:off x="-15434" y="2575123"/>
              <a:ext cx="103508" cy="152134"/>
            </a:xfrm>
            <a:custGeom>
              <a:rect b="b" l="l" r="r" t="t"/>
              <a:pathLst>
                <a:path extrusionOk="0" h="152027" w="103435">
                  <a:moveTo>
                    <a:pt x="43288" y="152027"/>
                  </a:move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65255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4" name="Google Shape;3474;p42"/>
            <p:cNvSpPr/>
            <p:nvPr/>
          </p:nvSpPr>
          <p:spPr>
            <a:xfrm rot="8713740">
              <a:off x="279912" y="213419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5" name="Google Shape;3475;p42"/>
            <p:cNvSpPr/>
            <p:nvPr/>
          </p:nvSpPr>
          <p:spPr>
            <a:xfrm rot="8713740">
              <a:off x="369457" y="216345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6" name="Google Shape;3476;p42"/>
            <p:cNvSpPr/>
            <p:nvPr/>
          </p:nvSpPr>
          <p:spPr>
            <a:xfrm rot="8713740">
              <a:off x="167561" y="22225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7" name="Google Shape;3477;p42"/>
            <p:cNvSpPr/>
            <p:nvPr/>
          </p:nvSpPr>
          <p:spPr>
            <a:xfrm rot="8719330">
              <a:off x="42777" y="201373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8" name="Google Shape;3478;p42"/>
            <p:cNvSpPr/>
            <p:nvPr/>
          </p:nvSpPr>
          <p:spPr>
            <a:xfrm rot="8713740">
              <a:off x="257803" y="226367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9" name="Google Shape;3479;p42"/>
            <p:cNvSpPr/>
            <p:nvPr/>
          </p:nvSpPr>
          <p:spPr>
            <a:xfrm rot="8718291">
              <a:off x="16408" y="211386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0" name="Google Shape;3480;p42"/>
            <p:cNvSpPr/>
            <p:nvPr/>
          </p:nvSpPr>
          <p:spPr>
            <a:xfrm rot="7480670">
              <a:off x="362794" y="245493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1" name="Google Shape;3481;p42"/>
            <p:cNvSpPr/>
            <p:nvPr/>
          </p:nvSpPr>
          <p:spPr>
            <a:xfrm rot="-8513943">
              <a:off x="463130" y="2426139"/>
              <a:ext cx="272783" cy="319297"/>
            </a:xfrm>
            <a:custGeom>
              <a:rect b="b" l="l" r="r" t="t"/>
              <a:pathLst>
                <a:path extrusionOk="0" h="319064" w="272584">
                  <a:moveTo>
                    <a:pt x="80445" y="215518"/>
                  </a:moveTo>
                  <a:lnTo>
                    <a:pt x="0" y="93007"/>
                  </a:ln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3664" y="169400"/>
                    <a:pt x="74492" y="184988"/>
                    <a:pt x="76768" y="200369"/>
                  </a:cubicBezTo>
                  <a:close/>
                  <a:moveTo>
                    <a:pt x="272584" y="258238"/>
                  </a:moveTo>
                  <a:cubicBezTo>
                    <a:pt x="243339" y="283344"/>
                    <a:pt x="209542" y="300312"/>
                    <a:pt x="177331" y="311347"/>
                  </a:cubicBezTo>
                  <a:lnTo>
                    <a:pt x="148437" y="319064"/>
                  </a:lnTo>
                  <a:lnTo>
                    <a:pt x="119231" y="274585"/>
                  </a:lnTo>
                  <a:lnTo>
                    <a:pt x="153949" y="281965"/>
                  </a:lnTo>
                  <a:cubicBezTo>
                    <a:pt x="171055" y="281413"/>
                    <a:pt x="187609" y="278102"/>
                    <a:pt x="203610" y="273136"/>
                  </a:cubicBezTo>
                  <a:cubicBezTo>
                    <a:pt x="226785" y="265963"/>
                    <a:pt x="249409" y="256583"/>
                    <a:pt x="271481" y="245547"/>
                  </a:cubicBezTo>
                  <a:cubicBezTo>
                    <a:pt x="272032" y="247754"/>
                    <a:pt x="272584" y="250513"/>
                    <a:pt x="272584" y="252720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2" name="Google Shape;3482;p42"/>
            <p:cNvSpPr/>
            <p:nvPr/>
          </p:nvSpPr>
          <p:spPr>
            <a:xfrm rot="8716661">
              <a:off x="675834" y="2357302"/>
              <a:ext cx="38039" cy="45784"/>
            </a:xfrm>
            <a:custGeom>
              <a:rect b="b" l="l" r="r" t="t"/>
              <a:pathLst>
                <a:path extrusionOk="0" h="45752" w="38012">
                  <a:moveTo>
                    <a:pt x="0" y="45752"/>
                  </a:moveTo>
                  <a:lnTo>
                    <a:pt x="37842" y="0"/>
                  </a:lnTo>
                  <a:lnTo>
                    <a:pt x="38012" y="641"/>
                  </a:lnTo>
                  <a:cubicBezTo>
                    <a:pt x="36400" y="19451"/>
                    <a:pt x="24039" y="35036"/>
                    <a:pt x="6841" y="42560"/>
                  </a:cubicBezTo>
                  <a:lnTo>
                    <a:pt x="7378" y="42560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3" name="Google Shape;3483;p42"/>
            <p:cNvSpPr/>
            <p:nvPr/>
          </p:nvSpPr>
          <p:spPr>
            <a:xfrm rot="8714346">
              <a:off x="601333" y="212612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4" name="Google Shape;3484;p42"/>
            <p:cNvSpPr/>
            <p:nvPr/>
          </p:nvSpPr>
          <p:spPr>
            <a:xfrm rot="8713740">
              <a:off x="358024" y="215629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5" name="Google Shape;3485;p42"/>
            <p:cNvSpPr/>
            <p:nvPr/>
          </p:nvSpPr>
          <p:spPr>
            <a:xfrm rot="8714346">
              <a:off x="535539" y="199710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6" name="Google Shape;3486;p42"/>
            <p:cNvSpPr/>
            <p:nvPr/>
          </p:nvSpPr>
          <p:spPr>
            <a:xfrm rot="8716661">
              <a:off x="-76209" y="1768065"/>
              <a:ext cx="197317" cy="215200"/>
            </a:xfrm>
            <a:custGeom>
              <a:rect b="b" l="l" r="r" t="t"/>
              <a:pathLst>
                <a:path extrusionOk="0" h="215049" w="197178">
                  <a:moveTo>
                    <a:pt x="51490" y="215049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4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lnTo>
                    <a:pt x="197178" y="4872"/>
                  </a:lnTo>
                  <a:lnTo>
                    <a:pt x="170795" y="42934"/>
                  </a:lnTo>
                  <a:lnTo>
                    <a:pt x="164950" y="40156"/>
                  </a:ln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128277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7" name="Google Shape;3487;p42"/>
            <p:cNvSpPr/>
            <p:nvPr/>
          </p:nvSpPr>
          <p:spPr>
            <a:xfrm rot="8713740">
              <a:off x="56745" y="147449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8" name="Google Shape;3488;p42"/>
            <p:cNvSpPr/>
            <p:nvPr/>
          </p:nvSpPr>
          <p:spPr>
            <a:xfrm rot="8713740">
              <a:off x="146290" y="150376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9" name="Google Shape;3489;p42"/>
            <p:cNvSpPr/>
            <p:nvPr/>
          </p:nvSpPr>
          <p:spPr>
            <a:xfrm rot="8716661">
              <a:off x="-21925" y="1443475"/>
              <a:ext cx="68662" cy="55362"/>
            </a:xfrm>
            <a:custGeom>
              <a:rect b="b" l="l" r="r" t="t"/>
              <a:pathLst>
                <a:path extrusionOk="0" h="55323" w="68614">
                  <a:moveTo>
                    <a:pt x="0" y="55323"/>
                  </a:moveTo>
                  <a:lnTo>
                    <a:pt x="0" y="0"/>
                  </a:lnTo>
                  <a:lnTo>
                    <a:pt x="68614" y="0"/>
                  </a:lnTo>
                  <a:lnTo>
                    <a:pt x="30266" y="55323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0" name="Google Shape;3490;p42"/>
            <p:cNvSpPr/>
            <p:nvPr/>
          </p:nvSpPr>
          <p:spPr>
            <a:xfrm rot="8716661">
              <a:off x="35716" y="1617988"/>
              <a:ext cx="103508" cy="204040"/>
            </a:xfrm>
            <a:custGeom>
              <a:rect b="b" l="l" r="r" t="t"/>
              <a:pathLst>
                <a:path extrusionOk="0" h="203897" w="103435">
                  <a:moveTo>
                    <a:pt x="87556" y="203897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180989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1" name="Google Shape;3491;p42"/>
            <p:cNvSpPr/>
            <p:nvPr/>
          </p:nvSpPr>
          <p:spPr>
            <a:xfrm rot="7480670">
              <a:off x="139627" y="179523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2" name="Google Shape;3492;p42"/>
            <p:cNvSpPr/>
            <p:nvPr/>
          </p:nvSpPr>
          <p:spPr>
            <a:xfrm rot="-8510566">
              <a:off x="244413" y="1762011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3" name="Google Shape;3493;p42"/>
            <p:cNvSpPr/>
            <p:nvPr/>
          </p:nvSpPr>
          <p:spPr>
            <a:xfrm rot="8706722">
              <a:off x="429996" y="157034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4" name="Google Shape;3494;p42"/>
            <p:cNvSpPr/>
            <p:nvPr/>
          </p:nvSpPr>
          <p:spPr>
            <a:xfrm rot="8714346">
              <a:off x="378166" y="146642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5" name="Google Shape;3495;p42"/>
            <p:cNvSpPr/>
            <p:nvPr/>
          </p:nvSpPr>
          <p:spPr>
            <a:xfrm rot="8713740">
              <a:off x="134857" y="149660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6" name="Google Shape;3496;p42"/>
            <p:cNvSpPr/>
            <p:nvPr/>
          </p:nvSpPr>
          <p:spPr>
            <a:xfrm rot="8714346">
              <a:off x="312372" y="133740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7" name="Google Shape;3497;p42"/>
            <p:cNvSpPr/>
            <p:nvPr/>
          </p:nvSpPr>
          <p:spPr>
            <a:xfrm rot="8716661">
              <a:off x="-17832" y="949172"/>
              <a:ext cx="39554" cy="50158"/>
            </a:xfrm>
            <a:custGeom>
              <a:rect b="b" l="l" r="r" t="t"/>
              <a:pathLst>
                <a:path extrusionOk="0" h="50123" w="39526">
                  <a:moveTo>
                    <a:pt x="0" y="50123"/>
                  </a:moveTo>
                  <a:lnTo>
                    <a:pt x="0" y="0"/>
                  </a:lnTo>
                  <a:lnTo>
                    <a:pt x="39526" y="0"/>
                  </a:lnTo>
                  <a:lnTo>
                    <a:pt x="4782" y="50123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8" name="Google Shape;3498;p42"/>
            <p:cNvSpPr/>
            <p:nvPr/>
          </p:nvSpPr>
          <p:spPr>
            <a:xfrm rot="8716661">
              <a:off x="-65203" y="834596"/>
              <a:ext cx="249825" cy="254953"/>
            </a:xfrm>
            <a:custGeom>
              <a:rect b="b" l="l" r="r" t="t"/>
              <a:pathLst>
                <a:path extrusionOk="0" h="254774" w="249650">
                  <a:moveTo>
                    <a:pt x="51490" y="254774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08922" y="-398"/>
                    <a:pt x="227718" y="7576"/>
                    <a:pt x="240647" y="22727"/>
                  </a:cubicBezTo>
                  <a:lnTo>
                    <a:pt x="249650" y="52327"/>
                  </a:lnTo>
                  <a:lnTo>
                    <a:pt x="218795" y="96841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213764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9" name="Google Shape;3499;p42"/>
            <p:cNvSpPr/>
            <p:nvPr/>
          </p:nvSpPr>
          <p:spPr>
            <a:xfrm rot="7483339">
              <a:off x="-63459" y="1172502"/>
              <a:ext cx="203991" cy="146498"/>
            </a:xfrm>
            <a:custGeom>
              <a:rect b="b" l="l" r="r" t="t"/>
              <a:pathLst>
                <a:path extrusionOk="0" h="146395" w="203848">
                  <a:moveTo>
                    <a:pt x="0" y="55323"/>
                  </a:moveTo>
                  <a:lnTo>
                    <a:pt x="0" y="0"/>
                  </a:lnTo>
                  <a:lnTo>
                    <a:pt x="203848" y="0"/>
                  </a:lnTo>
                  <a:lnTo>
                    <a:pt x="203847" y="49512"/>
                  </a:lnTo>
                  <a:lnTo>
                    <a:pt x="195466" y="55323"/>
                  </a:lnTo>
                  <a:lnTo>
                    <a:pt x="139055" y="55323"/>
                  </a:lnTo>
                  <a:lnTo>
                    <a:pt x="121388" y="106685"/>
                  </a:lnTo>
                  <a:lnTo>
                    <a:pt x="64115" y="146395"/>
                  </a:lnTo>
                  <a:lnTo>
                    <a:pt x="47847" y="116129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0" name="Google Shape;3500;p42"/>
            <p:cNvSpPr/>
            <p:nvPr/>
          </p:nvSpPr>
          <p:spPr>
            <a:xfrm rot="-8510566">
              <a:off x="25474" y="1099953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1" name="Google Shape;3501;p42"/>
            <p:cNvSpPr/>
            <p:nvPr/>
          </p:nvSpPr>
          <p:spPr>
            <a:xfrm rot="8706722">
              <a:off x="211057" y="908283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2" name="Google Shape;3502;p42"/>
            <p:cNvSpPr/>
            <p:nvPr/>
          </p:nvSpPr>
          <p:spPr>
            <a:xfrm rot="8714346">
              <a:off x="159227" y="804371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3" name="Google Shape;3503;p42"/>
            <p:cNvSpPr/>
            <p:nvPr/>
          </p:nvSpPr>
          <p:spPr>
            <a:xfrm rot="8714346">
              <a:off x="93433" y="675350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4" name="Google Shape;3504;p42"/>
            <p:cNvSpPr/>
            <p:nvPr/>
          </p:nvSpPr>
          <p:spPr>
            <a:xfrm rot="8716661">
              <a:off x="-7014" y="316690"/>
              <a:ext cx="14011" cy="20212"/>
            </a:xfrm>
            <a:custGeom>
              <a:rect b="b" l="l" r="r" t="t"/>
              <a:pathLst>
                <a:path extrusionOk="0" h="20198" w="14001">
                  <a:moveTo>
                    <a:pt x="0" y="20198"/>
                  </a:moveTo>
                  <a:lnTo>
                    <a:pt x="0" y="0"/>
                  </a:lnTo>
                  <a:lnTo>
                    <a:pt x="14001" y="0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5" name="Google Shape;3505;p42"/>
            <p:cNvSpPr/>
            <p:nvPr/>
          </p:nvSpPr>
          <p:spPr>
            <a:xfrm rot="-8513943">
              <a:off x="-81861" y="472453"/>
              <a:ext cx="173758" cy="237858"/>
            </a:xfrm>
            <a:custGeom>
              <a:rect b="b" l="l" r="r" t="t"/>
              <a:pathLst>
                <a:path extrusionOk="0" h="237684" w="173631">
                  <a:moveTo>
                    <a:pt x="173631" y="220990"/>
                  </a:moveTo>
                  <a:lnTo>
                    <a:pt x="130972" y="232382"/>
                  </a:lnTo>
                  <a:cubicBezTo>
                    <a:pt x="116428" y="235210"/>
                    <a:pt x="103047" y="236831"/>
                    <a:pt x="91597" y="237521"/>
                  </a:cubicBezTo>
                  <a:cubicBezTo>
                    <a:pt x="66215" y="239176"/>
                    <a:pt x="41384" y="228141"/>
                    <a:pt x="23727" y="209931"/>
                  </a:cubicBezTo>
                  <a:cubicBezTo>
                    <a:pt x="4966" y="191722"/>
                    <a:pt x="0" y="160270"/>
                    <a:pt x="0" y="115023"/>
                  </a:cubicBezTo>
                  <a:lnTo>
                    <a:pt x="0" y="0"/>
                  </a:lnTo>
                  <a:lnTo>
                    <a:pt x="76176" y="96953"/>
                  </a:lnTo>
                  <a:lnTo>
                    <a:pt x="76768" y="109023"/>
                  </a:lnTo>
                  <a:cubicBezTo>
                    <a:pt x="79044" y="124404"/>
                    <a:pt x="82768" y="139578"/>
                    <a:pt x="87734" y="154201"/>
                  </a:cubicBezTo>
                  <a:cubicBezTo>
                    <a:pt x="92149" y="166340"/>
                    <a:pt x="100012" y="175445"/>
                    <a:pt x="111117" y="181514"/>
                  </a:cubicBezTo>
                  <a:lnTo>
                    <a:pt x="148930" y="189552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6" name="Google Shape;3506;p42"/>
            <p:cNvSpPr/>
            <p:nvPr/>
          </p:nvSpPr>
          <p:spPr>
            <a:xfrm rot="8706722">
              <a:off x="-11613" y="244868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7" name="Google Shape;3507;p42"/>
            <p:cNvSpPr/>
            <p:nvPr/>
          </p:nvSpPr>
          <p:spPr>
            <a:xfrm rot="8716661">
              <a:off x="-30159" y="143433"/>
              <a:ext cx="77776" cy="97328"/>
            </a:xfrm>
            <a:custGeom>
              <a:rect b="b" l="l" r="r" t="t"/>
              <a:pathLst>
                <a:path extrusionOk="0" h="97260" w="77721">
                  <a:moveTo>
                    <a:pt x="15821" y="97260"/>
                  </a:moveTo>
                  <a:lnTo>
                    <a:pt x="0" y="59790"/>
                  </a:ln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lnTo>
                    <a:pt x="77721" y="7960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8" name="Google Shape;3508;p42"/>
            <p:cNvSpPr/>
            <p:nvPr/>
          </p:nvSpPr>
          <p:spPr>
            <a:xfrm rot="8716661">
              <a:off x="-17843" y="3452674"/>
              <a:ext cx="58496" cy="44230"/>
            </a:xfrm>
            <a:custGeom>
              <a:rect b="b" l="l" r="r" t="t"/>
              <a:pathLst>
                <a:path extrusionOk="0" h="44199" w="58455">
                  <a:moveTo>
                    <a:pt x="0" y="44199"/>
                  </a:moveTo>
                  <a:lnTo>
                    <a:pt x="0" y="0"/>
                  </a:lnTo>
                  <a:lnTo>
                    <a:pt x="58455" y="0"/>
                  </a:lnTo>
                  <a:lnTo>
                    <a:pt x="27817" y="44199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9" name="Google Shape;3509;p42"/>
            <p:cNvSpPr/>
            <p:nvPr/>
          </p:nvSpPr>
          <p:spPr>
            <a:xfrm rot="-8513943">
              <a:off x="-91727" y="3601565"/>
              <a:ext cx="206678" cy="292868"/>
            </a:xfrm>
            <a:custGeom>
              <a:rect b="b" l="l" r="r" t="t"/>
              <a:pathLst>
                <a:path extrusionOk="0" h="292654" w="206527">
                  <a:moveTo>
                    <a:pt x="206527" y="258693"/>
                  </a:moveTo>
                  <a:lnTo>
                    <a:pt x="177331" y="274971"/>
                  </a:lnTo>
                  <a:cubicBezTo>
                    <a:pt x="145121" y="286007"/>
                    <a:pt x="114496" y="291111"/>
                    <a:pt x="91597" y="292491"/>
                  </a:cubicBezTo>
                  <a:cubicBezTo>
                    <a:pt x="66215" y="294146"/>
                    <a:pt x="41385" y="283111"/>
                    <a:pt x="23727" y="264901"/>
                  </a:cubicBezTo>
                  <a:cubicBezTo>
                    <a:pt x="4966" y="246692"/>
                    <a:pt x="0" y="215240"/>
                    <a:pt x="0" y="169993"/>
                  </a:cubicBezTo>
                  <a:lnTo>
                    <a:pt x="0" y="1698"/>
                  </a:lnTo>
                  <a:lnTo>
                    <a:pt x="3273" y="0"/>
                  </a:lnTo>
                  <a:lnTo>
                    <a:pt x="74297" y="90396"/>
                  </a:lnTo>
                  <a:lnTo>
                    <a:pt x="74492" y="117574"/>
                  </a:lnTo>
                  <a:cubicBezTo>
                    <a:pt x="72836" y="148474"/>
                    <a:pt x="77802" y="179926"/>
                    <a:pt x="87734" y="209171"/>
                  </a:cubicBezTo>
                  <a:cubicBezTo>
                    <a:pt x="96564" y="233450"/>
                    <a:pt x="119187" y="245589"/>
                    <a:pt x="153949" y="245589"/>
                  </a:cubicBezTo>
                  <a:lnTo>
                    <a:pt x="191049" y="238993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0" name="Google Shape;3510;p42"/>
            <p:cNvSpPr/>
            <p:nvPr/>
          </p:nvSpPr>
          <p:spPr>
            <a:xfrm rot="8706722">
              <a:off x="24922" y="339006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1" name="Google Shape;3511;p42"/>
            <p:cNvSpPr/>
            <p:nvPr/>
          </p:nvSpPr>
          <p:spPr>
            <a:xfrm rot="8716661">
              <a:off x="-24136" y="3281681"/>
              <a:ext cx="106117" cy="113813"/>
            </a:xfrm>
            <a:custGeom>
              <a:rect b="b" l="l" r="r" t="t"/>
              <a:pathLst>
                <a:path extrusionOk="0" h="113733" w="106042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cubicBezTo>
                    <a:pt x="74507" y="0"/>
                    <a:pt x="89224" y="6439"/>
                    <a:pt x="100262" y="17477"/>
                  </a:cubicBezTo>
                  <a:lnTo>
                    <a:pt x="106042" y="31234"/>
                  </a:lnTo>
                  <a:lnTo>
                    <a:pt x="48856" y="113733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2" name="Google Shape;3512;p42"/>
            <p:cNvSpPr/>
            <p:nvPr/>
          </p:nvSpPr>
          <p:spPr>
            <a:xfrm rot="8716661">
              <a:off x="-21964" y="3179837"/>
              <a:ext cx="45808" cy="62700"/>
            </a:xfrm>
            <a:custGeom>
              <a:rect b="b" l="l" r="r" t="t"/>
              <a:pathLst>
                <a:path extrusionOk="0" h="62656" w="45776">
                  <a:moveTo>
                    <a:pt x="2345" y="62656"/>
                  </a:moveTo>
                  <a:lnTo>
                    <a:pt x="0" y="57104"/>
                  </a:lnTo>
                  <a:lnTo>
                    <a:pt x="0" y="56183"/>
                  </a:lnTo>
                  <a:cubicBezTo>
                    <a:pt x="0" y="40547"/>
                    <a:pt x="6439" y="25829"/>
                    <a:pt x="17477" y="14791"/>
                  </a:cubicBezTo>
                  <a:cubicBezTo>
                    <a:pt x="22996" y="9272"/>
                    <a:pt x="29435" y="4903"/>
                    <a:pt x="36449" y="1913"/>
                  </a:cubicBezTo>
                  <a:lnTo>
                    <a:pt x="45776" y="0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3" name="Google Shape;3513;p42"/>
            <p:cNvSpPr/>
            <p:nvPr/>
          </p:nvSpPr>
          <p:spPr>
            <a:xfrm rot="8716661">
              <a:off x="-21385" y="4100628"/>
              <a:ext cx="79169" cy="50158"/>
            </a:xfrm>
            <a:custGeom>
              <a:rect b="b" l="l" r="r" t="t"/>
              <a:pathLst>
                <a:path extrusionOk="0" h="50123" w="79113">
                  <a:moveTo>
                    <a:pt x="0" y="50123"/>
                  </a:moveTo>
                  <a:lnTo>
                    <a:pt x="0" y="0"/>
                  </a:lnTo>
                  <a:lnTo>
                    <a:pt x="79113" y="0"/>
                  </a:lnTo>
                  <a:lnTo>
                    <a:pt x="44369" y="50123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4" name="Google Shape;3514;p42"/>
            <p:cNvSpPr/>
            <p:nvPr/>
          </p:nvSpPr>
          <p:spPr>
            <a:xfrm rot="8713740">
              <a:off x="-40114" y="3981876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5" name="Google Shape;3515;p42"/>
            <p:cNvSpPr/>
            <p:nvPr/>
          </p:nvSpPr>
          <p:spPr>
            <a:xfrm rot="7480670">
              <a:off x="-46777" y="427335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6" name="Google Shape;3516;p42"/>
            <p:cNvSpPr/>
            <p:nvPr/>
          </p:nvSpPr>
          <p:spPr>
            <a:xfrm rot="-8510566">
              <a:off x="58009" y="4240127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7" name="Google Shape;3517;p42"/>
            <p:cNvSpPr/>
            <p:nvPr/>
          </p:nvSpPr>
          <p:spPr>
            <a:xfrm rot="8706722">
              <a:off x="243592" y="4048457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8" name="Google Shape;3518;p42"/>
            <p:cNvSpPr/>
            <p:nvPr/>
          </p:nvSpPr>
          <p:spPr>
            <a:xfrm rot="8714346">
              <a:off x="191762" y="394454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9" name="Google Shape;3519;p42"/>
            <p:cNvSpPr/>
            <p:nvPr/>
          </p:nvSpPr>
          <p:spPr>
            <a:xfrm rot="8714346">
              <a:off x="125968" y="381552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0" name="Google Shape;3520;p42"/>
            <p:cNvSpPr/>
            <p:nvPr/>
          </p:nvSpPr>
          <p:spPr>
            <a:xfrm rot="8716661">
              <a:off x="-73236" y="4876693"/>
              <a:ext cx="221538" cy="253527"/>
            </a:xfrm>
            <a:custGeom>
              <a:rect b="b" l="l" r="r" t="t"/>
              <a:pathLst>
                <a:path extrusionOk="0" h="253349" w="221382">
                  <a:moveTo>
                    <a:pt x="51490" y="253349"/>
                  </a:moveTo>
                  <a:lnTo>
                    <a:pt x="51490" y="44199"/>
                  </a:lnTo>
                  <a:lnTo>
                    <a:pt x="0" y="44199"/>
                  </a:lnTo>
                  <a:lnTo>
                    <a:pt x="0" y="0"/>
                  </a:lnTo>
                  <a:lnTo>
                    <a:pt x="104803" y="0"/>
                  </a:lnTo>
                  <a:lnTo>
                    <a:pt x="104802" y="73817"/>
                  </a:lnTo>
                  <a:lnTo>
                    <a:pt x="106169" y="73817"/>
                  </a:lnTo>
                  <a:cubicBezTo>
                    <a:pt x="120751" y="30529"/>
                    <a:pt x="132142" y="13670"/>
                    <a:pt x="154014" y="4556"/>
                  </a:cubicBezTo>
                  <a:lnTo>
                    <a:pt x="174650" y="668"/>
                  </a:lnTo>
                  <a:lnTo>
                    <a:pt x="214075" y="27996"/>
                  </a:lnTo>
                  <a:lnTo>
                    <a:pt x="221382" y="33060"/>
                  </a:lnTo>
                  <a:lnTo>
                    <a:pt x="195540" y="70341"/>
                  </a:lnTo>
                  <a:lnTo>
                    <a:pt x="189157" y="50236"/>
                  </a:lnTo>
                  <a:cubicBezTo>
                    <a:pt x="183177" y="42946"/>
                    <a:pt x="174747" y="38731"/>
                    <a:pt x="164950" y="38731"/>
                  </a:cubicBezTo>
                  <a:cubicBezTo>
                    <a:pt x="135788" y="38731"/>
                    <a:pt x="111638" y="77463"/>
                    <a:pt x="111638" y="126218"/>
                  </a:cubicBezTo>
                  <a:lnTo>
                    <a:pt x="111638" y="191383"/>
                  </a:lnTo>
                  <a:lnTo>
                    <a:pt x="84096" y="231117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1" name="Google Shape;3521;p42"/>
            <p:cNvSpPr/>
            <p:nvPr/>
          </p:nvSpPr>
          <p:spPr>
            <a:xfrm rot="8713740">
              <a:off x="93508" y="461231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2" name="Google Shape;3522;p42"/>
            <p:cNvSpPr/>
            <p:nvPr/>
          </p:nvSpPr>
          <p:spPr>
            <a:xfrm rot="8713740">
              <a:off x="183053" y="464157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3" name="Google Shape;3523;p42"/>
            <p:cNvSpPr/>
            <p:nvPr/>
          </p:nvSpPr>
          <p:spPr>
            <a:xfrm rot="8716661">
              <a:off x="-14566" y="4699602"/>
              <a:ext cx="50032" cy="54276"/>
            </a:xfrm>
            <a:custGeom>
              <a:rect b="b" l="l" r="r" t="t"/>
              <a:pathLst>
                <a:path extrusionOk="0" h="54238" w="49997">
                  <a:moveTo>
                    <a:pt x="8658" y="50123"/>
                  </a:moveTo>
                  <a:cubicBezTo>
                    <a:pt x="3190" y="44655"/>
                    <a:pt x="0" y="37365"/>
                    <a:pt x="0" y="29619"/>
                  </a:cubicBezTo>
                  <a:lnTo>
                    <a:pt x="0" y="29162"/>
                  </a:lnTo>
                  <a:cubicBezTo>
                    <a:pt x="0" y="21417"/>
                    <a:pt x="3190" y="14126"/>
                    <a:pt x="8658" y="8658"/>
                  </a:cubicBezTo>
                  <a:cubicBezTo>
                    <a:pt x="14126" y="3190"/>
                    <a:pt x="21416" y="0"/>
                    <a:pt x="29163" y="0"/>
                  </a:cubicBezTo>
                  <a:cubicBezTo>
                    <a:pt x="36909" y="0"/>
                    <a:pt x="44200" y="3190"/>
                    <a:pt x="49668" y="8658"/>
                  </a:cubicBezTo>
                  <a:lnTo>
                    <a:pt x="49997" y="9441"/>
                  </a:lnTo>
                  <a:lnTo>
                    <a:pt x="18945" y="54238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4" name="Google Shape;3524;p42"/>
            <p:cNvSpPr/>
            <p:nvPr/>
          </p:nvSpPr>
          <p:spPr>
            <a:xfrm rot="8716661">
              <a:off x="-30414" y="4579725"/>
              <a:ext cx="113426" cy="71074"/>
            </a:xfrm>
            <a:custGeom>
              <a:rect b="b" l="l" r="r" t="t"/>
              <a:pathLst>
                <a:path extrusionOk="0" h="71024" w="113346">
                  <a:moveTo>
                    <a:pt x="0" y="55323"/>
                  </a:moveTo>
                  <a:lnTo>
                    <a:pt x="0" y="0"/>
                  </a:lnTo>
                  <a:lnTo>
                    <a:pt x="113346" y="0"/>
                  </a:lnTo>
                  <a:lnTo>
                    <a:pt x="64114" y="71024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5" name="Google Shape;3525;p42"/>
            <p:cNvSpPr/>
            <p:nvPr/>
          </p:nvSpPr>
          <p:spPr>
            <a:xfrm rot="8713740">
              <a:off x="71399" y="474179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6" name="Google Shape;3526;p42"/>
            <p:cNvSpPr/>
            <p:nvPr/>
          </p:nvSpPr>
          <p:spPr>
            <a:xfrm rot="7483339">
              <a:off x="171896" y="4933516"/>
              <a:ext cx="203990" cy="196012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170341" y="0"/>
                  </a:lnTo>
                  <a:lnTo>
                    <a:pt x="203847" y="48325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7" name="Google Shape;3527;p42"/>
            <p:cNvSpPr/>
            <p:nvPr/>
          </p:nvSpPr>
          <p:spPr>
            <a:xfrm rot="-8513943">
              <a:off x="313308" y="4906085"/>
              <a:ext cx="221989" cy="205248"/>
            </a:xfrm>
            <a:custGeom>
              <a:rect b="b" l="l" r="r" t="t"/>
              <a:pathLst>
                <a:path extrusionOk="0" h="205098" w="221827">
                  <a:moveTo>
                    <a:pt x="24153" y="55168"/>
                  </a:moveTo>
                  <a:lnTo>
                    <a:pt x="0" y="18385"/>
                  </a:lnTo>
                  <a:lnTo>
                    <a:pt x="23400" y="0"/>
                  </a:lnTo>
                  <a:lnTo>
                    <a:pt x="23735" y="46640"/>
                  </a:lnTo>
                  <a:close/>
                  <a:moveTo>
                    <a:pt x="221827" y="150928"/>
                  </a:moveTo>
                  <a:cubicBezTo>
                    <a:pt x="192582" y="176035"/>
                    <a:pt x="158785" y="193002"/>
                    <a:pt x="126574" y="204038"/>
                  </a:cubicBezTo>
                  <a:lnTo>
                    <a:pt x="122603" y="205098"/>
                  </a:lnTo>
                  <a:lnTo>
                    <a:pt x="102519" y="174512"/>
                  </a:lnTo>
                  <a:lnTo>
                    <a:pt x="103192" y="174655"/>
                  </a:lnTo>
                  <a:cubicBezTo>
                    <a:pt x="120298" y="174103"/>
                    <a:pt x="136851" y="170792"/>
                    <a:pt x="152853" y="165826"/>
                  </a:cubicBezTo>
                  <a:cubicBezTo>
                    <a:pt x="176028" y="158653"/>
                    <a:pt x="198652" y="149273"/>
                    <a:pt x="220723" y="138237"/>
                  </a:cubicBezTo>
                  <a:cubicBezTo>
                    <a:pt x="221275" y="140444"/>
                    <a:pt x="221827" y="143203"/>
                    <a:pt x="221827" y="145410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8" name="Google Shape;3528;p42"/>
            <p:cNvSpPr/>
            <p:nvPr/>
          </p:nvSpPr>
          <p:spPr>
            <a:xfrm rot="8716661">
              <a:off x="406275" y="4600545"/>
              <a:ext cx="113735" cy="117199"/>
            </a:xfrm>
            <a:custGeom>
              <a:rect b="b" l="l" r="r" t="t"/>
              <a:pathLst>
                <a:path extrusionOk="0" h="117117" w="113655">
                  <a:moveTo>
                    <a:pt x="13623" y="100559"/>
                  </a:moveTo>
                  <a:lnTo>
                    <a:pt x="0" y="68296"/>
                  </a:lnTo>
                  <a:lnTo>
                    <a:pt x="56488" y="0"/>
                  </a:lnTo>
                  <a:lnTo>
                    <a:pt x="96408" y="16856"/>
                  </a:lnTo>
                  <a:cubicBezTo>
                    <a:pt x="119404" y="38931"/>
                    <a:pt x="119404" y="76644"/>
                    <a:pt x="96408" y="99640"/>
                  </a:cubicBezTo>
                  <a:cubicBezTo>
                    <a:pt x="85370" y="110678"/>
                    <a:pt x="70653" y="117116"/>
                    <a:pt x="55015" y="117117"/>
                  </a:cubicBezTo>
                  <a:cubicBezTo>
                    <a:pt x="39378" y="117117"/>
                    <a:pt x="24661" y="111597"/>
                    <a:pt x="13623" y="100559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9" name="Google Shape;3529;p42"/>
            <p:cNvSpPr/>
            <p:nvPr/>
          </p:nvSpPr>
          <p:spPr>
            <a:xfrm rot="8713740">
              <a:off x="171620" y="46344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0" name="Google Shape;3530;p42"/>
            <p:cNvSpPr/>
            <p:nvPr/>
          </p:nvSpPr>
          <p:spPr>
            <a:xfrm rot="8714346">
              <a:off x="349135" y="4475223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1" name="Google Shape;3531;p42"/>
          <p:cNvSpPr/>
          <p:nvPr/>
        </p:nvSpPr>
        <p:spPr>
          <a:xfrm>
            <a:off x="1675026" y="884098"/>
            <a:ext cx="360000" cy="4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2" name="Google Shape;3532;p42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>
  <p:cSld name="Vide">
    <p:bg>
      <p:bgPr>
        <a:solidFill>
          <a:schemeClr val="dk2"/>
        </a:solidFill>
      </p:bgPr>
    </p:bg>
    <p:spTree>
      <p:nvGrpSpPr>
        <p:cNvPr id="3533" name="Shape 3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34" name="Google Shape;3534;p43"/>
          <p:cNvGrpSpPr/>
          <p:nvPr/>
        </p:nvGrpSpPr>
        <p:grpSpPr>
          <a:xfrm>
            <a:off x="-160065" y="-81110"/>
            <a:ext cx="1153796" cy="5252287"/>
            <a:chOff x="-160065" y="-81110"/>
            <a:chExt cx="1153796" cy="5252287"/>
          </a:xfrm>
        </p:grpSpPr>
        <p:sp>
          <p:nvSpPr>
            <p:cNvPr id="3535" name="Google Shape;3535;p43"/>
            <p:cNvSpPr/>
            <p:nvPr/>
          </p:nvSpPr>
          <p:spPr>
            <a:xfrm rot="8716661">
              <a:off x="617653" y="1780243"/>
              <a:ext cx="152833" cy="196011"/>
            </a:xfrm>
            <a:custGeom>
              <a:rect b="b" l="l" r="r" t="t"/>
              <a:pathLst>
                <a:path extrusionOk="0" h="195873" w="152726">
                  <a:moveTo>
                    <a:pt x="39589" y="195873"/>
                  </a:moveTo>
                  <a:lnTo>
                    <a:pt x="0" y="122219"/>
                  </a:lnTo>
                  <a:lnTo>
                    <a:pt x="101089" y="0"/>
                  </a:lnTo>
                  <a:lnTo>
                    <a:pt x="152726" y="0"/>
                  </a:lnTo>
                  <a:lnTo>
                    <a:pt x="152726" y="55323"/>
                  </a:lnTo>
                  <a:lnTo>
                    <a:pt x="87934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6" name="Google Shape;3536;p43"/>
            <p:cNvSpPr/>
            <p:nvPr/>
          </p:nvSpPr>
          <p:spPr>
            <a:xfrm rot="8716661">
              <a:off x="534249" y="1654325"/>
              <a:ext cx="263049" cy="103307"/>
            </a:xfrm>
            <a:custGeom>
              <a:rect b="b" l="l" r="r" t="t"/>
              <a:pathLst>
                <a:path extrusionOk="0" h="103234" w="262864">
                  <a:moveTo>
                    <a:pt x="0" y="75341"/>
                  </a:moveTo>
                  <a:lnTo>
                    <a:pt x="62316" y="0"/>
                  </a:lnTo>
                  <a:lnTo>
                    <a:pt x="65768" y="14220"/>
                  </a:lnTo>
                  <a:cubicBezTo>
                    <a:pt x="75182" y="40107"/>
                    <a:pt x="99304" y="53051"/>
                    <a:pt x="136369" y="53051"/>
                  </a:cubicBezTo>
                  <a:cubicBezTo>
                    <a:pt x="154609" y="52462"/>
                    <a:pt x="172259" y="48932"/>
                    <a:pt x="189321" y="43637"/>
                  </a:cubicBezTo>
                  <a:cubicBezTo>
                    <a:pt x="214031" y="35988"/>
                    <a:pt x="238154" y="25987"/>
                    <a:pt x="261688" y="14220"/>
                  </a:cubicBezTo>
                  <a:cubicBezTo>
                    <a:pt x="262276" y="16573"/>
                    <a:pt x="262864" y="19515"/>
                    <a:pt x="262864" y="21868"/>
                  </a:cubicBezTo>
                  <a:lnTo>
                    <a:pt x="262864" y="27752"/>
                  </a:lnTo>
                  <a:cubicBezTo>
                    <a:pt x="200500" y="81291"/>
                    <a:pt x="118719" y="100119"/>
                    <a:pt x="69887" y="103060"/>
                  </a:cubicBezTo>
                  <a:cubicBezTo>
                    <a:pt x="56355" y="103943"/>
                    <a:pt x="42970" y="101442"/>
                    <a:pt x="30615" y="96294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7" name="Google Shape;3537;p43"/>
            <p:cNvSpPr/>
            <p:nvPr/>
          </p:nvSpPr>
          <p:spPr>
            <a:xfrm rot="8716661">
              <a:off x="632601" y="1232295"/>
              <a:ext cx="121643" cy="232551"/>
            </a:xfrm>
            <a:custGeom>
              <a:rect b="b" l="l" r="r" t="t"/>
              <a:pathLst>
                <a:path extrusionOk="0" h="232388" w="121558">
                  <a:moveTo>
                    <a:pt x="60499" y="232388"/>
                  </a:moveTo>
                  <a:lnTo>
                    <a:pt x="60499" y="69717"/>
                  </a:lnTo>
                  <a:cubicBezTo>
                    <a:pt x="60499" y="68349"/>
                    <a:pt x="60499" y="66983"/>
                    <a:pt x="60499" y="65615"/>
                  </a:cubicBezTo>
                  <a:cubicBezTo>
                    <a:pt x="59133" y="55591"/>
                    <a:pt x="50019" y="48756"/>
                    <a:pt x="39995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64601" y="0"/>
                  </a:lnTo>
                  <a:cubicBezTo>
                    <a:pt x="101509" y="0"/>
                    <a:pt x="121558" y="15948"/>
                    <a:pt x="121558" y="50123"/>
                  </a:cubicBezTo>
                  <a:lnTo>
                    <a:pt x="121558" y="208238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8" name="Google Shape;3538;p43"/>
            <p:cNvSpPr/>
            <p:nvPr/>
          </p:nvSpPr>
          <p:spPr>
            <a:xfrm rot="8716661">
              <a:off x="763442" y="1474776"/>
              <a:ext cx="14153" cy="14329"/>
            </a:xfrm>
            <a:custGeom>
              <a:rect b="b" l="l" r="r" t="t"/>
              <a:pathLst>
                <a:path extrusionOk="0" h="14319" w="14143">
                  <a:moveTo>
                    <a:pt x="0" y="14319"/>
                  </a:moveTo>
                  <a:lnTo>
                    <a:pt x="11843" y="0"/>
                  </a:lnTo>
                  <a:lnTo>
                    <a:pt x="14143" y="7563"/>
                  </a:lnTo>
                  <a:lnTo>
                    <a:pt x="14143" y="13487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9" name="Google Shape;3539;p43"/>
            <p:cNvSpPr/>
            <p:nvPr/>
          </p:nvSpPr>
          <p:spPr>
            <a:xfrm rot="8716661">
              <a:off x="672733" y="1171513"/>
              <a:ext cx="184093" cy="137715"/>
            </a:xfrm>
            <a:custGeom>
              <a:rect b="b" l="l" r="r" t="t"/>
              <a:pathLst>
                <a:path extrusionOk="0" h="137618" w="183964">
                  <a:moveTo>
                    <a:pt x="0" y="137618"/>
                  </a:moveTo>
                  <a:lnTo>
                    <a:pt x="53346" y="73121"/>
                  </a:lnTo>
                  <a:lnTo>
                    <a:pt x="101034" y="28251"/>
                  </a:lnTo>
                  <a:cubicBezTo>
                    <a:pt x="114703" y="12303"/>
                    <a:pt x="134297" y="2278"/>
                    <a:pt x="155713" y="0"/>
                  </a:cubicBezTo>
                  <a:cubicBezTo>
                    <a:pt x="177585" y="0"/>
                    <a:pt x="183964" y="19138"/>
                    <a:pt x="183964" y="33719"/>
                  </a:cubicBezTo>
                  <a:cubicBezTo>
                    <a:pt x="182597" y="49667"/>
                    <a:pt x="172117" y="62881"/>
                    <a:pt x="157536" y="69261"/>
                  </a:cubicBezTo>
                  <a:lnTo>
                    <a:pt x="157991" y="69261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0" name="Google Shape;3540;p43"/>
            <p:cNvSpPr/>
            <p:nvPr/>
          </p:nvSpPr>
          <p:spPr>
            <a:xfrm rot="8713740">
              <a:off x="519552" y="13149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1" name="Google Shape;3541;p43"/>
            <p:cNvSpPr/>
            <p:nvPr/>
          </p:nvSpPr>
          <p:spPr>
            <a:xfrm rot="8719330">
              <a:off x="394767" y="110613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2" name="Google Shape;3542;p43"/>
            <p:cNvSpPr/>
            <p:nvPr/>
          </p:nvSpPr>
          <p:spPr>
            <a:xfrm rot="8713013">
              <a:off x="382336" y="967516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3" name="Google Shape;3543;p43"/>
            <p:cNvSpPr/>
            <p:nvPr/>
          </p:nvSpPr>
          <p:spPr>
            <a:xfrm rot="8713740">
              <a:off x="609793" y="135607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4" name="Google Shape;3544;p43"/>
            <p:cNvSpPr/>
            <p:nvPr/>
          </p:nvSpPr>
          <p:spPr>
            <a:xfrm rot="8716661">
              <a:off x="683291" y="869460"/>
              <a:ext cx="156110" cy="196011"/>
            </a:xfrm>
            <a:custGeom>
              <a:rect b="b" l="l" r="r" t="t"/>
              <a:pathLst>
                <a:path extrusionOk="0" h="195873" w="156000">
                  <a:moveTo>
                    <a:pt x="42863" y="195873"/>
                  </a:moveTo>
                  <a:lnTo>
                    <a:pt x="0" y="116129"/>
                  </a:lnTo>
                  <a:lnTo>
                    <a:pt x="5100" y="101988"/>
                  </a:lnTo>
                  <a:lnTo>
                    <a:pt x="89456" y="0"/>
                  </a:lnTo>
                  <a:lnTo>
                    <a:pt x="156000" y="0"/>
                  </a:lnTo>
                  <a:lnTo>
                    <a:pt x="156000" y="55323"/>
                  </a:lnTo>
                  <a:lnTo>
                    <a:pt x="91208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5" name="Google Shape;3545;p43"/>
            <p:cNvSpPr/>
            <p:nvPr/>
          </p:nvSpPr>
          <p:spPr>
            <a:xfrm rot="8718291">
              <a:off x="657498" y="956115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6" name="Google Shape;3546;p43"/>
            <p:cNvSpPr/>
            <p:nvPr/>
          </p:nvSpPr>
          <p:spPr>
            <a:xfrm rot="8713740">
              <a:off x="412964" y="56453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7" name="Google Shape;3547;p43"/>
            <p:cNvSpPr/>
            <p:nvPr/>
          </p:nvSpPr>
          <p:spPr>
            <a:xfrm rot="8713740">
              <a:off x="502509" y="59380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8" name="Google Shape;3548;p43"/>
            <p:cNvSpPr/>
            <p:nvPr/>
          </p:nvSpPr>
          <p:spPr>
            <a:xfrm rot="8713740">
              <a:off x="457561" y="50737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9" name="Google Shape;3549;p43"/>
            <p:cNvSpPr/>
            <p:nvPr/>
          </p:nvSpPr>
          <p:spPr>
            <a:xfrm rot="8713740">
              <a:off x="300613" y="65285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0" name="Google Shape;3550;p43"/>
            <p:cNvSpPr/>
            <p:nvPr/>
          </p:nvSpPr>
          <p:spPr>
            <a:xfrm rot="8719330">
              <a:off x="175828" y="44408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1" name="Google Shape;3551;p43"/>
            <p:cNvSpPr/>
            <p:nvPr/>
          </p:nvSpPr>
          <p:spPr>
            <a:xfrm rot="8713013">
              <a:off x="163397" y="305458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2" name="Google Shape;3552;p43"/>
            <p:cNvSpPr/>
            <p:nvPr/>
          </p:nvSpPr>
          <p:spPr>
            <a:xfrm rot="8713740">
              <a:off x="390854" y="69401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3" name="Google Shape;3553;p43"/>
            <p:cNvSpPr/>
            <p:nvPr/>
          </p:nvSpPr>
          <p:spPr>
            <a:xfrm rot="8716661">
              <a:off x="701891" y="317324"/>
              <a:ext cx="131352" cy="232551"/>
            </a:xfrm>
            <a:custGeom>
              <a:rect b="b" l="l" r="r" t="t"/>
              <a:pathLst>
                <a:path extrusionOk="0" h="232388" w="131260">
                  <a:moveTo>
                    <a:pt x="70201" y="232388"/>
                  </a:moveTo>
                  <a:lnTo>
                    <a:pt x="70201" y="69717"/>
                  </a:lnTo>
                  <a:cubicBezTo>
                    <a:pt x="70201" y="68349"/>
                    <a:pt x="70201" y="66983"/>
                    <a:pt x="70201" y="65615"/>
                  </a:cubicBezTo>
                  <a:cubicBezTo>
                    <a:pt x="68835" y="55591"/>
                    <a:pt x="59721" y="48756"/>
                    <a:pt x="49697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74303" y="0"/>
                  </a:lnTo>
                  <a:cubicBezTo>
                    <a:pt x="111211" y="0"/>
                    <a:pt x="131260" y="15948"/>
                    <a:pt x="131260" y="50123"/>
                  </a:cubicBezTo>
                  <a:lnTo>
                    <a:pt x="131260" y="208238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4" name="Google Shape;3554;p43"/>
            <p:cNvSpPr/>
            <p:nvPr/>
          </p:nvSpPr>
          <p:spPr>
            <a:xfrm rot="8716661">
              <a:off x="834958" y="558345"/>
              <a:ext cx="24358" cy="23512"/>
            </a:xfrm>
            <a:custGeom>
              <a:rect b="b" l="l" r="r" t="t"/>
              <a:pathLst>
                <a:path extrusionOk="0" h="23495" w="24341">
                  <a:moveTo>
                    <a:pt x="0" y="23495"/>
                  </a:moveTo>
                  <a:lnTo>
                    <a:pt x="19433" y="0"/>
                  </a:lnTo>
                  <a:lnTo>
                    <a:pt x="24341" y="16139"/>
                  </a:lnTo>
                  <a:lnTo>
                    <a:pt x="24341" y="2206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5" name="Google Shape;3555;p43"/>
            <p:cNvSpPr/>
            <p:nvPr/>
          </p:nvSpPr>
          <p:spPr>
            <a:xfrm rot="8713740">
              <a:off x="589712" y="40270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6" name="Google Shape;3556;p43"/>
            <p:cNvSpPr/>
            <p:nvPr/>
          </p:nvSpPr>
          <p:spPr>
            <a:xfrm rot="8719330">
              <a:off x="464928" y="19392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7" name="Google Shape;3557;p43"/>
            <p:cNvSpPr/>
            <p:nvPr/>
          </p:nvSpPr>
          <p:spPr>
            <a:xfrm rot="8713740">
              <a:off x="679954" y="44386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8" name="Google Shape;3558;p43"/>
            <p:cNvSpPr/>
            <p:nvPr/>
          </p:nvSpPr>
          <p:spPr>
            <a:xfrm rot="8718291">
              <a:off x="438559" y="29405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9" name="Google Shape;3559;p43"/>
            <p:cNvSpPr/>
            <p:nvPr/>
          </p:nvSpPr>
          <p:spPr>
            <a:xfrm rot="7483339">
              <a:off x="811643" y="658864"/>
              <a:ext cx="31100" cy="46173"/>
            </a:xfrm>
            <a:custGeom>
              <a:rect b="b" l="l" r="r" t="t"/>
              <a:pathLst>
                <a:path extrusionOk="0" h="46141" w="31078">
                  <a:moveTo>
                    <a:pt x="15207" y="46141"/>
                  </a:moveTo>
                  <a:lnTo>
                    <a:pt x="0" y="17849"/>
                  </a:lnTo>
                  <a:lnTo>
                    <a:pt x="31078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0" name="Google Shape;3560;p43"/>
            <p:cNvSpPr/>
            <p:nvPr/>
          </p:nvSpPr>
          <p:spPr>
            <a:xfrm rot="8713740">
              <a:off x="780175" y="33648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1" name="Google Shape;3561;p43"/>
            <p:cNvSpPr/>
            <p:nvPr/>
          </p:nvSpPr>
          <p:spPr>
            <a:xfrm rot="8716661">
              <a:off x="202223" y="-57209"/>
              <a:ext cx="142267" cy="186625"/>
            </a:xfrm>
            <a:custGeom>
              <a:rect b="b" l="l" r="r" t="t"/>
              <a:pathLst>
                <a:path extrusionOk="0" h="186494" w="142167">
                  <a:moveTo>
                    <a:pt x="142167" y="186494"/>
                  </a:moveTo>
                  <a:lnTo>
                    <a:pt x="81108" y="144170"/>
                  </a:lnTo>
                  <a:lnTo>
                    <a:pt x="81108" y="69717"/>
                  </a:lnTo>
                  <a:cubicBezTo>
                    <a:pt x="81108" y="68349"/>
                    <a:pt x="81108" y="66983"/>
                    <a:pt x="81108" y="65615"/>
                  </a:cubicBezTo>
                  <a:cubicBezTo>
                    <a:pt x="79741" y="55591"/>
                    <a:pt x="70628" y="48756"/>
                    <a:pt x="60603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8"/>
                    <a:pt x="142167" y="501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2" name="Google Shape;3562;p43"/>
            <p:cNvSpPr/>
            <p:nvPr/>
          </p:nvSpPr>
          <p:spPr>
            <a:xfrm rot="8716661">
              <a:off x="298563" y="-5475"/>
              <a:ext cx="260822" cy="180181"/>
            </a:xfrm>
            <a:custGeom>
              <a:rect b="b" l="l" r="r" t="t"/>
              <a:pathLst>
                <a:path extrusionOk="0" h="180054" w="260639">
                  <a:moveTo>
                    <a:pt x="111638" y="180054"/>
                  </a:moveTo>
                  <a:lnTo>
                    <a:pt x="51490" y="138362"/>
                  </a:ln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2" y="1425"/>
                  </a:lnTo>
                  <a:lnTo>
                    <a:pt x="104802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3" name="Google Shape;3563;p43"/>
            <p:cNvSpPr/>
            <p:nvPr/>
          </p:nvSpPr>
          <p:spPr>
            <a:xfrm rot="8716661">
              <a:off x="276874" y="-12836"/>
              <a:ext cx="36297" cy="28002"/>
            </a:xfrm>
            <a:custGeom>
              <a:rect b="b" l="l" r="r" t="t"/>
              <a:pathLst>
                <a:path extrusionOk="0" h="27982" w="36272">
                  <a:moveTo>
                    <a:pt x="36272" y="27982"/>
                  </a:moveTo>
                  <a:lnTo>
                    <a:pt x="0" y="2840"/>
                  </a:lnTo>
                  <a:lnTo>
                    <a:pt x="9543" y="0"/>
                  </a:lnTo>
                  <a:cubicBezTo>
                    <a:pt x="20479" y="0"/>
                    <a:pt x="27542" y="4784"/>
                    <a:pt x="31871" y="11392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4" name="Google Shape;3564;p43"/>
            <p:cNvSpPr/>
            <p:nvPr/>
          </p:nvSpPr>
          <p:spPr>
            <a:xfrm rot="8716661">
              <a:off x="74592" y="-9693"/>
              <a:ext cx="58109" cy="54810"/>
            </a:xfrm>
            <a:custGeom>
              <a:rect b="b" l="l" r="r" t="t"/>
              <a:pathLst>
                <a:path extrusionOk="0" h="54772" w="58068">
                  <a:moveTo>
                    <a:pt x="37436" y="54772"/>
                  </a:moveTo>
                  <a:lnTo>
                    <a:pt x="0" y="28823"/>
                  </a:lnTo>
                  <a:lnTo>
                    <a:pt x="8515" y="8658"/>
                  </a:lnTo>
                  <a:cubicBezTo>
                    <a:pt x="13983" y="3190"/>
                    <a:pt x="21273" y="0"/>
                    <a:pt x="29020" y="0"/>
                  </a:cubicBezTo>
                  <a:cubicBezTo>
                    <a:pt x="36766" y="0"/>
                    <a:pt x="44057" y="3190"/>
                    <a:pt x="49525" y="8658"/>
                  </a:cubicBezTo>
                  <a:cubicBezTo>
                    <a:pt x="60916" y="19594"/>
                    <a:pt x="60916" y="38276"/>
                    <a:pt x="49525" y="49668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5" name="Google Shape;3565;p43"/>
            <p:cNvSpPr/>
            <p:nvPr/>
          </p:nvSpPr>
          <p:spPr>
            <a:xfrm rot="8716661">
              <a:off x="13779" y="-10415"/>
              <a:ext cx="30048" cy="20829"/>
            </a:xfrm>
            <a:custGeom>
              <a:rect b="b" l="l" r="r" t="t"/>
              <a:pathLst>
                <a:path extrusionOk="0" h="20814" w="30027">
                  <a:moveTo>
                    <a:pt x="30027" y="20814"/>
                  </a:moveTo>
                  <a:lnTo>
                    <a:pt x="0" y="0"/>
                  </a:lnTo>
                  <a:lnTo>
                    <a:pt x="30027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6" name="Google Shape;3566;p43"/>
            <p:cNvSpPr/>
            <p:nvPr/>
          </p:nvSpPr>
          <p:spPr>
            <a:xfrm rot="8713740">
              <a:off x="168184" y="3060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7" name="Google Shape;3567;p43"/>
            <p:cNvSpPr/>
            <p:nvPr/>
          </p:nvSpPr>
          <p:spPr>
            <a:xfrm rot="7480670">
              <a:off x="562275" y="-2828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8" name="Google Shape;3568;p43"/>
            <p:cNvSpPr/>
            <p:nvPr/>
          </p:nvSpPr>
          <p:spPr>
            <a:xfrm rot="-8513943">
              <a:off x="766937" y="-3050"/>
              <a:ext cx="149797" cy="301287"/>
            </a:xfrm>
            <a:custGeom>
              <a:rect b="b" l="l" r="r" t="t"/>
              <a:pathLst>
                <a:path extrusionOk="0" h="301067" w="149688">
                  <a:moveTo>
                    <a:pt x="149688" y="279622"/>
                  </a:moveTo>
                  <a:lnTo>
                    <a:pt x="122393" y="301067"/>
                  </a:lnTo>
                  <a:lnTo>
                    <a:pt x="0" y="114672"/>
                  </a:ln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2836" y="184850"/>
                    <a:pt x="77802" y="216302"/>
                    <a:pt x="87734" y="245547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9" name="Google Shape;3569;p43"/>
            <p:cNvSpPr/>
            <p:nvPr/>
          </p:nvSpPr>
          <p:spPr>
            <a:xfrm rot="8713740">
              <a:off x="212331" y="304532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0" name="Google Shape;3570;p43"/>
            <p:cNvSpPr/>
            <p:nvPr/>
          </p:nvSpPr>
          <p:spPr>
            <a:xfrm rot="8713740">
              <a:off x="301876" y="307458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1" name="Google Shape;3571;p43"/>
            <p:cNvSpPr/>
            <p:nvPr/>
          </p:nvSpPr>
          <p:spPr>
            <a:xfrm rot="8713740">
              <a:off x="256928" y="2988160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2" name="Google Shape;3572;p43"/>
            <p:cNvSpPr/>
            <p:nvPr/>
          </p:nvSpPr>
          <p:spPr>
            <a:xfrm rot="8713740">
              <a:off x="99980" y="313364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3" name="Google Shape;3573;p43"/>
            <p:cNvSpPr/>
            <p:nvPr/>
          </p:nvSpPr>
          <p:spPr>
            <a:xfrm rot="8719330">
              <a:off x="-24805" y="292486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4" name="Google Shape;3574;p43"/>
            <p:cNvSpPr/>
            <p:nvPr/>
          </p:nvSpPr>
          <p:spPr>
            <a:xfrm rot="8716661">
              <a:off x="51717" y="2754396"/>
              <a:ext cx="189621" cy="351076"/>
            </a:xfrm>
            <a:custGeom>
              <a:rect b="b" l="l" r="r" t="t"/>
              <a:pathLst>
                <a:path extrusionOk="0" h="350829" w="189488">
                  <a:moveTo>
                    <a:pt x="25299" y="321238"/>
                  </a:moveTo>
                  <a:cubicBezTo>
                    <a:pt x="5295" y="301823"/>
                    <a:pt x="0" y="268286"/>
                    <a:pt x="0" y="220042"/>
                  </a:cubicBez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8" y="300646"/>
                  </a:cubicBezTo>
                  <a:lnTo>
                    <a:pt x="189488" y="296141"/>
                  </a:lnTo>
                  <a:lnTo>
                    <a:pt x="160617" y="337791"/>
                  </a:lnTo>
                  <a:lnTo>
                    <a:pt x="97666" y="350655"/>
                  </a:lnTo>
                  <a:cubicBezTo>
                    <a:pt x="70602" y="352420"/>
                    <a:pt x="44126" y="340653"/>
                    <a:pt x="25299" y="321238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5" name="Google Shape;3575;p43"/>
            <p:cNvSpPr/>
            <p:nvPr/>
          </p:nvSpPr>
          <p:spPr>
            <a:xfrm rot="8713740">
              <a:off x="190221" y="3174802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6" name="Google Shape;3576;p43"/>
            <p:cNvSpPr/>
            <p:nvPr/>
          </p:nvSpPr>
          <p:spPr>
            <a:xfrm rot="8716661">
              <a:off x="502484" y="2801999"/>
              <a:ext cx="117671" cy="232551"/>
            </a:xfrm>
            <a:custGeom>
              <a:rect b="b" l="l" r="r" t="t"/>
              <a:pathLst>
                <a:path extrusionOk="0" h="232388" w="117588">
                  <a:moveTo>
                    <a:pt x="56529" y="232388"/>
                  </a:moveTo>
                  <a:lnTo>
                    <a:pt x="56529" y="69717"/>
                  </a:lnTo>
                  <a:cubicBezTo>
                    <a:pt x="56529" y="68349"/>
                    <a:pt x="56529" y="66983"/>
                    <a:pt x="56529" y="65615"/>
                  </a:cubicBezTo>
                  <a:cubicBezTo>
                    <a:pt x="55163" y="55591"/>
                    <a:pt x="46049" y="48756"/>
                    <a:pt x="36025" y="50123"/>
                  </a:cubicBezTo>
                  <a:lnTo>
                    <a:pt x="0" y="50123"/>
                  </a:lnTo>
                  <a:lnTo>
                    <a:pt x="41458" y="0"/>
                  </a:lnTo>
                  <a:lnTo>
                    <a:pt x="60630" y="0"/>
                  </a:lnTo>
                  <a:cubicBezTo>
                    <a:pt x="97539" y="0"/>
                    <a:pt x="117588" y="15948"/>
                    <a:pt x="117588" y="50123"/>
                  </a:cubicBezTo>
                  <a:lnTo>
                    <a:pt x="117588" y="208238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7" name="Google Shape;3577;p43"/>
            <p:cNvSpPr/>
            <p:nvPr/>
          </p:nvSpPr>
          <p:spPr>
            <a:xfrm rot="8713740">
              <a:off x="389079" y="288348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8" name="Google Shape;3578;p43"/>
            <p:cNvSpPr/>
            <p:nvPr/>
          </p:nvSpPr>
          <p:spPr>
            <a:xfrm rot="8719330">
              <a:off x="264295" y="267471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9" name="Google Shape;3579;p43"/>
            <p:cNvSpPr/>
            <p:nvPr/>
          </p:nvSpPr>
          <p:spPr>
            <a:xfrm rot="8713740">
              <a:off x="479321" y="2924651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0" name="Google Shape;3580;p43"/>
            <p:cNvSpPr/>
            <p:nvPr/>
          </p:nvSpPr>
          <p:spPr>
            <a:xfrm rot="8718291">
              <a:off x="237926" y="2774841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1" name="Google Shape;3581;p43"/>
            <p:cNvSpPr/>
            <p:nvPr/>
          </p:nvSpPr>
          <p:spPr>
            <a:xfrm rot="7483339">
              <a:off x="609959" y="3142818"/>
              <a:ext cx="20896" cy="31023"/>
            </a:xfrm>
            <a:custGeom>
              <a:rect b="b" l="l" r="r" t="t"/>
              <a:pathLst>
                <a:path extrusionOk="0" h="31001" w="20881">
                  <a:moveTo>
                    <a:pt x="10218" y="31001"/>
                  </a:moveTo>
                  <a:lnTo>
                    <a:pt x="0" y="11992"/>
                  </a:lnTo>
                  <a:lnTo>
                    <a:pt x="20881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2" name="Google Shape;3582;p43"/>
            <p:cNvSpPr/>
            <p:nvPr/>
          </p:nvSpPr>
          <p:spPr>
            <a:xfrm rot="8713740">
              <a:off x="579542" y="281727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3" name="Google Shape;3583;p43"/>
            <p:cNvSpPr/>
            <p:nvPr/>
          </p:nvSpPr>
          <p:spPr>
            <a:xfrm rot="8716661">
              <a:off x="437890" y="3716095"/>
              <a:ext cx="102751" cy="232551"/>
            </a:xfrm>
            <a:custGeom>
              <a:rect b="b" l="l" r="r" t="t"/>
              <a:pathLst>
                <a:path extrusionOk="0" h="232388" w="102679">
                  <a:moveTo>
                    <a:pt x="41620" y="232388"/>
                  </a:moveTo>
                  <a:lnTo>
                    <a:pt x="41620" y="69717"/>
                  </a:lnTo>
                  <a:cubicBezTo>
                    <a:pt x="41620" y="68349"/>
                    <a:pt x="41620" y="66983"/>
                    <a:pt x="41620" y="65615"/>
                  </a:cubicBezTo>
                  <a:cubicBezTo>
                    <a:pt x="40254" y="55591"/>
                    <a:pt x="31140" y="48756"/>
                    <a:pt x="21116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45721" y="0"/>
                  </a:lnTo>
                  <a:cubicBezTo>
                    <a:pt x="82630" y="0"/>
                    <a:pt x="102679" y="15948"/>
                    <a:pt x="102679" y="50123"/>
                  </a:cubicBezTo>
                  <a:lnTo>
                    <a:pt x="102679" y="208238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4" name="Google Shape;3584;p43"/>
            <p:cNvSpPr/>
            <p:nvPr/>
          </p:nvSpPr>
          <p:spPr>
            <a:xfrm rot="8716661">
              <a:off x="482592" y="3669905"/>
              <a:ext cx="154672" cy="124985"/>
            </a:xfrm>
            <a:custGeom>
              <a:rect b="b" l="l" r="r" t="t"/>
              <a:pathLst>
                <a:path extrusionOk="0" h="124897" w="154563">
                  <a:moveTo>
                    <a:pt x="0" y="124897"/>
                  </a:moveTo>
                  <a:lnTo>
                    <a:pt x="95474" y="9467"/>
                  </a:lnTo>
                  <a:lnTo>
                    <a:pt x="96067" y="9000"/>
                  </a:lnTo>
                  <a:cubicBezTo>
                    <a:pt x="105351" y="4215"/>
                    <a:pt x="115604" y="1139"/>
                    <a:pt x="126312" y="0"/>
                  </a:cubicBezTo>
                  <a:cubicBezTo>
                    <a:pt x="148184" y="0"/>
                    <a:pt x="154563" y="19138"/>
                    <a:pt x="154563" y="33719"/>
                  </a:cubicBezTo>
                  <a:cubicBezTo>
                    <a:pt x="153196" y="49668"/>
                    <a:pt x="142715" y="62882"/>
                    <a:pt x="128135" y="69261"/>
                  </a:cubicBezTo>
                  <a:lnTo>
                    <a:pt x="128590" y="69261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5" name="Google Shape;3585;p43"/>
            <p:cNvSpPr/>
            <p:nvPr/>
          </p:nvSpPr>
          <p:spPr>
            <a:xfrm rot="8713740">
              <a:off x="323147" y="379334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6" name="Google Shape;3586;p43"/>
            <p:cNvSpPr/>
            <p:nvPr/>
          </p:nvSpPr>
          <p:spPr>
            <a:xfrm rot="8719330">
              <a:off x="198362" y="358456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7" name="Google Shape;3587;p43"/>
            <p:cNvSpPr/>
            <p:nvPr/>
          </p:nvSpPr>
          <p:spPr>
            <a:xfrm rot="8713013">
              <a:off x="185931" y="3445941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8" name="Google Shape;3588;p43"/>
            <p:cNvSpPr/>
            <p:nvPr/>
          </p:nvSpPr>
          <p:spPr>
            <a:xfrm rot="8716661">
              <a:off x="410114" y="3834585"/>
              <a:ext cx="103508" cy="219328"/>
            </a:xfrm>
            <a:custGeom>
              <a:rect b="b" l="l" r="r" t="t"/>
              <a:pathLst>
                <a:path extrusionOk="0" h="219174" w="103435">
                  <a:moveTo>
                    <a:pt x="103435" y="219174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16028"/>
                  </a:lnTo>
                  <a:lnTo>
                    <a:pt x="11583" y="2023"/>
                  </a:lnTo>
                  <a:lnTo>
                    <a:pt x="103435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9" name="Google Shape;3589;p43"/>
            <p:cNvSpPr/>
            <p:nvPr/>
          </p:nvSpPr>
          <p:spPr>
            <a:xfrm rot="8716661">
              <a:off x="487320" y="3349262"/>
              <a:ext cx="151268" cy="196011"/>
            </a:xfrm>
            <a:custGeom>
              <a:rect b="b" l="l" r="r" t="t"/>
              <a:pathLst>
                <a:path extrusionOk="0" h="195873" w="151162">
                  <a:moveTo>
                    <a:pt x="38025" y="195873"/>
                  </a:moveTo>
                  <a:lnTo>
                    <a:pt x="0" y="125130"/>
                  </a:lnTo>
                  <a:lnTo>
                    <a:pt x="103497" y="0"/>
                  </a:lnTo>
                  <a:lnTo>
                    <a:pt x="151162" y="0"/>
                  </a:lnTo>
                  <a:lnTo>
                    <a:pt x="151162" y="55323"/>
                  </a:lnTo>
                  <a:lnTo>
                    <a:pt x="86370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0" name="Google Shape;3590;p43"/>
            <p:cNvSpPr/>
            <p:nvPr/>
          </p:nvSpPr>
          <p:spPr>
            <a:xfrm rot="8718291">
              <a:off x="461093" y="3434540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1" name="Google Shape;3591;p43"/>
            <p:cNvSpPr/>
            <p:nvPr/>
          </p:nvSpPr>
          <p:spPr>
            <a:xfrm rot="8716661">
              <a:off x="417206" y="4258812"/>
              <a:ext cx="147741" cy="196012"/>
            </a:xfrm>
            <a:custGeom>
              <a:rect b="b" l="l" r="r" t="t"/>
              <a:pathLst>
                <a:path extrusionOk="0" h="195874" w="147637">
                  <a:moveTo>
                    <a:pt x="34500" y="195874"/>
                  </a:moveTo>
                  <a:lnTo>
                    <a:pt x="0" y="131688"/>
                  </a:lnTo>
                  <a:lnTo>
                    <a:pt x="108921" y="0"/>
                  </a:lnTo>
                  <a:lnTo>
                    <a:pt x="147637" y="0"/>
                  </a:lnTo>
                  <a:lnTo>
                    <a:pt x="147637" y="55323"/>
                  </a:lnTo>
                  <a:lnTo>
                    <a:pt x="8284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2" name="Google Shape;3592;p43"/>
            <p:cNvSpPr/>
            <p:nvPr/>
          </p:nvSpPr>
          <p:spPr>
            <a:xfrm rot="8716661">
              <a:off x="330649" y="4134881"/>
              <a:ext cx="254792" cy="91221"/>
            </a:xfrm>
            <a:custGeom>
              <a:rect b="b" l="l" r="r" t="t"/>
              <a:pathLst>
                <a:path extrusionOk="0" h="91157" w="254613">
                  <a:moveTo>
                    <a:pt x="0" y="68911"/>
                  </a:moveTo>
                  <a:lnTo>
                    <a:pt x="56997" y="0"/>
                  </a:lnTo>
                  <a:lnTo>
                    <a:pt x="57517" y="2143"/>
                  </a:lnTo>
                  <a:cubicBezTo>
                    <a:pt x="66931" y="28030"/>
                    <a:pt x="91053" y="40974"/>
                    <a:pt x="128118" y="40974"/>
                  </a:cubicBezTo>
                  <a:cubicBezTo>
                    <a:pt x="146357" y="40385"/>
                    <a:pt x="164008" y="36855"/>
                    <a:pt x="181070" y="31560"/>
                  </a:cubicBezTo>
                  <a:cubicBezTo>
                    <a:pt x="205780" y="23912"/>
                    <a:pt x="229903" y="13910"/>
                    <a:pt x="253437" y="2143"/>
                  </a:cubicBezTo>
                  <a:cubicBezTo>
                    <a:pt x="254025" y="4496"/>
                    <a:pt x="254613" y="7438"/>
                    <a:pt x="254613" y="9791"/>
                  </a:cubicBezTo>
                  <a:lnTo>
                    <a:pt x="254613" y="15674"/>
                  </a:lnTo>
                  <a:cubicBezTo>
                    <a:pt x="192249" y="69215"/>
                    <a:pt x="110468" y="88042"/>
                    <a:pt x="61636" y="90983"/>
                  </a:cubicBezTo>
                  <a:cubicBezTo>
                    <a:pt x="48104" y="91866"/>
                    <a:pt x="34719" y="89365"/>
                    <a:pt x="22363" y="84217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3" name="Google Shape;3593;p43"/>
            <p:cNvSpPr/>
            <p:nvPr/>
          </p:nvSpPr>
          <p:spPr>
            <a:xfrm rot="8716661">
              <a:off x="-3556" y="2405872"/>
              <a:ext cx="142267" cy="208739"/>
            </a:xfrm>
            <a:custGeom>
              <a:rect b="b" l="l" r="r" t="t"/>
              <a:pathLst>
                <a:path extrusionOk="0" h="208592" w="142167">
                  <a:moveTo>
                    <a:pt x="81108" y="208592"/>
                  </a:moveTo>
                  <a:lnTo>
                    <a:pt x="81108" y="69717"/>
                  </a:lnTo>
                  <a:cubicBezTo>
                    <a:pt x="81108" y="68350"/>
                    <a:pt x="81108" y="66983"/>
                    <a:pt x="81108" y="65615"/>
                  </a:cubicBezTo>
                  <a:cubicBezTo>
                    <a:pt x="79742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10" y="0"/>
                  </a:lnTo>
                  <a:cubicBezTo>
                    <a:pt x="122118" y="0"/>
                    <a:pt x="142167" y="15948"/>
                    <a:pt x="142167" y="50123"/>
                  </a:cubicBezTo>
                  <a:lnTo>
                    <a:pt x="142167" y="120504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4" name="Google Shape;3594;p43"/>
            <p:cNvSpPr/>
            <p:nvPr/>
          </p:nvSpPr>
          <p:spPr>
            <a:xfrm rot="8713740">
              <a:off x="80358" y="241361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5" name="Google Shape;3595;p43"/>
            <p:cNvSpPr/>
            <p:nvPr/>
          </p:nvSpPr>
          <p:spPr>
            <a:xfrm rot="8713740">
              <a:off x="35410" y="232718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6" name="Google Shape;3596;p43"/>
            <p:cNvSpPr/>
            <p:nvPr/>
          </p:nvSpPr>
          <p:spPr>
            <a:xfrm rot="8716661">
              <a:off x="-20338" y="2216978"/>
              <a:ext cx="78786" cy="180792"/>
            </a:xfrm>
            <a:custGeom>
              <a:rect b="b" l="l" r="r" t="t"/>
              <a:pathLst>
                <a:path extrusionOk="0" h="180665" w="78731">
                  <a:moveTo>
                    <a:pt x="0" y="180665"/>
                  </a:moveTo>
                  <a:lnTo>
                    <a:pt x="0" y="40596"/>
                  </a:lnTo>
                  <a:lnTo>
                    <a:pt x="78250" y="0"/>
                  </a:lnTo>
                  <a:lnTo>
                    <a:pt x="78731" y="6708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7" name="Google Shape;3597;p43"/>
            <p:cNvSpPr/>
            <p:nvPr/>
          </p:nvSpPr>
          <p:spPr>
            <a:xfrm rot="8716661">
              <a:off x="-15434" y="2575123"/>
              <a:ext cx="103508" cy="152134"/>
            </a:xfrm>
            <a:custGeom>
              <a:rect b="b" l="l" r="r" t="t"/>
              <a:pathLst>
                <a:path extrusionOk="0" h="152027" w="103435">
                  <a:moveTo>
                    <a:pt x="43288" y="152027"/>
                  </a:move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65255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8" name="Google Shape;3598;p43"/>
            <p:cNvSpPr/>
            <p:nvPr/>
          </p:nvSpPr>
          <p:spPr>
            <a:xfrm rot="8713740">
              <a:off x="279912" y="213419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9" name="Google Shape;3599;p43"/>
            <p:cNvSpPr/>
            <p:nvPr/>
          </p:nvSpPr>
          <p:spPr>
            <a:xfrm rot="8713740">
              <a:off x="369457" y="216345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0" name="Google Shape;3600;p43"/>
            <p:cNvSpPr/>
            <p:nvPr/>
          </p:nvSpPr>
          <p:spPr>
            <a:xfrm rot="8713740">
              <a:off x="167561" y="22225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1" name="Google Shape;3601;p43"/>
            <p:cNvSpPr/>
            <p:nvPr/>
          </p:nvSpPr>
          <p:spPr>
            <a:xfrm rot="8719330">
              <a:off x="42777" y="201373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2" name="Google Shape;3602;p43"/>
            <p:cNvSpPr/>
            <p:nvPr/>
          </p:nvSpPr>
          <p:spPr>
            <a:xfrm rot="8713740">
              <a:off x="257803" y="226367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3" name="Google Shape;3603;p43"/>
            <p:cNvSpPr/>
            <p:nvPr/>
          </p:nvSpPr>
          <p:spPr>
            <a:xfrm rot="8718291">
              <a:off x="16408" y="211386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4" name="Google Shape;3604;p43"/>
            <p:cNvSpPr/>
            <p:nvPr/>
          </p:nvSpPr>
          <p:spPr>
            <a:xfrm rot="7480670">
              <a:off x="362794" y="245493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5" name="Google Shape;3605;p43"/>
            <p:cNvSpPr/>
            <p:nvPr/>
          </p:nvSpPr>
          <p:spPr>
            <a:xfrm rot="-8513943">
              <a:off x="463130" y="2426139"/>
              <a:ext cx="272783" cy="319297"/>
            </a:xfrm>
            <a:custGeom>
              <a:rect b="b" l="l" r="r" t="t"/>
              <a:pathLst>
                <a:path extrusionOk="0" h="319064" w="272584">
                  <a:moveTo>
                    <a:pt x="80445" y="215518"/>
                  </a:moveTo>
                  <a:lnTo>
                    <a:pt x="0" y="93007"/>
                  </a:ln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3664" y="169400"/>
                    <a:pt x="74492" y="184988"/>
                    <a:pt x="76768" y="200369"/>
                  </a:cubicBezTo>
                  <a:close/>
                  <a:moveTo>
                    <a:pt x="272584" y="258238"/>
                  </a:moveTo>
                  <a:cubicBezTo>
                    <a:pt x="243339" y="283344"/>
                    <a:pt x="209542" y="300312"/>
                    <a:pt x="177331" y="311347"/>
                  </a:cubicBezTo>
                  <a:lnTo>
                    <a:pt x="148437" y="319064"/>
                  </a:lnTo>
                  <a:lnTo>
                    <a:pt x="119231" y="274585"/>
                  </a:lnTo>
                  <a:lnTo>
                    <a:pt x="153949" y="281965"/>
                  </a:lnTo>
                  <a:cubicBezTo>
                    <a:pt x="171055" y="281413"/>
                    <a:pt x="187609" y="278102"/>
                    <a:pt x="203610" y="273136"/>
                  </a:cubicBezTo>
                  <a:cubicBezTo>
                    <a:pt x="226785" y="265963"/>
                    <a:pt x="249409" y="256583"/>
                    <a:pt x="271481" y="245547"/>
                  </a:cubicBezTo>
                  <a:cubicBezTo>
                    <a:pt x="272032" y="247754"/>
                    <a:pt x="272584" y="250513"/>
                    <a:pt x="272584" y="25272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6" name="Google Shape;3606;p43"/>
            <p:cNvSpPr/>
            <p:nvPr/>
          </p:nvSpPr>
          <p:spPr>
            <a:xfrm rot="8716661">
              <a:off x="675834" y="2357302"/>
              <a:ext cx="38039" cy="45784"/>
            </a:xfrm>
            <a:custGeom>
              <a:rect b="b" l="l" r="r" t="t"/>
              <a:pathLst>
                <a:path extrusionOk="0" h="45752" w="38012">
                  <a:moveTo>
                    <a:pt x="0" y="45752"/>
                  </a:moveTo>
                  <a:lnTo>
                    <a:pt x="37842" y="0"/>
                  </a:lnTo>
                  <a:lnTo>
                    <a:pt x="38012" y="641"/>
                  </a:lnTo>
                  <a:cubicBezTo>
                    <a:pt x="36400" y="19451"/>
                    <a:pt x="24039" y="35036"/>
                    <a:pt x="6841" y="42560"/>
                  </a:cubicBezTo>
                  <a:lnTo>
                    <a:pt x="7378" y="4256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7" name="Google Shape;3607;p43"/>
            <p:cNvSpPr/>
            <p:nvPr/>
          </p:nvSpPr>
          <p:spPr>
            <a:xfrm rot="8714346">
              <a:off x="601333" y="212612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8" name="Google Shape;3608;p43"/>
            <p:cNvSpPr/>
            <p:nvPr/>
          </p:nvSpPr>
          <p:spPr>
            <a:xfrm rot="8713740">
              <a:off x="358024" y="215629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9" name="Google Shape;3609;p43"/>
            <p:cNvSpPr/>
            <p:nvPr/>
          </p:nvSpPr>
          <p:spPr>
            <a:xfrm rot="8714346">
              <a:off x="535539" y="199710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0" name="Google Shape;3610;p43"/>
            <p:cNvSpPr/>
            <p:nvPr/>
          </p:nvSpPr>
          <p:spPr>
            <a:xfrm rot="8716661">
              <a:off x="-76209" y="1768065"/>
              <a:ext cx="197317" cy="215200"/>
            </a:xfrm>
            <a:custGeom>
              <a:rect b="b" l="l" r="r" t="t"/>
              <a:pathLst>
                <a:path extrusionOk="0" h="215049" w="197178">
                  <a:moveTo>
                    <a:pt x="51490" y="215049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4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lnTo>
                    <a:pt x="197178" y="4872"/>
                  </a:lnTo>
                  <a:lnTo>
                    <a:pt x="170795" y="42934"/>
                  </a:lnTo>
                  <a:lnTo>
                    <a:pt x="164950" y="40156"/>
                  </a:ln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128277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1" name="Google Shape;3611;p43"/>
            <p:cNvSpPr/>
            <p:nvPr/>
          </p:nvSpPr>
          <p:spPr>
            <a:xfrm rot="8713740">
              <a:off x="56745" y="147449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2" name="Google Shape;3612;p43"/>
            <p:cNvSpPr/>
            <p:nvPr/>
          </p:nvSpPr>
          <p:spPr>
            <a:xfrm rot="8713740">
              <a:off x="146290" y="150376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3" name="Google Shape;3613;p43"/>
            <p:cNvSpPr/>
            <p:nvPr/>
          </p:nvSpPr>
          <p:spPr>
            <a:xfrm rot="8716661">
              <a:off x="-21925" y="1443475"/>
              <a:ext cx="68662" cy="55362"/>
            </a:xfrm>
            <a:custGeom>
              <a:rect b="b" l="l" r="r" t="t"/>
              <a:pathLst>
                <a:path extrusionOk="0" h="55323" w="68614">
                  <a:moveTo>
                    <a:pt x="0" y="55323"/>
                  </a:moveTo>
                  <a:lnTo>
                    <a:pt x="0" y="0"/>
                  </a:lnTo>
                  <a:lnTo>
                    <a:pt x="68614" y="0"/>
                  </a:lnTo>
                  <a:lnTo>
                    <a:pt x="30266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4" name="Google Shape;3614;p43"/>
            <p:cNvSpPr/>
            <p:nvPr/>
          </p:nvSpPr>
          <p:spPr>
            <a:xfrm rot="8716661">
              <a:off x="35716" y="1617988"/>
              <a:ext cx="103508" cy="204040"/>
            </a:xfrm>
            <a:custGeom>
              <a:rect b="b" l="l" r="r" t="t"/>
              <a:pathLst>
                <a:path extrusionOk="0" h="203897" w="103435">
                  <a:moveTo>
                    <a:pt x="87556" y="203897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18098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5" name="Google Shape;3615;p43"/>
            <p:cNvSpPr/>
            <p:nvPr/>
          </p:nvSpPr>
          <p:spPr>
            <a:xfrm rot="7480670">
              <a:off x="139627" y="179523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6" name="Google Shape;3616;p43"/>
            <p:cNvSpPr/>
            <p:nvPr/>
          </p:nvSpPr>
          <p:spPr>
            <a:xfrm rot="-8510566">
              <a:off x="244413" y="1762011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7" name="Google Shape;3617;p43"/>
            <p:cNvSpPr/>
            <p:nvPr/>
          </p:nvSpPr>
          <p:spPr>
            <a:xfrm rot="8706722">
              <a:off x="429996" y="157034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8" name="Google Shape;3618;p43"/>
            <p:cNvSpPr/>
            <p:nvPr/>
          </p:nvSpPr>
          <p:spPr>
            <a:xfrm rot="8714346">
              <a:off x="378166" y="146642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9" name="Google Shape;3619;p43"/>
            <p:cNvSpPr/>
            <p:nvPr/>
          </p:nvSpPr>
          <p:spPr>
            <a:xfrm rot="8713740">
              <a:off x="134857" y="149660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0" name="Google Shape;3620;p43"/>
            <p:cNvSpPr/>
            <p:nvPr/>
          </p:nvSpPr>
          <p:spPr>
            <a:xfrm rot="8714346">
              <a:off x="312372" y="133740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1" name="Google Shape;3621;p43"/>
            <p:cNvSpPr/>
            <p:nvPr/>
          </p:nvSpPr>
          <p:spPr>
            <a:xfrm rot="8716661">
              <a:off x="-17832" y="949172"/>
              <a:ext cx="39554" cy="50158"/>
            </a:xfrm>
            <a:custGeom>
              <a:rect b="b" l="l" r="r" t="t"/>
              <a:pathLst>
                <a:path extrusionOk="0" h="50123" w="39526">
                  <a:moveTo>
                    <a:pt x="0" y="50123"/>
                  </a:moveTo>
                  <a:lnTo>
                    <a:pt x="0" y="0"/>
                  </a:lnTo>
                  <a:lnTo>
                    <a:pt x="39526" y="0"/>
                  </a:lnTo>
                  <a:lnTo>
                    <a:pt x="4782" y="501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2" name="Google Shape;3622;p43"/>
            <p:cNvSpPr/>
            <p:nvPr/>
          </p:nvSpPr>
          <p:spPr>
            <a:xfrm rot="8716661">
              <a:off x="-65203" y="834596"/>
              <a:ext cx="249825" cy="254953"/>
            </a:xfrm>
            <a:custGeom>
              <a:rect b="b" l="l" r="r" t="t"/>
              <a:pathLst>
                <a:path extrusionOk="0" h="254774" w="249650">
                  <a:moveTo>
                    <a:pt x="51490" y="254774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08922" y="-398"/>
                    <a:pt x="227718" y="7576"/>
                    <a:pt x="240647" y="22727"/>
                  </a:cubicBezTo>
                  <a:lnTo>
                    <a:pt x="249650" y="52327"/>
                  </a:lnTo>
                  <a:lnTo>
                    <a:pt x="218795" y="96841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213764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3" name="Google Shape;3623;p43"/>
            <p:cNvSpPr/>
            <p:nvPr/>
          </p:nvSpPr>
          <p:spPr>
            <a:xfrm rot="7483339">
              <a:off x="-63459" y="1172502"/>
              <a:ext cx="203991" cy="146498"/>
            </a:xfrm>
            <a:custGeom>
              <a:rect b="b" l="l" r="r" t="t"/>
              <a:pathLst>
                <a:path extrusionOk="0" h="146395" w="203848">
                  <a:moveTo>
                    <a:pt x="0" y="55323"/>
                  </a:moveTo>
                  <a:lnTo>
                    <a:pt x="0" y="0"/>
                  </a:lnTo>
                  <a:lnTo>
                    <a:pt x="203848" y="0"/>
                  </a:lnTo>
                  <a:lnTo>
                    <a:pt x="203847" y="49512"/>
                  </a:lnTo>
                  <a:lnTo>
                    <a:pt x="195466" y="55323"/>
                  </a:lnTo>
                  <a:lnTo>
                    <a:pt x="139055" y="55323"/>
                  </a:lnTo>
                  <a:lnTo>
                    <a:pt x="121388" y="106685"/>
                  </a:lnTo>
                  <a:lnTo>
                    <a:pt x="64115" y="146395"/>
                  </a:lnTo>
                  <a:lnTo>
                    <a:pt x="47847" y="116129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4" name="Google Shape;3624;p43"/>
            <p:cNvSpPr/>
            <p:nvPr/>
          </p:nvSpPr>
          <p:spPr>
            <a:xfrm rot="-8510566">
              <a:off x="25474" y="1099953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5" name="Google Shape;3625;p43"/>
            <p:cNvSpPr/>
            <p:nvPr/>
          </p:nvSpPr>
          <p:spPr>
            <a:xfrm rot="8706722">
              <a:off x="211057" y="908283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6" name="Google Shape;3626;p43"/>
            <p:cNvSpPr/>
            <p:nvPr/>
          </p:nvSpPr>
          <p:spPr>
            <a:xfrm rot="8714346">
              <a:off x="159227" y="804371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7" name="Google Shape;3627;p43"/>
            <p:cNvSpPr/>
            <p:nvPr/>
          </p:nvSpPr>
          <p:spPr>
            <a:xfrm rot="8714346">
              <a:off x="93433" y="675350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8" name="Google Shape;3628;p43"/>
            <p:cNvSpPr/>
            <p:nvPr/>
          </p:nvSpPr>
          <p:spPr>
            <a:xfrm rot="8716661">
              <a:off x="-7014" y="316690"/>
              <a:ext cx="14011" cy="20212"/>
            </a:xfrm>
            <a:custGeom>
              <a:rect b="b" l="l" r="r" t="t"/>
              <a:pathLst>
                <a:path extrusionOk="0" h="20198" w="14001">
                  <a:moveTo>
                    <a:pt x="0" y="20198"/>
                  </a:moveTo>
                  <a:lnTo>
                    <a:pt x="0" y="0"/>
                  </a:lnTo>
                  <a:lnTo>
                    <a:pt x="14001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9" name="Google Shape;3629;p43"/>
            <p:cNvSpPr/>
            <p:nvPr/>
          </p:nvSpPr>
          <p:spPr>
            <a:xfrm rot="-8513943">
              <a:off x="-81861" y="472453"/>
              <a:ext cx="173758" cy="237858"/>
            </a:xfrm>
            <a:custGeom>
              <a:rect b="b" l="l" r="r" t="t"/>
              <a:pathLst>
                <a:path extrusionOk="0" h="237684" w="173631">
                  <a:moveTo>
                    <a:pt x="173631" y="220990"/>
                  </a:moveTo>
                  <a:lnTo>
                    <a:pt x="130972" y="232382"/>
                  </a:lnTo>
                  <a:cubicBezTo>
                    <a:pt x="116428" y="235210"/>
                    <a:pt x="103047" y="236831"/>
                    <a:pt x="91597" y="237521"/>
                  </a:cubicBezTo>
                  <a:cubicBezTo>
                    <a:pt x="66215" y="239176"/>
                    <a:pt x="41384" y="228141"/>
                    <a:pt x="23727" y="209931"/>
                  </a:cubicBezTo>
                  <a:cubicBezTo>
                    <a:pt x="4966" y="191722"/>
                    <a:pt x="0" y="160270"/>
                    <a:pt x="0" y="115023"/>
                  </a:cubicBezTo>
                  <a:lnTo>
                    <a:pt x="0" y="0"/>
                  </a:lnTo>
                  <a:lnTo>
                    <a:pt x="76176" y="96953"/>
                  </a:lnTo>
                  <a:lnTo>
                    <a:pt x="76768" y="109023"/>
                  </a:lnTo>
                  <a:cubicBezTo>
                    <a:pt x="79044" y="124404"/>
                    <a:pt x="82768" y="139578"/>
                    <a:pt x="87734" y="154201"/>
                  </a:cubicBezTo>
                  <a:cubicBezTo>
                    <a:pt x="92149" y="166340"/>
                    <a:pt x="100012" y="175445"/>
                    <a:pt x="111117" y="181514"/>
                  </a:cubicBezTo>
                  <a:lnTo>
                    <a:pt x="148930" y="189552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0" name="Google Shape;3630;p43"/>
            <p:cNvSpPr/>
            <p:nvPr/>
          </p:nvSpPr>
          <p:spPr>
            <a:xfrm rot="8706722">
              <a:off x="-11613" y="244868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1" name="Google Shape;3631;p43"/>
            <p:cNvSpPr/>
            <p:nvPr/>
          </p:nvSpPr>
          <p:spPr>
            <a:xfrm rot="8716661">
              <a:off x="-30159" y="143433"/>
              <a:ext cx="77776" cy="97328"/>
            </a:xfrm>
            <a:custGeom>
              <a:rect b="b" l="l" r="r" t="t"/>
              <a:pathLst>
                <a:path extrusionOk="0" h="97260" w="77721">
                  <a:moveTo>
                    <a:pt x="15821" y="97260"/>
                  </a:moveTo>
                  <a:lnTo>
                    <a:pt x="0" y="59790"/>
                  </a:ln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lnTo>
                    <a:pt x="77721" y="796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2" name="Google Shape;3632;p43"/>
            <p:cNvSpPr/>
            <p:nvPr/>
          </p:nvSpPr>
          <p:spPr>
            <a:xfrm rot="8716661">
              <a:off x="-17843" y="3452674"/>
              <a:ext cx="58496" cy="44230"/>
            </a:xfrm>
            <a:custGeom>
              <a:rect b="b" l="l" r="r" t="t"/>
              <a:pathLst>
                <a:path extrusionOk="0" h="44199" w="58455">
                  <a:moveTo>
                    <a:pt x="0" y="44199"/>
                  </a:moveTo>
                  <a:lnTo>
                    <a:pt x="0" y="0"/>
                  </a:lnTo>
                  <a:lnTo>
                    <a:pt x="58455" y="0"/>
                  </a:lnTo>
                  <a:lnTo>
                    <a:pt x="27817" y="4419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3" name="Google Shape;3633;p43"/>
            <p:cNvSpPr/>
            <p:nvPr/>
          </p:nvSpPr>
          <p:spPr>
            <a:xfrm rot="-8513943">
              <a:off x="-91727" y="3601565"/>
              <a:ext cx="206678" cy="292868"/>
            </a:xfrm>
            <a:custGeom>
              <a:rect b="b" l="l" r="r" t="t"/>
              <a:pathLst>
                <a:path extrusionOk="0" h="292654" w="206527">
                  <a:moveTo>
                    <a:pt x="206527" y="258693"/>
                  </a:moveTo>
                  <a:lnTo>
                    <a:pt x="177331" y="274971"/>
                  </a:lnTo>
                  <a:cubicBezTo>
                    <a:pt x="145121" y="286007"/>
                    <a:pt x="114496" y="291111"/>
                    <a:pt x="91597" y="292491"/>
                  </a:cubicBezTo>
                  <a:cubicBezTo>
                    <a:pt x="66215" y="294146"/>
                    <a:pt x="41385" y="283111"/>
                    <a:pt x="23727" y="264901"/>
                  </a:cubicBezTo>
                  <a:cubicBezTo>
                    <a:pt x="4966" y="246692"/>
                    <a:pt x="0" y="215240"/>
                    <a:pt x="0" y="169993"/>
                  </a:cubicBezTo>
                  <a:lnTo>
                    <a:pt x="0" y="1698"/>
                  </a:lnTo>
                  <a:lnTo>
                    <a:pt x="3273" y="0"/>
                  </a:lnTo>
                  <a:lnTo>
                    <a:pt x="74297" y="90396"/>
                  </a:lnTo>
                  <a:lnTo>
                    <a:pt x="74492" y="117574"/>
                  </a:lnTo>
                  <a:cubicBezTo>
                    <a:pt x="72836" y="148474"/>
                    <a:pt x="77802" y="179926"/>
                    <a:pt x="87734" y="209171"/>
                  </a:cubicBezTo>
                  <a:cubicBezTo>
                    <a:pt x="96564" y="233450"/>
                    <a:pt x="119187" y="245589"/>
                    <a:pt x="153949" y="245589"/>
                  </a:cubicBezTo>
                  <a:lnTo>
                    <a:pt x="191049" y="23899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4" name="Google Shape;3634;p43"/>
            <p:cNvSpPr/>
            <p:nvPr/>
          </p:nvSpPr>
          <p:spPr>
            <a:xfrm rot="8706722">
              <a:off x="24922" y="339006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5" name="Google Shape;3635;p43"/>
            <p:cNvSpPr/>
            <p:nvPr/>
          </p:nvSpPr>
          <p:spPr>
            <a:xfrm rot="8716661">
              <a:off x="-24136" y="3281681"/>
              <a:ext cx="106117" cy="113813"/>
            </a:xfrm>
            <a:custGeom>
              <a:rect b="b" l="l" r="r" t="t"/>
              <a:pathLst>
                <a:path extrusionOk="0" h="113733" w="106042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cubicBezTo>
                    <a:pt x="74507" y="0"/>
                    <a:pt x="89224" y="6439"/>
                    <a:pt x="100262" y="17477"/>
                  </a:cubicBezTo>
                  <a:lnTo>
                    <a:pt x="106042" y="31234"/>
                  </a:lnTo>
                  <a:lnTo>
                    <a:pt x="48856" y="11373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6" name="Google Shape;3636;p43"/>
            <p:cNvSpPr/>
            <p:nvPr/>
          </p:nvSpPr>
          <p:spPr>
            <a:xfrm rot="8716661">
              <a:off x="-21964" y="3179837"/>
              <a:ext cx="45808" cy="62700"/>
            </a:xfrm>
            <a:custGeom>
              <a:rect b="b" l="l" r="r" t="t"/>
              <a:pathLst>
                <a:path extrusionOk="0" h="62656" w="45776">
                  <a:moveTo>
                    <a:pt x="2345" y="62656"/>
                  </a:moveTo>
                  <a:lnTo>
                    <a:pt x="0" y="57104"/>
                  </a:lnTo>
                  <a:lnTo>
                    <a:pt x="0" y="56183"/>
                  </a:lnTo>
                  <a:cubicBezTo>
                    <a:pt x="0" y="40547"/>
                    <a:pt x="6439" y="25829"/>
                    <a:pt x="17477" y="14791"/>
                  </a:cubicBezTo>
                  <a:cubicBezTo>
                    <a:pt x="22996" y="9272"/>
                    <a:pt x="29435" y="4903"/>
                    <a:pt x="36449" y="1913"/>
                  </a:cubicBezTo>
                  <a:lnTo>
                    <a:pt x="45776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7" name="Google Shape;3637;p43"/>
            <p:cNvSpPr/>
            <p:nvPr/>
          </p:nvSpPr>
          <p:spPr>
            <a:xfrm rot="8716661">
              <a:off x="-21385" y="4100628"/>
              <a:ext cx="79169" cy="50158"/>
            </a:xfrm>
            <a:custGeom>
              <a:rect b="b" l="l" r="r" t="t"/>
              <a:pathLst>
                <a:path extrusionOk="0" h="50123" w="79113">
                  <a:moveTo>
                    <a:pt x="0" y="50123"/>
                  </a:moveTo>
                  <a:lnTo>
                    <a:pt x="0" y="0"/>
                  </a:lnTo>
                  <a:lnTo>
                    <a:pt x="79113" y="0"/>
                  </a:lnTo>
                  <a:lnTo>
                    <a:pt x="44369" y="501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8" name="Google Shape;3638;p43"/>
            <p:cNvSpPr/>
            <p:nvPr/>
          </p:nvSpPr>
          <p:spPr>
            <a:xfrm rot="8713740">
              <a:off x="-40114" y="3981876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9" name="Google Shape;3639;p43"/>
            <p:cNvSpPr/>
            <p:nvPr/>
          </p:nvSpPr>
          <p:spPr>
            <a:xfrm rot="7480670">
              <a:off x="-46777" y="427335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0" name="Google Shape;3640;p43"/>
            <p:cNvSpPr/>
            <p:nvPr/>
          </p:nvSpPr>
          <p:spPr>
            <a:xfrm rot="-8510566">
              <a:off x="58009" y="4240127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1" name="Google Shape;3641;p43"/>
            <p:cNvSpPr/>
            <p:nvPr/>
          </p:nvSpPr>
          <p:spPr>
            <a:xfrm rot="8706722">
              <a:off x="243592" y="4048457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2" name="Google Shape;3642;p43"/>
            <p:cNvSpPr/>
            <p:nvPr/>
          </p:nvSpPr>
          <p:spPr>
            <a:xfrm rot="8714346">
              <a:off x="191762" y="394454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3" name="Google Shape;3643;p43"/>
            <p:cNvSpPr/>
            <p:nvPr/>
          </p:nvSpPr>
          <p:spPr>
            <a:xfrm rot="8714346">
              <a:off x="125968" y="381552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4" name="Google Shape;3644;p43"/>
            <p:cNvSpPr/>
            <p:nvPr/>
          </p:nvSpPr>
          <p:spPr>
            <a:xfrm rot="8716661">
              <a:off x="-73236" y="4876693"/>
              <a:ext cx="221538" cy="253527"/>
            </a:xfrm>
            <a:custGeom>
              <a:rect b="b" l="l" r="r" t="t"/>
              <a:pathLst>
                <a:path extrusionOk="0" h="253349" w="221382">
                  <a:moveTo>
                    <a:pt x="51490" y="253349"/>
                  </a:moveTo>
                  <a:lnTo>
                    <a:pt x="51490" y="44199"/>
                  </a:lnTo>
                  <a:lnTo>
                    <a:pt x="0" y="44199"/>
                  </a:lnTo>
                  <a:lnTo>
                    <a:pt x="0" y="0"/>
                  </a:lnTo>
                  <a:lnTo>
                    <a:pt x="104803" y="0"/>
                  </a:lnTo>
                  <a:lnTo>
                    <a:pt x="104802" y="73817"/>
                  </a:lnTo>
                  <a:lnTo>
                    <a:pt x="106169" y="73817"/>
                  </a:lnTo>
                  <a:cubicBezTo>
                    <a:pt x="120751" y="30529"/>
                    <a:pt x="132142" y="13670"/>
                    <a:pt x="154014" y="4556"/>
                  </a:cubicBezTo>
                  <a:lnTo>
                    <a:pt x="174650" y="668"/>
                  </a:lnTo>
                  <a:lnTo>
                    <a:pt x="214075" y="27996"/>
                  </a:lnTo>
                  <a:lnTo>
                    <a:pt x="221382" y="33060"/>
                  </a:lnTo>
                  <a:lnTo>
                    <a:pt x="195540" y="70341"/>
                  </a:lnTo>
                  <a:lnTo>
                    <a:pt x="189157" y="50236"/>
                  </a:lnTo>
                  <a:cubicBezTo>
                    <a:pt x="183177" y="42946"/>
                    <a:pt x="174747" y="38731"/>
                    <a:pt x="164950" y="38731"/>
                  </a:cubicBezTo>
                  <a:cubicBezTo>
                    <a:pt x="135788" y="38731"/>
                    <a:pt x="111638" y="77463"/>
                    <a:pt x="111638" y="126218"/>
                  </a:cubicBezTo>
                  <a:lnTo>
                    <a:pt x="111638" y="191383"/>
                  </a:lnTo>
                  <a:lnTo>
                    <a:pt x="84096" y="231117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5" name="Google Shape;3645;p43"/>
            <p:cNvSpPr/>
            <p:nvPr/>
          </p:nvSpPr>
          <p:spPr>
            <a:xfrm rot="8713740">
              <a:off x="93508" y="461231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6" name="Google Shape;3646;p43"/>
            <p:cNvSpPr/>
            <p:nvPr/>
          </p:nvSpPr>
          <p:spPr>
            <a:xfrm rot="8713740">
              <a:off x="183053" y="464157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7" name="Google Shape;3647;p43"/>
            <p:cNvSpPr/>
            <p:nvPr/>
          </p:nvSpPr>
          <p:spPr>
            <a:xfrm rot="8716661">
              <a:off x="-14566" y="4699602"/>
              <a:ext cx="50032" cy="54276"/>
            </a:xfrm>
            <a:custGeom>
              <a:rect b="b" l="l" r="r" t="t"/>
              <a:pathLst>
                <a:path extrusionOk="0" h="54238" w="49997">
                  <a:moveTo>
                    <a:pt x="8658" y="50123"/>
                  </a:moveTo>
                  <a:cubicBezTo>
                    <a:pt x="3190" y="44655"/>
                    <a:pt x="0" y="37365"/>
                    <a:pt x="0" y="29619"/>
                  </a:cubicBezTo>
                  <a:lnTo>
                    <a:pt x="0" y="29162"/>
                  </a:lnTo>
                  <a:cubicBezTo>
                    <a:pt x="0" y="21417"/>
                    <a:pt x="3190" y="14126"/>
                    <a:pt x="8658" y="8658"/>
                  </a:cubicBezTo>
                  <a:cubicBezTo>
                    <a:pt x="14126" y="3190"/>
                    <a:pt x="21416" y="0"/>
                    <a:pt x="29163" y="0"/>
                  </a:cubicBezTo>
                  <a:cubicBezTo>
                    <a:pt x="36909" y="0"/>
                    <a:pt x="44200" y="3190"/>
                    <a:pt x="49668" y="8658"/>
                  </a:cubicBezTo>
                  <a:lnTo>
                    <a:pt x="49997" y="9441"/>
                  </a:lnTo>
                  <a:lnTo>
                    <a:pt x="18945" y="54238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8" name="Google Shape;3648;p43"/>
            <p:cNvSpPr/>
            <p:nvPr/>
          </p:nvSpPr>
          <p:spPr>
            <a:xfrm rot="8716661">
              <a:off x="-30414" y="4579725"/>
              <a:ext cx="113426" cy="71074"/>
            </a:xfrm>
            <a:custGeom>
              <a:rect b="b" l="l" r="r" t="t"/>
              <a:pathLst>
                <a:path extrusionOk="0" h="71024" w="113346">
                  <a:moveTo>
                    <a:pt x="0" y="55323"/>
                  </a:moveTo>
                  <a:lnTo>
                    <a:pt x="0" y="0"/>
                  </a:lnTo>
                  <a:lnTo>
                    <a:pt x="113346" y="0"/>
                  </a:lnTo>
                  <a:lnTo>
                    <a:pt x="64114" y="71024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9" name="Google Shape;3649;p43"/>
            <p:cNvSpPr/>
            <p:nvPr/>
          </p:nvSpPr>
          <p:spPr>
            <a:xfrm rot="8713740">
              <a:off x="71399" y="474179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0" name="Google Shape;3650;p43"/>
            <p:cNvSpPr/>
            <p:nvPr/>
          </p:nvSpPr>
          <p:spPr>
            <a:xfrm rot="7483339">
              <a:off x="171896" y="4933516"/>
              <a:ext cx="203990" cy="196012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170341" y="0"/>
                  </a:lnTo>
                  <a:lnTo>
                    <a:pt x="203847" y="48325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1" name="Google Shape;3651;p43"/>
            <p:cNvSpPr/>
            <p:nvPr/>
          </p:nvSpPr>
          <p:spPr>
            <a:xfrm rot="-8513943">
              <a:off x="313308" y="4906085"/>
              <a:ext cx="221989" cy="205248"/>
            </a:xfrm>
            <a:custGeom>
              <a:rect b="b" l="l" r="r" t="t"/>
              <a:pathLst>
                <a:path extrusionOk="0" h="205098" w="221827">
                  <a:moveTo>
                    <a:pt x="24153" y="55168"/>
                  </a:moveTo>
                  <a:lnTo>
                    <a:pt x="0" y="18385"/>
                  </a:lnTo>
                  <a:lnTo>
                    <a:pt x="23400" y="0"/>
                  </a:lnTo>
                  <a:lnTo>
                    <a:pt x="23735" y="46640"/>
                  </a:lnTo>
                  <a:close/>
                  <a:moveTo>
                    <a:pt x="221827" y="150928"/>
                  </a:moveTo>
                  <a:cubicBezTo>
                    <a:pt x="192582" y="176035"/>
                    <a:pt x="158785" y="193002"/>
                    <a:pt x="126574" y="204038"/>
                  </a:cubicBezTo>
                  <a:lnTo>
                    <a:pt x="122603" y="205098"/>
                  </a:lnTo>
                  <a:lnTo>
                    <a:pt x="102519" y="174512"/>
                  </a:lnTo>
                  <a:lnTo>
                    <a:pt x="103192" y="174655"/>
                  </a:lnTo>
                  <a:cubicBezTo>
                    <a:pt x="120298" y="174103"/>
                    <a:pt x="136851" y="170792"/>
                    <a:pt x="152853" y="165826"/>
                  </a:cubicBezTo>
                  <a:cubicBezTo>
                    <a:pt x="176028" y="158653"/>
                    <a:pt x="198652" y="149273"/>
                    <a:pt x="220723" y="138237"/>
                  </a:cubicBezTo>
                  <a:cubicBezTo>
                    <a:pt x="221275" y="140444"/>
                    <a:pt x="221827" y="143203"/>
                    <a:pt x="221827" y="14541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2" name="Google Shape;3652;p43"/>
            <p:cNvSpPr/>
            <p:nvPr/>
          </p:nvSpPr>
          <p:spPr>
            <a:xfrm rot="8716661">
              <a:off x="406275" y="4600545"/>
              <a:ext cx="113735" cy="117199"/>
            </a:xfrm>
            <a:custGeom>
              <a:rect b="b" l="l" r="r" t="t"/>
              <a:pathLst>
                <a:path extrusionOk="0" h="117117" w="113655">
                  <a:moveTo>
                    <a:pt x="13623" y="100559"/>
                  </a:moveTo>
                  <a:lnTo>
                    <a:pt x="0" y="68296"/>
                  </a:lnTo>
                  <a:lnTo>
                    <a:pt x="56488" y="0"/>
                  </a:lnTo>
                  <a:lnTo>
                    <a:pt x="96408" y="16856"/>
                  </a:lnTo>
                  <a:cubicBezTo>
                    <a:pt x="119404" y="38931"/>
                    <a:pt x="119404" y="76644"/>
                    <a:pt x="96408" y="99640"/>
                  </a:cubicBezTo>
                  <a:cubicBezTo>
                    <a:pt x="85370" y="110678"/>
                    <a:pt x="70653" y="117116"/>
                    <a:pt x="55015" y="117117"/>
                  </a:cubicBezTo>
                  <a:cubicBezTo>
                    <a:pt x="39378" y="117117"/>
                    <a:pt x="24661" y="111597"/>
                    <a:pt x="13623" y="100559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3" name="Google Shape;3653;p43"/>
            <p:cNvSpPr/>
            <p:nvPr/>
          </p:nvSpPr>
          <p:spPr>
            <a:xfrm rot="8713740">
              <a:off x="171620" y="46344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4" name="Google Shape;3654;p43"/>
            <p:cNvSpPr/>
            <p:nvPr/>
          </p:nvSpPr>
          <p:spPr>
            <a:xfrm rot="8714346">
              <a:off x="349135" y="4475223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5" name="Google Shape;3655;p43"/>
          <p:cNvSpPr/>
          <p:nvPr/>
        </p:nvSpPr>
        <p:spPr>
          <a:xfrm>
            <a:off x="629550" y="0"/>
            <a:ext cx="8514451" cy="5143499"/>
          </a:xfrm>
          <a:custGeom>
            <a:rect b="b" l="l" r="r" t="t"/>
            <a:pathLst>
              <a:path extrusionOk="0" h="5143499" w="8514451">
                <a:moveTo>
                  <a:pt x="268034" y="0"/>
                </a:moveTo>
                <a:lnTo>
                  <a:pt x="8514451" y="0"/>
                </a:lnTo>
                <a:lnTo>
                  <a:pt x="8514451" y="5143499"/>
                </a:lnTo>
                <a:lnTo>
                  <a:pt x="274758" y="5143499"/>
                </a:lnTo>
                <a:lnTo>
                  <a:pt x="0" y="314826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6" name="Google Shape;3656;p43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Contenu">
  <p:cSld name="Texte + Contenu">
    <p:bg>
      <p:bgPr>
        <a:solidFill>
          <a:schemeClr val="dk2"/>
        </a:solidFill>
      </p:bgPr>
    </p:bg>
    <p:spTree>
      <p:nvGrpSpPr>
        <p:cNvPr id="3657" name="Shape 3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8" name="Google Shape;3658;p44"/>
          <p:cNvSpPr txBox="1"/>
          <p:nvPr>
            <p:ph idx="12" type="sldNum"/>
          </p:nvPr>
        </p:nvSpPr>
        <p:spPr>
          <a:xfrm>
            <a:off x="3048000" y="2811362"/>
            <a:ext cx="519600" cy="233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659" name="Google Shape;3659;p44"/>
          <p:cNvSpPr/>
          <p:nvPr/>
        </p:nvSpPr>
        <p:spPr>
          <a:xfrm>
            <a:off x="0" y="-1"/>
            <a:ext cx="9144000" cy="5143501"/>
          </a:xfrm>
          <a:custGeom>
            <a:rect b="b" l="l" r="r" t="t"/>
            <a:pathLst>
              <a:path extrusionOk="0" h="5143501" w="9144000">
                <a:moveTo>
                  <a:pt x="0" y="0"/>
                </a:moveTo>
                <a:lnTo>
                  <a:pt x="9144000" y="0"/>
                </a:lnTo>
                <a:lnTo>
                  <a:pt x="9144000" y="5143501"/>
                </a:lnTo>
                <a:lnTo>
                  <a:pt x="3567702" y="5143501"/>
                </a:lnTo>
                <a:lnTo>
                  <a:pt x="3246551" y="2811363"/>
                </a:lnTo>
                <a:lnTo>
                  <a:pt x="3485902" y="1"/>
                </a:lnTo>
                <a:lnTo>
                  <a:pt x="3048000" y="1"/>
                </a:lnTo>
                <a:lnTo>
                  <a:pt x="2859408" y="1"/>
                </a:lnTo>
                <a:lnTo>
                  <a:pt x="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60" name="Google Shape;3660;p44"/>
          <p:cNvGrpSpPr/>
          <p:nvPr/>
        </p:nvGrpSpPr>
        <p:grpSpPr>
          <a:xfrm>
            <a:off x="-160065" y="-165751"/>
            <a:ext cx="3677084" cy="5465799"/>
            <a:chOff x="-160065" y="-165751"/>
            <a:chExt cx="3677084" cy="5465799"/>
          </a:xfrm>
        </p:grpSpPr>
        <p:sp>
          <p:nvSpPr>
            <p:cNvPr id="3661" name="Google Shape;3661;p44"/>
            <p:cNvSpPr/>
            <p:nvPr/>
          </p:nvSpPr>
          <p:spPr>
            <a:xfrm rot="8713740">
              <a:off x="3051659" y="2294972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2" name="Google Shape;3662;p44"/>
            <p:cNvSpPr/>
            <p:nvPr/>
          </p:nvSpPr>
          <p:spPr>
            <a:xfrm rot="8716661">
              <a:off x="3141247" y="2335551"/>
              <a:ext cx="209296" cy="247902"/>
            </a:xfrm>
            <a:custGeom>
              <a:rect b="b" l="l" r="r" t="t"/>
              <a:pathLst>
                <a:path extrusionOk="0" h="247728" w="209149">
                  <a:moveTo>
                    <a:pt x="147179" y="90980"/>
                  </a:moveTo>
                  <a:lnTo>
                    <a:pt x="147179" y="74577"/>
                  </a:lnTo>
                  <a:cubicBezTo>
                    <a:pt x="147179" y="62273"/>
                    <a:pt x="143648" y="51907"/>
                    <a:pt x="137667" y="44616"/>
                  </a:cubicBezTo>
                  <a:lnTo>
                    <a:pt x="132652" y="42232"/>
                  </a:lnTo>
                  <a:lnTo>
                    <a:pt x="167583" y="0"/>
                  </a:lnTo>
                  <a:lnTo>
                    <a:pt x="189157" y="15682"/>
                  </a:lnTo>
                  <a:cubicBezTo>
                    <a:pt x="202086" y="30833"/>
                    <a:pt x="209149" y="53160"/>
                    <a:pt x="209149" y="81411"/>
                  </a:cubicBezTo>
                  <a:lnTo>
                    <a:pt x="209149" y="87335"/>
                  </a:lnTo>
                  <a:close/>
                  <a:moveTo>
                    <a:pt x="0" y="247728"/>
                  </a:moveTo>
                  <a:lnTo>
                    <a:pt x="0" y="202611"/>
                  </a:lnTo>
                  <a:lnTo>
                    <a:pt x="60148" y="129891"/>
                  </a:lnTo>
                  <a:lnTo>
                    <a:pt x="60148" y="20671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3" name="Google Shape;3663;p44"/>
            <p:cNvSpPr/>
            <p:nvPr/>
          </p:nvSpPr>
          <p:spPr>
            <a:xfrm rot="8713740">
              <a:off x="3096256" y="2237809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4" name="Google Shape;3664;p44"/>
            <p:cNvSpPr/>
            <p:nvPr/>
          </p:nvSpPr>
          <p:spPr>
            <a:xfrm rot="8713740">
              <a:off x="2939308" y="238329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5" name="Google Shape;3665;p44"/>
            <p:cNvSpPr/>
            <p:nvPr/>
          </p:nvSpPr>
          <p:spPr>
            <a:xfrm rot="8719330">
              <a:off x="2814523" y="217451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6" name="Google Shape;3666;p44"/>
            <p:cNvSpPr/>
            <p:nvPr/>
          </p:nvSpPr>
          <p:spPr>
            <a:xfrm rot="8713013">
              <a:off x="2802092" y="2035891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7" name="Google Shape;3667;p44"/>
            <p:cNvSpPr/>
            <p:nvPr/>
          </p:nvSpPr>
          <p:spPr>
            <a:xfrm rot="8713740">
              <a:off x="3029549" y="2424451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8" name="Google Shape;3668;p44"/>
            <p:cNvSpPr/>
            <p:nvPr/>
          </p:nvSpPr>
          <p:spPr>
            <a:xfrm rot="8716661">
              <a:off x="3300242" y="2118993"/>
              <a:ext cx="9522" cy="11512"/>
            </a:xfrm>
            <a:custGeom>
              <a:rect b="b" l="l" r="r" t="t"/>
              <a:pathLst>
                <a:path extrusionOk="0" h="11504" w="9515">
                  <a:moveTo>
                    <a:pt x="0" y="11504"/>
                  </a:moveTo>
                  <a:lnTo>
                    <a:pt x="9515" y="0"/>
                  </a:lnTo>
                  <a:lnTo>
                    <a:pt x="9515" y="7741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9" name="Google Shape;3669;p44"/>
            <p:cNvSpPr/>
            <p:nvPr/>
          </p:nvSpPr>
          <p:spPr>
            <a:xfrm rot="8713740">
              <a:off x="3228407" y="213313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0" name="Google Shape;3670;p44"/>
            <p:cNvSpPr/>
            <p:nvPr/>
          </p:nvSpPr>
          <p:spPr>
            <a:xfrm rot="8716661">
              <a:off x="3098754" y="1924211"/>
              <a:ext cx="203990" cy="196012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44680"/>
                  </a:lnTo>
                  <a:lnTo>
                    <a:pt x="36955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1" name="Google Shape;3671;p44"/>
            <p:cNvSpPr/>
            <p:nvPr/>
          </p:nvSpPr>
          <p:spPr>
            <a:xfrm rot="8716661">
              <a:off x="3275324" y="2211641"/>
              <a:ext cx="24744" cy="53724"/>
            </a:xfrm>
            <a:custGeom>
              <a:rect b="b" l="l" r="r" t="t"/>
              <a:pathLst>
                <a:path extrusionOk="0" h="53686" w="24727">
                  <a:moveTo>
                    <a:pt x="24727" y="53686"/>
                  </a:moveTo>
                  <a:lnTo>
                    <a:pt x="0" y="29895"/>
                  </a:lnTo>
                  <a:lnTo>
                    <a:pt x="24727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2" name="Google Shape;3672;p44"/>
            <p:cNvSpPr/>
            <p:nvPr/>
          </p:nvSpPr>
          <p:spPr>
            <a:xfrm rot="8718291">
              <a:off x="3077254" y="2024490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3" name="Google Shape;3673;p44"/>
            <p:cNvSpPr/>
            <p:nvPr/>
          </p:nvSpPr>
          <p:spPr>
            <a:xfrm rot="8713740">
              <a:off x="3162475" y="304298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4" name="Google Shape;3674;p44"/>
            <p:cNvSpPr/>
            <p:nvPr/>
          </p:nvSpPr>
          <p:spPr>
            <a:xfrm rot="8716661">
              <a:off x="3033368" y="2835802"/>
              <a:ext cx="197882" cy="196011"/>
            </a:xfrm>
            <a:custGeom>
              <a:rect b="b" l="l" r="r" t="t"/>
              <a:pathLst>
                <a:path extrusionOk="0" h="195873" w="197743">
                  <a:moveTo>
                    <a:pt x="84606" y="195873"/>
                  </a:moveTo>
                  <a:lnTo>
                    <a:pt x="41743" y="116129"/>
                  </a:lnTo>
                  <a:lnTo>
                    <a:pt x="63673" y="55323"/>
                  </a:lnTo>
                  <a:lnTo>
                    <a:pt x="0" y="55323"/>
                  </a:lnTo>
                  <a:lnTo>
                    <a:pt x="45759" y="0"/>
                  </a:lnTo>
                  <a:lnTo>
                    <a:pt x="197743" y="0"/>
                  </a:lnTo>
                  <a:lnTo>
                    <a:pt x="197743" y="55323"/>
                  </a:lnTo>
                  <a:lnTo>
                    <a:pt x="132951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5" name="Google Shape;3675;p44"/>
            <p:cNvSpPr/>
            <p:nvPr/>
          </p:nvSpPr>
          <p:spPr>
            <a:xfrm rot="8716661">
              <a:off x="2982422" y="2705408"/>
              <a:ext cx="289692" cy="211593"/>
            </a:xfrm>
            <a:custGeom>
              <a:rect b="b" l="l" r="r" t="t"/>
              <a:pathLst>
                <a:path extrusionOk="0" h="211444" w="289489">
                  <a:moveTo>
                    <a:pt x="24145" y="181853"/>
                  </a:moveTo>
                  <a:cubicBezTo>
                    <a:pt x="14143" y="172145"/>
                    <a:pt x="7818" y="158907"/>
                    <a:pt x="3994" y="142066"/>
                  </a:cubicBezTo>
                  <a:lnTo>
                    <a:pt x="0" y="94419"/>
                  </a:lnTo>
                  <a:lnTo>
                    <a:pt x="78096" y="0"/>
                  </a:lnTo>
                  <a:lnTo>
                    <a:pt x="78273" y="24764"/>
                  </a:lnTo>
                  <a:cubicBezTo>
                    <a:pt x="76508" y="57712"/>
                    <a:pt x="81803" y="91247"/>
                    <a:pt x="92393" y="122430"/>
                  </a:cubicBezTo>
                  <a:cubicBezTo>
                    <a:pt x="101807" y="148317"/>
                    <a:pt x="125929" y="161261"/>
                    <a:pt x="162994" y="161261"/>
                  </a:cubicBezTo>
                  <a:cubicBezTo>
                    <a:pt x="181234" y="160672"/>
                    <a:pt x="198884" y="157142"/>
                    <a:pt x="215946" y="151847"/>
                  </a:cubicBezTo>
                  <a:cubicBezTo>
                    <a:pt x="240656" y="144198"/>
                    <a:pt x="264779" y="134197"/>
                    <a:pt x="288313" y="122430"/>
                  </a:cubicBezTo>
                  <a:cubicBezTo>
                    <a:pt x="288901" y="124783"/>
                    <a:pt x="289489" y="127725"/>
                    <a:pt x="289489" y="130078"/>
                  </a:cubicBezTo>
                  <a:lnTo>
                    <a:pt x="289489" y="135962"/>
                  </a:lnTo>
                  <a:cubicBezTo>
                    <a:pt x="227125" y="189501"/>
                    <a:pt x="145344" y="208329"/>
                    <a:pt x="96512" y="211270"/>
                  </a:cubicBezTo>
                  <a:cubicBezTo>
                    <a:pt x="69448" y="213035"/>
                    <a:pt x="42972" y="201268"/>
                    <a:pt x="24145" y="18185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6" name="Google Shape;3676;p44"/>
            <p:cNvSpPr/>
            <p:nvPr/>
          </p:nvSpPr>
          <p:spPr>
            <a:xfrm rot="8716661">
              <a:off x="3205005" y="3125474"/>
              <a:ext cx="16436" cy="35686"/>
            </a:xfrm>
            <a:custGeom>
              <a:rect b="b" l="l" r="r" t="t"/>
              <a:pathLst>
                <a:path extrusionOk="0" h="35661" w="16424">
                  <a:moveTo>
                    <a:pt x="16424" y="35661"/>
                  </a:moveTo>
                  <a:lnTo>
                    <a:pt x="0" y="19858"/>
                  </a:lnTo>
                  <a:lnTo>
                    <a:pt x="16424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7" name="Google Shape;3677;p44"/>
            <p:cNvSpPr/>
            <p:nvPr/>
          </p:nvSpPr>
          <p:spPr>
            <a:xfrm rot="8713740">
              <a:off x="2830141" y="163399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8" name="Google Shape;3678;p44"/>
            <p:cNvSpPr/>
            <p:nvPr/>
          </p:nvSpPr>
          <p:spPr>
            <a:xfrm rot="8713740">
              <a:off x="2919686" y="166326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9" name="Google Shape;3679;p44"/>
            <p:cNvSpPr/>
            <p:nvPr/>
          </p:nvSpPr>
          <p:spPr>
            <a:xfrm rot="8713740">
              <a:off x="2874738" y="1576835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0" name="Google Shape;3680;p44"/>
            <p:cNvSpPr/>
            <p:nvPr/>
          </p:nvSpPr>
          <p:spPr>
            <a:xfrm rot="8713740">
              <a:off x="2717790" y="172231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1" name="Google Shape;3681;p44"/>
            <p:cNvSpPr/>
            <p:nvPr/>
          </p:nvSpPr>
          <p:spPr>
            <a:xfrm rot="8719330">
              <a:off x="2593005" y="151354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2" name="Google Shape;3682;p44"/>
            <p:cNvSpPr/>
            <p:nvPr/>
          </p:nvSpPr>
          <p:spPr>
            <a:xfrm rot="8713013">
              <a:off x="2580574" y="1374917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3" name="Google Shape;3683;p44"/>
            <p:cNvSpPr/>
            <p:nvPr/>
          </p:nvSpPr>
          <p:spPr>
            <a:xfrm rot="8713740">
              <a:off x="2808031" y="176347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4" name="Google Shape;3684;p44"/>
            <p:cNvSpPr/>
            <p:nvPr/>
          </p:nvSpPr>
          <p:spPr>
            <a:xfrm rot="8713740">
              <a:off x="3119240" y="138384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5" name="Google Shape;3685;p44"/>
            <p:cNvSpPr/>
            <p:nvPr/>
          </p:nvSpPr>
          <p:spPr>
            <a:xfrm rot="8716661">
              <a:off x="3209672" y="1424160"/>
              <a:ext cx="209296" cy="250868"/>
            </a:xfrm>
            <a:custGeom>
              <a:rect b="b" l="l" r="r" t="t"/>
              <a:pathLst>
                <a:path extrusionOk="0" h="250692" w="209149">
                  <a:moveTo>
                    <a:pt x="147179" y="93944"/>
                  </a:moveTo>
                  <a:lnTo>
                    <a:pt x="147179" y="77540"/>
                  </a:lnTo>
                  <a:cubicBezTo>
                    <a:pt x="147179" y="65237"/>
                    <a:pt x="143648" y="54871"/>
                    <a:pt x="137667" y="47580"/>
                  </a:cubicBezTo>
                  <a:lnTo>
                    <a:pt x="123379" y="40789"/>
                  </a:lnTo>
                  <a:lnTo>
                    <a:pt x="157117" y="0"/>
                  </a:lnTo>
                  <a:lnTo>
                    <a:pt x="165512" y="1459"/>
                  </a:lnTo>
                  <a:cubicBezTo>
                    <a:pt x="193258" y="12950"/>
                    <a:pt x="209149" y="41998"/>
                    <a:pt x="209149" y="84375"/>
                  </a:cubicBezTo>
                  <a:lnTo>
                    <a:pt x="209149" y="90299"/>
                  </a:lnTo>
                  <a:close/>
                  <a:moveTo>
                    <a:pt x="0" y="250692"/>
                  </a:moveTo>
                  <a:lnTo>
                    <a:pt x="0" y="189958"/>
                  </a:lnTo>
                  <a:lnTo>
                    <a:pt x="61066" y="116127"/>
                  </a:lnTo>
                  <a:lnTo>
                    <a:pt x="60148" y="123562"/>
                  </a:lnTo>
                  <a:lnTo>
                    <a:pt x="60148" y="20968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6" name="Google Shape;3686;p44"/>
            <p:cNvSpPr/>
            <p:nvPr/>
          </p:nvSpPr>
          <p:spPr>
            <a:xfrm rot="8713740">
              <a:off x="3006889" y="147216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7" name="Google Shape;3687;p44"/>
            <p:cNvSpPr/>
            <p:nvPr/>
          </p:nvSpPr>
          <p:spPr>
            <a:xfrm rot="8719330">
              <a:off x="2882105" y="126338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8" name="Google Shape;3688;p44"/>
            <p:cNvSpPr/>
            <p:nvPr/>
          </p:nvSpPr>
          <p:spPr>
            <a:xfrm rot="8713740">
              <a:off x="3097131" y="151332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9" name="Google Shape;3689;p44"/>
            <p:cNvSpPr/>
            <p:nvPr/>
          </p:nvSpPr>
          <p:spPr>
            <a:xfrm rot="8718291">
              <a:off x="2855736" y="1363516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0" name="Google Shape;3690;p44"/>
            <p:cNvSpPr/>
            <p:nvPr/>
          </p:nvSpPr>
          <p:spPr>
            <a:xfrm rot="7483339">
              <a:off x="3207185" y="1725092"/>
              <a:ext cx="156111" cy="194166"/>
            </a:xfrm>
            <a:custGeom>
              <a:rect b="b" l="l" r="r" t="t"/>
              <a:pathLst>
                <a:path extrusionOk="0" h="194030" w="156001">
                  <a:moveTo>
                    <a:pt x="42863" y="194030"/>
                  </a:moveTo>
                  <a:lnTo>
                    <a:pt x="0" y="114286"/>
                  </a:lnTo>
                  <a:lnTo>
                    <a:pt x="11232" y="83143"/>
                  </a:lnTo>
                  <a:lnTo>
                    <a:pt x="156000" y="0"/>
                  </a:lnTo>
                  <a:lnTo>
                    <a:pt x="156001" y="53480"/>
                  </a:lnTo>
                  <a:lnTo>
                    <a:pt x="91208" y="5348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1" name="Google Shape;3691;p44"/>
            <p:cNvSpPr/>
            <p:nvPr/>
          </p:nvSpPr>
          <p:spPr>
            <a:xfrm rot="8713740">
              <a:off x="3197352" y="140594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2" name="Google Shape;3692;p44"/>
            <p:cNvSpPr/>
            <p:nvPr/>
          </p:nvSpPr>
          <p:spPr>
            <a:xfrm rot="8716661">
              <a:off x="3356439" y="1273045"/>
              <a:ext cx="38189" cy="46170"/>
            </a:xfrm>
            <a:custGeom>
              <a:rect b="b" l="l" r="r" t="t"/>
              <a:pathLst>
                <a:path extrusionOk="0" h="46138" w="38162">
                  <a:moveTo>
                    <a:pt x="0" y="46138"/>
                  </a:moveTo>
                  <a:lnTo>
                    <a:pt x="38162" y="0"/>
                  </a:lnTo>
                  <a:lnTo>
                    <a:pt x="35645" y="12962"/>
                  </a:lnTo>
                  <a:cubicBezTo>
                    <a:pt x="32771" y="20076"/>
                    <a:pt x="28459" y="26745"/>
                    <a:pt x="22710" y="32494"/>
                  </a:cubicBezTo>
                  <a:cubicBezTo>
                    <a:pt x="17191" y="38013"/>
                    <a:pt x="10753" y="42382"/>
                    <a:pt x="3739" y="45372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3" name="Google Shape;3693;p44"/>
            <p:cNvSpPr/>
            <p:nvPr/>
          </p:nvSpPr>
          <p:spPr>
            <a:xfrm rot="8713740">
              <a:off x="2606974" y="97429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4" name="Google Shape;3694;p44"/>
            <p:cNvSpPr/>
            <p:nvPr/>
          </p:nvSpPr>
          <p:spPr>
            <a:xfrm rot="8713740">
              <a:off x="2696519" y="100356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5" name="Google Shape;3695;p44"/>
            <p:cNvSpPr/>
            <p:nvPr/>
          </p:nvSpPr>
          <p:spPr>
            <a:xfrm rot="8713740">
              <a:off x="2651571" y="91713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6" name="Google Shape;3696;p44"/>
            <p:cNvSpPr/>
            <p:nvPr/>
          </p:nvSpPr>
          <p:spPr>
            <a:xfrm rot="8713740">
              <a:off x="2494623" y="106261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7" name="Google Shape;3697;p44"/>
            <p:cNvSpPr/>
            <p:nvPr/>
          </p:nvSpPr>
          <p:spPr>
            <a:xfrm rot="8719330">
              <a:off x="2369838" y="85384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8" name="Google Shape;3698;p44"/>
            <p:cNvSpPr/>
            <p:nvPr/>
          </p:nvSpPr>
          <p:spPr>
            <a:xfrm rot="8713013">
              <a:off x="2357407" y="715218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9" name="Google Shape;3699;p44"/>
            <p:cNvSpPr/>
            <p:nvPr/>
          </p:nvSpPr>
          <p:spPr>
            <a:xfrm rot="8713740">
              <a:off x="2584864" y="110377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0" name="Google Shape;3700;p44"/>
            <p:cNvSpPr/>
            <p:nvPr/>
          </p:nvSpPr>
          <p:spPr>
            <a:xfrm rot="8713740">
              <a:off x="2896073" y="72414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1" name="Google Shape;3701;p44"/>
            <p:cNvSpPr/>
            <p:nvPr/>
          </p:nvSpPr>
          <p:spPr>
            <a:xfrm rot="8713740">
              <a:off x="2985618" y="75340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2" name="Google Shape;3702;p44"/>
            <p:cNvSpPr/>
            <p:nvPr/>
          </p:nvSpPr>
          <p:spPr>
            <a:xfrm rot="8713740">
              <a:off x="2783722" y="81246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3" name="Google Shape;3703;p44"/>
            <p:cNvSpPr/>
            <p:nvPr/>
          </p:nvSpPr>
          <p:spPr>
            <a:xfrm rot="8719330">
              <a:off x="2658938" y="60368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4" name="Google Shape;3704;p44"/>
            <p:cNvSpPr/>
            <p:nvPr/>
          </p:nvSpPr>
          <p:spPr>
            <a:xfrm rot="8713740">
              <a:off x="2873964" y="85362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5" name="Google Shape;3705;p44"/>
            <p:cNvSpPr/>
            <p:nvPr/>
          </p:nvSpPr>
          <p:spPr>
            <a:xfrm rot="8718291">
              <a:off x="2632569" y="70381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6" name="Google Shape;3706;p44"/>
            <p:cNvSpPr/>
            <p:nvPr/>
          </p:nvSpPr>
          <p:spPr>
            <a:xfrm rot="7480670">
              <a:off x="2978955" y="104488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7" name="Google Shape;3707;p44"/>
            <p:cNvSpPr/>
            <p:nvPr/>
          </p:nvSpPr>
          <p:spPr>
            <a:xfrm rot="-8510566">
              <a:off x="3083741" y="1011660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8" name="Google Shape;3708;p44"/>
            <p:cNvSpPr/>
            <p:nvPr/>
          </p:nvSpPr>
          <p:spPr>
            <a:xfrm rot="8706722">
              <a:off x="3269324" y="819990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9" name="Google Shape;3709;p44"/>
            <p:cNvSpPr/>
            <p:nvPr/>
          </p:nvSpPr>
          <p:spPr>
            <a:xfrm rot="8714346">
              <a:off x="3217494" y="71607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0" name="Google Shape;3710;p44"/>
            <p:cNvSpPr/>
            <p:nvPr/>
          </p:nvSpPr>
          <p:spPr>
            <a:xfrm rot="8713740">
              <a:off x="2974185" y="74624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1" name="Google Shape;3711;p44"/>
            <p:cNvSpPr/>
            <p:nvPr/>
          </p:nvSpPr>
          <p:spPr>
            <a:xfrm rot="8714346">
              <a:off x="3151700" y="58705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2" name="Google Shape;3712;p44"/>
            <p:cNvSpPr/>
            <p:nvPr/>
          </p:nvSpPr>
          <p:spPr>
            <a:xfrm rot="8713740">
              <a:off x="2388035" y="312241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3" name="Google Shape;3713;p44"/>
            <p:cNvSpPr/>
            <p:nvPr/>
          </p:nvSpPr>
          <p:spPr>
            <a:xfrm rot="8713740">
              <a:off x="2477580" y="341503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4" name="Google Shape;3714;p44"/>
            <p:cNvSpPr/>
            <p:nvPr/>
          </p:nvSpPr>
          <p:spPr>
            <a:xfrm rot="8713740">
              <a:off x="2432632" y="255078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5" name="Google Shape;3715;p44"/>
            <p:cNvSpPr/>
            <p:nvPr/>
          </p:nvSpPr>
          <p:spPr>
            <a:xfrm rot="8713740">
              <a:off x="2275684" y="40055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6" name="Google Shape;3716;p44"/>
            <p:cNvSpPr/>
            <p:nvPr/>
          </p:nvSpPr>
          <p:spPr>
            <a:xfrm rot="8719330">
              <a:off x="2150899" y="19178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7" name="Google Shape;3717;p44"/>
            <p:cNvSpPr/>
            <p:nvPr/>
          </p:nvSpPr>
          <p:spPr>
            <a:xfrm rot="8713013">
              <a:off x="2138468" y="53160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8" name="Google Shape;3718;p44"/>
            <p:cNvSpPr/>
            <p:nvPr/>
          </p:nvSpPr>
          <p:spPr>
            <a:xfrm rot="8713740">
              <a:off x="2365925" y="441720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9" name="Google Shape;3719;p44"/>
            <p:cNvSpPr/>
            <p:nvPr/>
          </p:nvSpPr>
          <p:spPr>
            <a:xfrm rot="8713740">
              <a:off x="2677134" y="6208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0" name="Google Shape;3720;p44"/>
            <p:cNvSpPr/>
            <p:nvPr/>
          </p:nvSpPr>
          <p:spPr>
            <a:xfrm rot="8713740">
              <a:off x="2766679" y="9135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1" name="Google Shape;3721;p44"/>
            <p:cNvSpPr/>
            <p:nvPr/>
          </p:nvSpPr>
          <p:spPr>
            <a:xfrm rot="8713740">
              <a:off x="2564783" y="15040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2" name="Google Shape;3722;p44"/>
            <p:cNvSpPr/>
            <p:nvPr/>
          </p:nvSpPr>
          <p:spPr>
            <a:xfrm rot="8716661">
              <a:off x="2448392" y="-16099"/>
              <a:ext cx="203990" cy="149445"/>
            </a:xfrm>
            <a:custGeom>
              <a:rect b="b" l="l" r="r" t="t"/>
              <a:pathLst>
                <a:path extrusionOk="0" h="149340" w="203847">
                  <a:moveTo>
                    <a:pt x="106716" y="149340"/>
                  </a:moveTo>
                  <a:lnTo>
                    <a:pt x="50038" y="110053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3" name="Google Shape;3723;p44"/>
            <p:cNvSpPr/>
            <p:nvPr/>
          </p:nvSpPr>
          <p:spPr>
            <a:xfrm rot="8713740">
              <a:off x="2655025" y="191569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4" name="Google Shape;3724;p44"/>
            <p:cNvSpPr/>
            <p:nvPr/>
          </p:nvSpPr>
          <p:spPr>
            <a:xfrm rot="8718291">
              <a:off x="2413630" y="41759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5" name="Google Shape;3725;p44"/>
            <p:cNvSpPr/>
            <p:nvPr/>
          </p:nvSpPr>
          <p:spPr>
            <a:xfrm rot="7480670">
              <a:off x="2760016" y="38282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6" name="Google Shape;3726;p44"/>
            <p:cNvSpPr/>
            <p:nvPr/>
          </p:nvSpPr>
          <p:spPr>
            <a:xfrm rot="-8510566">
              <a:off x="2864802" y="349602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7" name="Google Shape;3727;p44"/>
            <p:cNvSpPr/>
            <p:nvPr/>
          </p:nvSpPr>
          <p:spPr>
            <a:xfrm rot="8706722">
              <a:off x="3050385" y="157932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8" name="Google Shape;3728;p44"/>
            <p:cNvSpPr/>
            <p:nvPr/>
          </p:nvSpPr>
          <p:spPr>
            <a:xfrm rot="8714346">
              <a:off x="2998555" y="54020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9" name="Google Shape;3729;p44"/>
            <p:cNvSpPr/>
            <p:nvPr/>
          </p:nvSpPr>
          <p:spPr>
            <a:xfrm rot="8713740">
              <a:off x="2755246" y="8419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0" name="Google Shape;3730;p44"/>
            <p:cNvSpPr/>
            <p:nvPr/>
          </p:nvSpPr>
          <p:spPr>
            <a:xfrm rot="8716661">
              <a:off x="2939943" y="-28724"/>
              <a:ext cx="88726" cy="70710"/>
            </a:xfrm>
            <a:custGeom>
              <a:rect b="b" l="l" r="r" t="t"/>
              <a:pathLst>
                <a:path extrusionOk="0" h="70660" w="88664">
                  <a:moveTo>
                    <a:pt x="83649" y="70660"/>
                  </a:moveTo>
                  <a:lnTo>
                    <a:pt x="0" y="12677"/>
                  </a:lnTo>
                  <a:lnTo>
                    <a:pt x="30024" y="0"/>
                  </a:lnTo>
                  <a:cubicBezTo>
                    <a:pt x="45662" y="0"/>
                    <a:pt x="60379" y="6439"/>
                    <a:pt x="71417" y="17477"/>
                  </a:cubicBezTo>
                  <a:cubicBezTo>
                    <a:pt x="82915" y="28515"/>
                    <a:pt x="88664" y="43462"/>
                    <a:pt x="88664" y="5852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1" name="Google Shape;3731;p44"/>
            <p:cNvSpPr/>
            <p:nvPr/>
          </p:nvSpPr>
          <p:spPr>
            <a:xfrm rot="-8513943">
              <a:off x="2740738" y="-30931"/>
              <a:ext cx="73575" cy="76430"/>
            </a:xfrm>
            <a:custGeom>
              <a:rect b="b" l="l" r="r" t="t"/>
              <a:pathLst>
                <a:path extrusionOk="0" h="76374" w="73521">
                  <a:moveTo>
                    <a:pt x="73521" y="18609"/>
                  </a:moveTo>
                  <a:lnTo>
                    <a:pt x="0" y="76374"/>
                  </a:lnTo>
                  <a:lnTo>
                    <a:pt x="0" y="38074"/>
                  </a:lnTo>
                  <a:lnTo>
                    <a:pt x="73388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2" name="Google Shape;3732;p44"/>
            <p:cNvSpPr/>
            <p:nvPr/>
          </p:nvSpPr>
          <p:spPr>
            <a:xfrm rot="8713740">
              <a:off x="2166943" y="2731881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3" name="Google Shape;3733;p44"/>
            <p:cNvSpPr/>
            <p:nvPr/>
          </p:nvSpPr>
          <p:spPr>
            <a:xfrm rot="8713740">
              <a:off x="2256488" y="2761143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4" name="Google Shape;3734;p44"/>
            <p:cNvSpPr/>
            <p:nvPr/>
          </p:nvSpPr>
          <p:spPr>
            <a:xfrm rot="8713740">
              <a:off x="2211540" y="2674718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5" name="Google Shape;3735;p44"/>
            <p:cNvSpPr/>
            <p:nvPr/>
          </p:nvSpPr>
          <p:spPr>
            <a:xfrm rot="8713740">
              <a:off x="2054592" y="282019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6" name="Google Shape;3736;p44"/>
            <p:cNvSpPr/>
            <p:nvPr/>
          </p:nvSpPr>
          <p:spPr>
            <a:xfrm rot="8719330">
              <a:off x="1929807" y="261142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7" name="Google Shape;3737;p44"/>
            <p:cNvSpPr/>
            <p:nvPr/>
          </p:nvSpPr>
          <p:spPr>
            <a:xfrm rot="8713013">
              <a:off x="1917376" y="2472800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8" name="Google Shape;3738;p44"/>
            <p:cNvSpPr/>
            <p:nvPr/>
          </p:nvSpPr>
          <p:spPr>
            <a:xfrm rot="8713740">
              <a:off x="2144833" y="2861360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9" name="Google Shape;3739;p44"/>
            <p:cNvSpPr/>
            <p:nvPr/>
          </p:nvSpPr>
          <p:spPr>
            <a:xfrm rot="8713740">
              <a:off x="2456042" y="248172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0" name="Google Shape;3740;p44"/>
            <p:cNvSpPr/>
            <p:nvPr/>
          </p:nvSpPr>
          <p:spPr>
            <a:xfrm rot="8713740">
              <a:off x="2545587" y="251099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1" name="Google Shape;3741;p44"/>
            <p:cNvSpPr/>
            <p:nvPr/>
          </p:nvSpPr>
          <p:spPr>
            <a:xfrm rot="8713740">
              <a:off x="2343691" y="257004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2" name="Google Shape;3742;p44"/>
            <p:cNvSpPr/>
            <p:nvPr/>
          </p:nvSpPr>
          <p:spPr>
            <a:xfrm rot="8719330">
              <a:off x="2218907" y="236127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3" name="Google Shape;3743;p44"/>
            <p:cNvSpPr/>
            <p:nvPr/>
          </p:nvSpPr>
          <p:spPr>
            <a:xfrm rot="8713740">
              <a:off x="2433933" y="2611209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4" name="Google Shape;3744;p44"/>
            <p:cNvSpPr/>
            <p:nvPr/>
          </p:nvSpPr>
          <p:spPr>
            <a:xfrm rot="8718291">
              <a:off x="2192538" y="2461399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5" name="Google Shape;3745;p44"/>
            <p:cNvSpPr/>
            <p:nvPr/>
          </p:nvSpPr>
          <p:spPr>
            <a:xfrm rot="7480670">
              <a:off x="2538924" y="280246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6" name="Google Shape;3746;p44"/>
            <p:cNvSpPr/>
            <p:nvPr/>
          </p:nvSpPr>
          <p:spPr>
            <a:xfrm rot="-8510566">
              <a:off x="2643710" y="2769242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7" name="Google Shape;3747;p44"/>
            <p:cNvSpPr/>
            <p:nvPr/>
          </p:nvSpPr>
          <p:spPr>
            <a:xfrm rot="8706722">
              <a:off x="2829293" y="2577572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8" name="Google Shape;3748;p44"/>
            <p:cNvSpPr/>
            <p:nvPr/>
          </p:nvSpPr>
          <p:spPr>
            <a:xfrm rot="8714346">
              <a:off x="2777463" y="2473660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9" name="Google Shape;3749;p44"/>
            <p:cNvSpPr/>
            <p:nvPr/>
          </p:nvSpPr>
          <p:spPr>
            <a:xfrm rot="8713740">
              <a:off x="2534154" y="250383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0" name="Google Shape;3750;p44"/>
            <p:cNvSpPr/>
            <p:nvPr/>
          </p:nvSpPr>
          <p:spPr>
            <a:xfrm rot="8714346">
              <a:off x="2711669" y="234463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1" name="Google Shape;3751;p44"/>
            <p:cNvSpPr/>
            <p:nvPr/>
          </p:nvSpPr>
          <p:spPr>
            <a:xfrm rot="8713740">
              <a:off x="2390110" y="3391580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2" name="Google Shape;3752;p44"/>
            <p:cNvSpPr/>
            <p:nvPr/>
          </p:nvSpPr>
          <p:spPr>
            <a:xfrm rot="8713740">
              <a:off x="2479655" y="3420842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3" name="Google Shape;3753;p44"/>
            <p:cNvSpPr/>
            <p:nvPr/>
          </p:nvSpPr>
          <p:spPr>
            <a:xfrm rot="8713740">
              <a:off x="2434707" y="3334417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4" name="Google Shape;3754;p44"/>
            <p:cNvSpPr/>
            <p:nvPr/>
          </p:nvSpPr>
          <p:spPr>
            <a:xfrm rot="8713740">
              <a:off x="2277759" y="347989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5" name="Google Shape;3755;p44"/>
            <p:cNvSpPr/>
            <p:nvPr/>
          </p:nvSpPr>
          <p:spPr>
            <a:xfrm rot="8719330">
              <a:off x="2152974" y="327112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6" name="Google Shape;3756;p44"/>
            <p:cNvSpPr/>
            <p:nvPr/>
          </p:nvSpPr>
          <p:spPr>
            <a:xfrm rot="8713013">
              <a:off x="2140543" y="3132499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7" name="Google Shape;3757;p44"/>
            <p:cNvSpPr/>
            <p:nvPr/>
          </p:nvSpPr>
          <p:spPr>
            <a:xfrm rot="8713740">
              <a:off x="2368000" y="3521059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8" name="Google Shape;3758;p44"/>
            <p:cNvSpPr/>
            <p:nvPr/>
          </p:nvSpPr>
          <p:spPr>
            <a:xfrm rot="8713740">
              <a:off x="2679209" y="314142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9" name="Google Shape;3759;p44"/>
            <p:cNvSpPr/>
            <p:nvPr/>
          </p:nvSpPr>
          <p:spPr>
            <a:xfrm rot="8713740">
              <a:off x="2768754" y="317069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0" name="Google Shape;3760;p44"/>
            <p:cNvSpPr/>
            <p:nvPr/>
          </p:nvSpPr>
          <p:spPr>
            <a:xfrm rot="8713740">
              <a:off x="2566858" y="322974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1" name="Google Shape;3761;p44"/>
            <p:cNvSpPr/>
            <p:nvPr/>
          </p:nvSpPr>
          <p:spPr>
            <a:xfrm rot="8719330">
              <a:off x="2442074" y="302097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2" name="Google Shape;3762;p44"/>
            <p:cNvSpPr/>
            <p:nvPr/>
          </p:nvSpPr>
          <p:spPr>
            <a:xfrm rot="8713740">
              <a:off x="2657100" y="327090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3" name="Google Shape;3763;p44"/>
            <p:cNvSpPr/>
            <p:nvPr/>
          </p:nvSpPr>
          <p:spPr>
            <a:xfrm rot="8718291">
              <a:off x="2415705" y="3121098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4" name="Google Shape;3764;p44"/>
            <p:cNvSpPr/>
            <p:nvPr/>
          </p:nvSpPr>
          <p:spPr>
            <a:xfrm rot="7480670">
              <a:off x="2762091" y="346216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5" name="Google Shape;3765;p44"/>
            <p:cNvSpPr/>
            <p:nvPr/>
          </p:nvSpPr>
          <p:spPr>
            <a:xfrm rot="-8510566">
              <a:off x="2866877" y="3428941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6" name="Google Shape;3766;p44"/>
            <p:cNvSpPr/>
            <p:nvPr/>
          </p:nvSpPr>
          <p:spPr>
            <a:xfrm rot="8706722">
              <a:off x="3052460" y="323727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7" name="Google Shape;3767;p44"/>
            <p:cNvSpPr/>
            <p:nvPr/>
          </p:nvSpPr>
          <p:spPr>
            <a:xfrm rot="8714346">
              <a:off x="3000630" y="313335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8" name="Google Shape;3768;p44"/>
            <p:cNvSpPr/>
            <p:nvPr/>
          </p:nvSpPr>
          <p:spPr>
            <a:xfrm rot="8713740">
              <a:off x="2757321" y="316353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9" name="Google Shape;3769;p44"/>
            <p:cNvSpPr/>
            <p:nvPr/>
          </p:nvSpPr>
          <p:spPr>
            <a:xfrm rot="8714346">
              <a:off x="2934836" y="300433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0" name="Google Shape;3770;p44"/>
            <p:cNvSpPr/>
            <p:nvPr/>
          </p:nvSpPr>
          <p:spPr>
            <a:xfrm rot="8716661">
              <a:off x="2865634" y="5089131"/>
              <a:ext cx="140107" cy="103485"/>
            </a:xfrm>
            <a:custGeom>
              <a:rect b="b" l="l" r="r" t="t"/>
              <a:pathLst>
                <a:path extrusionOk="0" h="103412" w="140009">
                  <a:moveTo>
                    <a:pt x="23004" y="73821"/>
                  </a:moveTo>
                  <a:cubicBezTo>
                    <a:pt x="13002" y="64113"/>
                    <a:pt x="6677" y="50875"/>
                    <a:pt x="2853" y="34034"/>
                  </a:cubicBezTo>
                  <a:lnTo>
                    <a:pt x="0" y="0"/>
                  </a:lnTo>
                  <a:lnTo>
                    <a:pt x="140009" y="97050"/>
                  </a:lnTo>
                  <a:lnTo>
                    <a:pt x="137354" y="97759"/>
                  </a:lnTo>
                  <a:cubicBezTo>
                    <a:pt x="121846" y="100775"/>
                    <a:pt x="107579" y="102502"/>
                    <a:pt x="95370" y="103238"/>
                  </a:cubicBezTo>
                  <a:cubicBezTo>
                    <a:pt x="68307" y="105003"/>
                    <a:pt x="41831" y="93236"/>
                    <a:pt x="23004" y="73821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1" name="Google Shape;3771;p44"/>
            <p:cNvSpPr/>
            <p:nvPr/>
          </p:nvSpPr>
          <p:spPr>
            <a:xfrm rot="8713740">
              <a:off x="2608780" y="404997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2" name="Google Shape;3772;p44"/>
            <p:cNvSpPr/>
            <p:nvPr/>
          </p:nvSpPr>
          <p:spPr>
            <a:xfrm rot="8713740">
              <a:off x="2698325" y="4079238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3" name="Google Shape;3773;p44"/>
            <p:cNvSpPr/>
            <p:nvPr/>
          </p:nvSpPr>
          <p:spPr>
            <a:xfrm rot="8713740">
              <a:off x="2653377" y="3992813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4" name="Google Shape;3774;p44"/>
            <p:cNvSpPr/>
            <p:nvPr/>
          </p:nvSpPr>
          <p:spPr>
            <a:xfrm rot="8713740">
              <a:off x="2496429" y="413829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5" name="Google Shape;3775;p44"/>
            <p:cNvSpPr/>
            <p:nvPr/>
          </p:nvSpPr>
          <p:spPr>
            <a:xfrm rot="8719330">
              <a:off x="2371644" y="392951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6" name="Google Shape;3776;p44"/>
            <p:cNvSpPr/>
            <p:nvPr/>
          </p:nvSpPr>
          <p:spPr>
            <a:xfrm rot="8713013">
              <a:off x="2359213" y="3790895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7" name="Google Shape;3777;p44"/>
            <p:cNvSpPr/>
            <p:nvPr/>
          </p:nvSpPr>
          <p:spPr>
            <a:xfrm rot="8713740">
              <a:off x="2586670" y="417945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8" name="Google Shape;3778;p44"/>
            <p:cNvSpPr/>
            <p:nvPr/>
          </p:nvSpPr>
          <p:spPr>
            <a:xfrm rot="8713740">
              <a:off x="2897879" y="3799824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9" name="Google Shape;3779;p44"/>
            <p:cNvSpPr/>
            <p:nvPr/>
          </p:nvSpPr>
          <p:spPr>
            <a:xfrm rot="8716661">
              <a:off x="2989188" y="3839862"/>
              <a:ext cx="209296" cy="253949"/>
            </a:xfrm>
            <a:custGeom>
              <a:rect b="b" l="l" r="r" t="t"/>
              <a:pathLst>
                <a:path extrusionOk="0" h="253771" w="209149">
                  <a:moveTo>
                    <a:pt x="147179" y="97023"/>
                  </a:moveTo>
                  <a:lnTo>
                    <a:pt x="147179" y="80620"/>
                  </a:lnTo>
                  <a:cubicBezTo>
                    <a:pt x="147179" y="56013"/>
                    <a:pt x="133054" y="39154"/>
                    <a:pt x="113460" y="39154"/>
                  </a:cubicBezTo>
                  <a:lnTo>
                    <a:pt x="104592" y="42082"/>
                  </a:lnTo>
                  <a:lnTo>
                    <a:pt x="139399" y="0"/>
                  </a:lnTo>
                  <a:lnTo>
                    <a:pt x="165512" y="4538"/>
                  </a:lnTo>
                  <a:cubicBezTo>
                    <a:pt x="193258" y="16029"/>
                    <a:pt x="209149" y="45077"/>
                    <a:pt x="209149" y="87454"/>
                  </a:cubicBezTo>
                  <a:lnTo>
                    <a:pt x="209149" y="93378"/>
                  </a:lnTo>
                  <a:close/>
                  <a:moveTo>
                    <a:pt x="0" y="253771"/>
                  </a:moveTo>
                  <a:lnTo>
                    <a:pt x="0" y="168537"/>
                  </a:lnTo>
                  <a:lnTo>
                    <a:pt x="65782" y="89005"/>
                  </a:lnTo>
                  <a:lnTo>
                    <a:pt x="64377" y="92403"/>
                  </a:lnTo>
                  <a:cubicBezTo>
                    <a:pt x="61657" y="102890"/>
                    <a:pt x="60148" y="114452"/>
                    <a:pt x="60148" y="126641"/>
                  </a:cubicBezTo>
                  <a:lnTo>
                    <a:pt x="60148" y="212762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0" name="Google Shape;3780;p44"/>
            <p:cNvSpPr/>
            <p:nvPr/>
          </p:nvSpPr>
          <p:spPr>
            <a:xfrm rot="8713740">
              <a:off x="2785528" y="3888142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1" name="Google Shape;3781;p44"/>
            <p:cNvSpPr/>
            <p:nvPr/>
          </p:nvSpPr>
          <p:spPr>
            <a:xfrm rot="8719330">
              <a:off x="2660744" y="367936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2" name="Google Shape;3782;p44"/>
            <p:cNvSpPr/>
            <p:nvPr/>
          </p:nvSpPr>
          <p:spPr>
            <a:xfrm rot="8713740">
              <a:off x="2875770" y="3929304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3" name="Google Shape;3783;p44"/>
            <p:cNvSpPr/>
            <p:nvPr/>
          </p:nvSpPr>
          <p:spPr>
            <a:xfrm rot="8718291">
              <a:off x="2634375" y="3779494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4" name="Google Shape;3784;p44"/>
            <p:cNvSpPr/>
            <p:nvPr/>
          </p:nvSpPr>
          <p:spPr>
            <a:xfrm rot="7483339">
              <a:off x="2986581" y="4140672"/>
              <a:ext cx="156110" cy="196011"/>
            </a:xfrm>
            <a:custGeom>
              <a:rect b="b" l="l" r="r" t="t"/>
              <a:pathLst>
                <a:path extrusionOk="0" h="195873" w="156000">
                  <a:moveTo>
                    <a:pt x="42863" y="195873"/>
                  </a:moveTo>
                  <a:lnTo>
                    <a:pt x="0" y="116129"/>
                  </a:lnTo>
                  <a:lnTo>
                    <a:pt x="19423" y="62274"/>
                  </a:lnTo>
                  <a:lnTo>
                    <a:pt x="127856" y="0"/>
                  </a:lnTo>
                  <a:lnTo>
                    <a:pt x="156000" y="0"/>
                  </a:lnTo>
                  <a:lnTo>
                    <a:pt x="156000" y="55323"/>
                  </a:lnTo>
                  <a:lnTo>
                    <a:pt x="91208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5" name="Google Shape;3785;p44"/>
            <p:cNvSpPr/>
            <p:nvPr/>
          </p:nvSpPr>
          <p:spPr>
            <a:xfrm rot="8713740">
              <a:off x="2975991" y="382192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6" name="Google Shape;3786;p44"/>
            <p:cNvSpPr/>
            <p:nvPr/>
          </p:nvSpPr>
          <p:spPr>
            <a:xfrm rot="8716661">
              <a:off x="3136274" y="3677839"/>
              <a:ext cx="62254" cy="70821"/>
            </a:xfrm>
            <a:custGeom>
              <a:rect b="b" l="l" r="r" t="t"/>
              <a:pathLst>
                <a:path extrusionOk="0" h="70771" w="62210">
                  <a:moveTo>
                    <a:pt x="0" y="69343"/>
                  </a:moveTo>
                  <a:lnTo>
                    <a:pt x="57354" y="0"/>
                  </a:lnTo>
                  <a:lnTo>
                    <a:pt x="62210" y="11557"/>
                  </a:lnTo>
                  <a:cubicBezTo>
                    <a:pt x="62210" y="26619"/>
                    <a:pt x="56461" y="41796"/>
                    <a:pt x="44963" y="53294"/>
                  </a:cubicBezTo>
                  <a:cubicBezTo>
                    <a:pt x="33925" y="64332"/>
                    <a:pt x="19208" y="70771"/>
                    <a:pt x="3570" y="70771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7" name="Google Shape;3787;p44"/>
            <p:cNvSpPr/>
            <p:nvPr/>
          </p:nvSpPr>
          <p:spPr>
            <a:xfrm rot="8713740">
              <a:off x="2831947" y="470967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8" name="Google Shape;3788;p44"/>
            <p:cNvSpPr/>
            <p:nvPr/>
          </p:nvSpPr>
          <p:spPr>
            <a:xfrm rot="8716661">
              <a:off x="2922611" y="4749915"/>
              <a:ext cx="209296" cy="251683"/>
            </a:xfrm>
            <a:custGeom>
              <a:rect b="b" l="l" r="r" t="t"/>
              <a:pathLst>
                <a:path extrusionOk="0" h="251506" w="209149">
                  <a:moveTo>
                    <a:pt x="147179" y="94758"/>
                  </a:moveTo>
                  <a:lnTo>
                    <a:pt x="147179" y="78354"/>
                  </a:lnTo>
                  <a:cubicBezTo>
                    <a:pt x="147179" y="66051"/>
                    <a:pt x="143648" y="55685"/>
                    <a:pt x="137667" y="48394"/>
                  </a:cubicBezTo>
                  <a:lnTo>
                    <a:pt x="119535" y="39776"/>
                  </a:lnTo>
                  <a:lnTo>
                    <a:pt x="152434" y="0"/>
                  </a:lnTo>
                  <a:lnTo>
                    <a:pt x="165512" y="2273"/>
                  </a:lnTo>
                  <a:cubicBezTo>
                    <a:pt x="193258" y="13764"/>
                    <a:pt x="209149" y="42812"/>
                    <a:pt x="209149" y="85189"/>
                  </a:cubicBezTo>
                  <a:lnTo>
                    <a:pt x="209149" y="91113"/>
                  </a:lnTo>
                  <a:close/>
                  <a:moveTo>
                    <a:pt x="0" y="251506"/>
                  </a:moveTo>
                  <a:lnTo>
                    <a:pt x="0" y="184297"/>
                  </a:lnTo>
                  <a:lnTo>
                    <a:pt x="62006" y="109330"/>
                  </a:lnTo>
                  <a:lnTo>
                    <a:pt x="60148" y="124376"/>
                  </a:lnTo>
                  <a:lnTo>
                    <a:pt x="60148" y="210497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9" name="Google Shape;3789;p44"/>
            <p:cNvSpPr/>
            <p:nvPr/>
          </p:nvSpPr>
          <p:spPr>
            <a:xfrm rot="8713740">
              <a:off x="2876544" y="4652512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0" name="Google Shape;3790;p44"/>
            <p:cNvSpPr/>
            <p:nvPr/>
          </p:nvSpPr>
          <p:spPr>
            <a:xfrm rot="8713740">
              <a:off x="2719596" y="479799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1" name="Google Shape;3791;p44"/>
            <p:cNvSpPr/>
            <p:nvPr/>
          </p:nvSpPr>
          <p:spPr>
            <a:xfrm rot="8719330">
              <a:off x="2594811" y="458921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2" name="Google Shape;3792;p44"/>
            <p:cNvSpPr/>
            <p:nvPr/>
          </p:nvSpPr>
          <p:spPr>
            <a:xfrm rot="8713013">
              <a:off x="2582380" y="4450594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3" name="Google Shape;3793;p44"/>
            <p:cNvSpPr/>
            <p:nvPr/>
          </p:nvSpPr>
          <p:spPr>
            <a:xfrm rot="8713740">
              <a:off x="2809837" y="4839154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4" name="Google Shape;3794;p44"/>
            <p:cNvSpPr/>
            <p:nvPr/>
          </p:nvSpPr>
          <p:spPr>
            <a:xfrm rot="8716661">
              <a:off x="3081321" y="4514190"/>
              <a:ext cx="36698" cy="44368"/>
            </a:xfrm>
            <a:custGeom>
              <a:rect b="b" l="l" r="r" t="t"/>
              <a:pathLst>
                <a:path extrusionOk="0" h="44337" w="36672">
                  <a:moveTo>
                    <a:pt x="0" y="44337"/>
                  </a:moveTo>
                  <a:lnTo>
                    <a:pt x="36672" y="0"/>
                  </a:lnTo>
                  <a:lnTo>
                    <a:pt x="36672" y="2983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5" name="Google Shape;3795;p44"/>
            <p:cNvSpPr/>
            <p:nvPr/>
          </p:nvSpPr>
          <p:spPr>
            <a:xfrm rot="8713740">
              <a:off x="3008695" y="454784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6" name="Google Shape;3796;p44"/>
            <p:cNvSpPr/>
            <p:nvPr/>
          </p:nvSpPr>
          <p:spPr>
            <a:xfrm rot="8716661">
              <a:off x="2879042" y="4338914"/>
              <a:ext cx="203990" cy="196012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22587"/>
                  </a:lnTo>
                  <a:lnTo>
                    <a:pt x="18682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7" name="Google Shape;3797;p44"/>
            <p:cNvSpPr/>
            <p:nvPr/>
          </p:nvSpPr>
          <p:spPr>
            <a:xfrm rot="8716661">
              <a:off x="3060988" y="4621466"/>
              <a:ext cx="34927" cy="75832"/>
            </a:xfrm>
            <a:custGeom>
              <a:rect b="b" l="l" r="r" t="t"/>
              <a:pathLst>
                <a:path extrusionOk="0" h="75779" w="34902">
                  <a:moveTo>
                    <a:pt x="34902" y="75779"/>
                  </a:moveTo>
                  <a:lnTo>
                    <a:pt x="0" y="42198"/>
                  </a:lnTo>
                  <a:lnTo>
                    <a:pt x="34902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8" name="Google Shape;3798;p44"/>
            <p:cNvSpPr/>
            <p:nvPr/>
          </p:nvSpPr>
          <p:spPr>
            <a:xfrm rot="8718291">
              <a:off x="2857542" y="4439193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9" name="Google Shape;3799;p44"/>
            <p:cNvSpPr/>
            <p:nvPr/>
          </p:nvSpPr>
          <p:spPr>
            <a:xfrm rot="8713740">
              <a:off x="1945425" y="207090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0" name="Google Shape;3800;p44"/>
            <p:cNvSpPr/>
            <p:nvPr/>
          </p:nvSpPr>
          <p:spPr>
            <a:xfrm rot="8713740">
              <a:off x="2034970" y="210016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1" name="Google Shape;3801;p44"/>
            <p:cNvSpPr/>
            <p:nvPr/>
          </p:nvSpPr>
          <p:spPr>
            <a:xfrm rot="8713740">
              <a:off x="1990022" y="2013744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2" name="Google Shape;3802;p44"/>
            <p:cNvSpPr/>
            <p:nvPr/>
          </p:nvSpPr>
          <p:spPr>
            <a:xfrm rot="8713740">
              <a:off x="1833074" y="215922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3" name="Google Shape;3803;p44"/>
            <p:cNvSpPr/>
            <p:nvPr/>
          </p:nvSpPr>
          <p:spPr>
            <a:xfrm rot="8719330">
              <a:off x="1708289" y="195044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4" name="Google Shape;3804;p44"/>
            <p:cNvSpPr/>
            <p:nvPr/>
          </p:nvSpPr>
          <p:spPr>
            <a:xfrm rot="8713013">
              <a:off x="1695858" y="1811826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5" name="Google Shape;3805;p44"/>
            <p:cNvSpPr/>
            <p:nvPr/>
          </p:nvSpPr>
          <p:spPr>
            <a:xfrm rot="8713740">
              <a:off x="1923315" y="220038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6" name="Google Shape;3806;p44"/>
            <p:cNvSpPr/>
            <p:nvPr/>
          </p:nvSpPr>
          <p:spPr>
            <a:xfrm rot="8713740">
              <a:off x="2234524" y="182075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7" name="Google Shape;3807;p44"/>
            <p:cNvSpPr/>
            <p:nvPr/>
          </p:nvSpPr>
          <p:spPr>
            <a:xfrm rot="8713740">
              <a:off x="2324069" y="1850017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8" name="Google Shape;3808;p44"/>
            <p:cNvSpPr/>
            <p:nvPr/>
          </p:nvSpPr>
          <p:spPr>
            <a:xfrm rot="8713740">
              <a:off x="2122173" y="190907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9" name="Google Shape;3809;p44"/>
            <p:cNvSpPr/>
            <p:nvPr/>
          </p:nvSpPr>
          <p:spPr>
            <a:xfrm rot="8719330">
              <a:off x="1997389" y="170029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0" name="Google Shape;3810;p44"/>
            <p:cNvSpPr/>
            <p:nvPr/>
          </p:nvSpPr>
          <p:spPr>
            <a:xfrm rot="8713740">
              <a:off x="2212415" y="195023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1" name="Google Shape;3811;p44"/>
            <p:cNvSpPr/>
            <p:nvPr/>
          </p:nvSpPr>
          <p:spPr>
            <a:xfrm rot="8718291">
              <a:off x="1971020" y="1800425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2" name="Google Shape;3812;p44"/>
            <p:cNvSpPr/>
            <p:nvPr/>
          </p:nvSpPr>
          <p:spPr>
            <a:xfrm rot="7480670">
              <a:off x="2317406" y="214149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3" name="Google Shape;3813;p44"/>
            <p:cNvSpPr/>
            <p:nvPr/>
          </p:nvSpPr>
          <p:spPr>
            <a:xfrm rot="-8510566">
              <a:off x="2422192" y="2108268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4" name="Google Shape;3814;p44"/>
            <p:cNvSpPr/>
            <p:nvPr/>
          </p:nvSpPr>
          <p:spPr>
            <a:xfrm rot="8706722">
              <a:off x="2607775" y="1916598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5" name="Google Shape;3815;p44"/>
            <p:cNvSpPr/>
            <p:nvPr/>
          </p:nvSpPr>
          <p:spPr>
            <a:xfrm rot="8714346">
              <a:off x="2555945" y="181268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6" name="Google Shape;3816;p44"/>
            <p:cNvSpPr/>
            <p:nvPr/>
          </p:nvSpPr>
          <p:spPr>
            <a:xfrm rot="8713740">
              <a:off x="2312636" y="184285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7" name="Google Shape;3817;p44"/>
            <p:cNvSpPr/>
            <p:nvPr/>
          </p:nvSpPr>
          <p:spPr>
            <a:xfrm rot="8714346">
              <a:off x="2490151" y="168366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8" name="Google Shape;3818;p44"/>
            <p:cNvSpPr/>
            <p:nvPr/>
          </p:nvSpPr>
          <p:spPr>
            <a:xfrm rot="8713740">
              <a:off x="1722258" y="141120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9" name="Google Shape;3819;p44"/>
            <p:cNvSpPr/>
            <p:nvPr/>
          </p:nvSpPr>
          <p:spPr>
            <a:xfrm rot="8713740">
              <a:off x="1811803" y="144047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0" name="Google Shape;3820;p44"/>
            <p:cNvSpPr/>
            <p:nvPr/>
          </p:nvSpPr>
          <p:spPr>
            <a:xfrm rot="8713740">
              <a:off x="1766855" y="1354045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1" name="Google Shape;3821;p44"/>
            <p:cNvSpPr/>
            <p:nvPr/>
          </p:nvSpPr>
          <p:spPr>
            <a:xfrm rot="8713740">
              <a:off x="1609907" y="149952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2" name="Google Shape;3822;p44"/>
            <p:cNvSpPr/>
            <p:nvPr/>
          </p:nvSpPr>
          <p:spPr>
            <a:xfrm rot="8719330">
              <a:off x="1485122" y="129075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3" name="Google Shape;3823;p44"/>
            <p:cNvSpPr/>
            <p:nvPr/>
          </p:nvSpPr>
          <p:spPr>
            <a:xfrm rot="8713013">
              <a:off x="1472691" y="1152127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4" name="Google Shape;3824;p44"/>
            <p:cNvSpPr/>
            <p:nvPr/>
          </p:nvSpPr>
          <p:spPr>
            <a:xfrm rot="8713740">
              <a:off x="1700148" y="154068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5" name="Google Shape;3825;p44"/>
            <p:cNvSpPr/>
            <p:nvPr/>
          </p:nvSpPr>
          <p:spPr>
            <a:xfrm rot="8713740">
              <a:off x="2011357" y="116105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6" name="Google Shape;3826;p44"/>
            <p:cNvSpPr/>
            <p:nvPr/>
          </p:nvSpPr>
          <p:spPr>
            <a:xfrm rot="8713740">
              <a:off x="2100902" y="1190318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7" name="Google Shape;3827;p44"/>
            <p:cNvSpPr/>
            <p:nvPr/>
          </p:nvSpPr>
          <p:spPr>
            <a:xfrm rot="8713740">
              <a:off x="1899006" y="124937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8" name="Google Shape;3828;p44"/>
            <p:cNvSpPr/>
            <p:nvPr/>
          </p:nvSpPr>
          <p:spPr>
            <a:xfrm rot="8719330">
              <a:off x="1774222" y="104059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9" name="Google Shape;3829;p44"/>
            <p:cNvSpPr/>
            <p:nvPr/>
          </p:nvSpPr>
          <p:spPr>
            <a:xfrm rot="8713740">
              <a:off x="1989248" y="129053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0" name="Google Shape;3830;p44"/>
            <p:cNvSpPr/>
            <p:nvPr/>
          </p:nvSpPr>
          <p:spPr>
            <a:xfrm rot="8718291">
              <a:off x="1747853" y="1140726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1" name="Google Shape;3831;p44"/>
            <p:cNvSpPr/>
            <p:nvPr/>
          </p:nvSpPr>
          <p:spPr>
            <a:xfrm rot="7480670">
              <a:off x="2094239" y="148179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2" name="Google Shape;3832;p44"/>
            <p:cNvSpPr/>
            <p:nvPr/>
          </p:nvSpPr>
          <p:spPr>
            <a:xfrm rot="-8510566">
              <a:off x="2199025" y="1448569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3" name="Google Shape;3833;p44"/>
            <p:cNvSpPr/>
            <p:nvPr/>
          </p:nvSpPr>
          <p:spPr>
            <a:xfrm rot="8706722">
              <a:off x="2384608" y="1256899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4" name="Google Shape;3834;p44"/>
            <p:cNvSpPr/>
            <p:nvPr/>
          </p:nvSpPr>
          <p:spPr>
            <a:xfrm rot="8714346">
              <a:off x="2332778" y="115298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5" name="Google Shape;3835;p44"/>
            <p:cNvSpPr/>
            <p:nvPr/>
          </p:nvSpPr>
          <p:spPr>
            <a:xfrm rot="8713740">
              <a:off x="2089469" y="118315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6" name="Google Shape;3836;p44"/>
            <p:cNvSpPr/>
            <p:nvPr/>
          </p:nvSpPr>
          <p:spPr>
            <a:xfrm rot="8714346">
              <a:off x="2266984" y="102396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7" name="Google Shape;3837;p44"/>
            <p:cNvSpPr/>
            <p:nvPr/>
          </p:nvSpPr>
          <p:spPr>
            <a:xfrm rot="8713740">
              <a:off x="1503319" y="749150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8" name="Google Shape;3838;p44"/>
            <p:cNvSpPr/>
            <p:nvPr/>
          </p:nvSpPr>
          <p:spPr>
            <a:xfrm rot="8713740">
              <a:off x="1592864" y="778412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9" name="Google Shape;3839;p44"/>
            <p:cNvSpPr/>
            <p:nvPr/>
          </p:nvSpPr>
          <p:spPr>
            <a:xfrm rot="8713740">
              <a:off x="1547916" y="691987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0" name="Google Shape;3840;p44"/>
            <p:cNvSpPr/>
            <p:nvPr/>
          </p:nvSpPr>
          <p:spPr>
            <a:xfrm rot="8713740">
              <a:off x="1390968" y="83746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1" name="Google Shape;3841;p44"/>
            <p:cNvSpPr/>
            <p:nvPr/>
          </p:nvSpPr>
          <p:spPr>
            <a:xfrm rot="8719330">
              <a:off x="1266183" y="62869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2" name="Google Shape;3842;p44"/>
            <p:cNvSpPr/>
            <p:nvPr/>
          </p:nvSpPr>
          <p:spPr>
            <a:xfrm rot="8713013">
              <a:off x="1253752" y="490069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3" name="Google Shape;3843;p44"/>
            <p:cNvSpPr/>
            <p:nvPr/>
          </p:nvSpPr>
          <p:spPr>
            <a:xfrm rot="8713740">
              <a:off x="1481209" y="878629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4" name="Google Shape;3844;p44"/>
            <p:cNvSpPr/>
            <p:nvPr/>
          </p:nvSpPr>
          <p:spPr>
            <a:xfrm rot="8713740">
              <a:off x="1792418" y="49899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5" name="Google Shape;3845;p44"/>
            <p:cNvSpPr/>
            <p:nvPr/>
          </p:nvSpPr>
          <p:spPr>
            <a:xfrm rot="8713740">
              <a:off x="1881963" y="52826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6" name="Google Shape;3846;p44"/>
            <p:cNvSpPr/>
            <p:nvPr/>
          </p:nvSpPr>
          <p:spPr>
            <a:xfrm rot="8713740">
              <a:off x="1680067" y="58731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7" name="Google Shape;3847;p44"/>
            <p:cNvSpPr/>
            <p:nvPr/>
          </p:nvSpPr>
          <p:spPr>
            <a:xfrm rot="8719330">
              <a:off x="1555283" y="37854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8" name="Google Shape;3848;p44"/>
            <p:cNvSpPr/>
            <p:nvPr/>
          </p:nvSpPr>
          <p:spPr>
            <a:xfrm rot="8713740">
              <a:off x="1770309" y="62847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9" name="Google Shape;3849;p44"/>
            <p:cNvSpPr/>
            <p:nvPr/>
          </p:nvSpPr>
          <p:spPr>
            <a:xfrm rot="8718291">
              <a:off x="1528914" y="478668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0" name="Google Shape;3850;p44"/>
            <p:cNvSpPr/>
            <p:nvPr/>
          </p:nvSpPr>
          <p:spPr>
            <a:xfrm rot="7480670">
              <a:off x="1875300" y="81973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1" name="Google Shape;3851;p44"/>
            <p:cNvSpPr/>
            <p:nvPr/>
          </p:nvSpPr>
          <p:spPr>
            <a:xfrm rot="-8510566">
              <a:off x="1980086" y="786511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2" name="Google Shape;3852;p44"/>
            <p:cNvSpPr/>
            <p:nvPr/>
          </p:nvSpPr>
          <p:spPr>
            <a:xfrm rot="8706722">
              <a:off x="2165669" y="59484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3" name="Google Shape;3853;p44"/>
            <p:cNvSpPr/>
            <p:nvPr/>
          </p:nvSpPr>
          <p:spPr>
            <a:xfrm rot="8714346">
              <a:off x="2113839" y="49092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4" name="Google Shape;3854;p44"/>
            <p:cNvSpPr/>
            <p:nvPr/>
          </p:nvSpPr>
          <p:spPr>
            <a:xfrm rot="8713740">
              <a:off x="1870530" y="52110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5" name="Google Shape;3855;p44"/>
            <p:cNvSpPr/>
            <p:nvPr/>
          </p:nvSpPr>
          <p:spPr>
            <a:xfrm rot="8714346">
              <a:off x="2048045" y="36190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6" name="Google Shape;3856;p44"/>
            <p:cNvSpPr/>
            <p:nvPr/>
          </p:nvSpPr>
          <p:spPr>
            <a:xfrm rot="8713740">
              <a:off x="1280649" y="8573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7" name="Google Shape;3857;p44"/>
            <p:cNvSpPr/>
            <p:nvPr/>
          </p:nvSpPr>
          <p:spPr>
            <a:xfrm rot="8713740">
              <a:off x="1370194" y="114997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8" name="Google Shape;3858;p44"/>
            <p:cNvSpPr/>
            <p:nvPr/>
          </p:nvSpPr>
          <p:spPr>
            <a:xfrm rot="8713740">
              <a:off x="1325246" y="28572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9" name="Google Shape;3859;p44"/>
            <p:cNvSpPr/>
            <p:nvPr/>
          </p:nvSpPr>
          <p:spPr>
            <a:xfrm rot="8713740">
              <a:off x="1168298" y="17405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0" name="Google Shape;3860;p44"/>
            <p:cNvSpPr/>
            <p:nvPr/>
          </p:nvSpPr>
          <p:spPr>
            <a:xfrm rot="8716661">
              <a:off x="1045285" y="-13632"/>
              <a:ext cx="203990" cy="172693"/>
            </a:xfrm>
            <a:custGeom>
              <a:rect b="b" l="l" r="r" t="t"/>
              <a:pathLst>
                <a:path extrusionOk="0" h="172572" w="203847">
                  <a:moveTo>
                    <a:pt x="98725" y="172572"/>
                  </a:moveTo>
                  <a:lnTo>
                    <a:pt x="65988" y="149880"/>
                  </a:ln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1" name="Google Shape;3861;p44"/>
            <p:cNvSpPr/>
            <p:nvPr/>
          </p:nvSpPr>
          <p:spPr>
            <a:xfrm rot="8716661">
              <a:off x="1049370" y="-107440"/>
              <a:ext cx="290847" cy="275416"/>
            </a:xfrm>
            <a:custGeom>
              <a:rect b="b" l="l" r="r" t="t"/>
              <a:pathLst>
                <a:path extrusionOk="0" h="275223" w="290643">
                  <a:moveTo>
                    <a:pt x="79172" y="128638"/>
                  </a:moveTo>
                  <a:lnTo>
                    <a:pt x="0" y="73758"/>
                  </a:lnTo>
                  <a:lnTo>
                    <a:pt x="0" y="40596"/>
                  </a:lnTo>
                  <a:lnTo>
                    <a:pt x="78250" y="0"/>
                  </a:lnTo>
                  <a:close/>
                  <a:moveTo>
                    <a:pt x="290643" y="275223"/>
                  </a:moveTo>
                  <a:lnTo>
                    <a:pt x="278016" y="266470"/>
                  </a:lnTo>
                  <a:lnTo>
                    <a:pt x="289467" y="261815"/>
                  </a:lnTo>
                  <a:cubicBezTo>
                    <a:pt x="290055" y="264168"/>
                    <a:pt x="290643" y="267110"/>
                    <a:pt x="290643" y="26946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2" name="Google Shape;3862;p44"/>
            <p:cNvSpPr/>
            <p:nvPr/>
          </p:nvSpPr>
          <p:spPr>
            <a:xfrm rot="8713740">
              <a:off x="1258539" y="215214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3" name="Google Shape;3863;p44"/>
            <p:cNvSpPr/>
            <p:nvPr/>
          </p:nvSpPr>
          <p:spPr>
            <a:xfrm rot="8716661">
              <a:off x="1604405" y="-50051"/>
              <a:ext cx="142267" cy="106822"/>
            </a:xfrm>
            <a:custGeom>
              <a:rect b="b" l="l" r="r" t="t"/>
              <a:pathLst>
                <a:path extrusionOk="0" h="106747" w="142167">
                  <a:moveTo>
                    <a:pt x="142167" y="106747"/>
                  </a:moveTo>
                  <a:lnTo>
                    <a:pt x="79942" y="63615"/>
                  </a:lnTo>
                  <a:lnTo>
                    <a:pt x="74103" y="53597"/>
                  </a:lnTo>
                  <a:cubicBezTo>
                    <a:pt x="70400" y="50806"/>
                    <a:pt x="65616" y="49439"/>
                    <a:pt x="60604" y="50123"/>
                  </a:cubicBezTo>
                  <a:lnTo>
                    <a:pt x="60478" y="50123"/>
                  </a:lnTo>
                  <a:lnTo>
                    <a:pt x="0" y="8201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8"/>
                    <a:pt x="142167" y="501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4" name="Google Shape;3864;p44"/>
            <p:cNvSpPr/>
            <p:nvPr/>
          </p:nvSpPr>
          <p:spPr>
            <a:xfrm rot="8716661">
              <a:off x="1699580" y="-2042"/>
              <a:ext cx="260822" cy="104465"/>
            </a:xfrm>
            <a:custGeom>
              <a:rect b="b" l="l" r="r" t="t"/>
              <a:pathLst>
                <a:path extrusionOk="0" h="104392" w="260639">
                  <a:moveTo>
                    <a:pt x="117530" y="104392"/>
                  </a:moveTo>
                  <a:lnTo>
                    <a:pt x="51490" y="58614"/>
                  </a:lnTo>
                  <a:lnTo>
                    <a:pt x="51490" y="45624"/>
                  </a:lnTo>
                  <a:lnTo>
                    <a:pt x="32748" y="45624"/>
                  </a:lnTo>
                  <a:lnTo>
                    <a:pt x="0" y="22924"/>
                  </a:lnTo>
                  <a:lnTo>
                    <a:pt x="0" y="1425"/>
                  </a:lnTo>
                  <a:lnTo>
                    <a:pt x="104802" y="1425"/>
                  </a:lnTo>
                  <a:lnTo>
                    <a:pt x="104802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5"/>
                    <a:pt x="184544" y="40156"/>
                    <a:pt x="164950" y="40156"/>
                  </a:cubicBezTo>
                  <a:cubicBezTo>
                    <a:pt x="150369" y="40156"/>
                    <a:pt x="137041" y="49839"/>
                    <a:pt x="127358" y="65616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5" name="Google Shape;3865;p44"/>
            <p:cNvSpPr/>
            <p:nvPr/>
          </p:nvSpPr>
          <p:spPr>
            <a:xfrm rot="8713740">
              <a:off x="1547639" y="-3493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6" name="Google Shape;3866;p44"/>
            <p:cNvSpPr/>
            <p:nvPr/>
          </p:nvSpPr>
          <p:spPr>
            <a:xfrm rot="7480670">
              <a:off x="1652630" y="15632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7" name="Google Shape;3867;p44"/>
            <p:cNvSpPr/>
            <p:nvPr/>
          </p:nvSpPr>
          <p:spPr>
            <a:xfrm rot="-8510566">
              <a:off x="1757416" y="123096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8" name="Google Shape;3868;p44"/>
            <p:cNvSpPr/>
            <p:nvPr/>
          </p:nvSpPr>
          <p:spPr>
            <a:xfrm rot="8716661">
              <a:off x="1960493" y="3228"/>
              <a:ext cx="142787" cy="109254"/>
            </a:xfrm>
            <a:custGeom>
              <a:rect b="b" l="l" r="r" t="t"/>
              <a:pathLst>
                <a:path extrusionOk="0" h="109177" w="142687">
                  <a:moveTo>
                    <a:pt x="48521" y="109177"/>
                  </a:moveTo>
                  <a:lnTo>
                    <a:pt x="0" y="75545"/>
                  </a:lnTo>
                  <a:lnTo>
                    <a:pt x="44875" y="33320"/>
                  </a:lnTo>
                  <a:cubicBezTo>
                    <a:pt x="60998" y="14511"/>
                    <a:pt x="84107" y="2687"/>
                    <a:pt x="109367" y="0"/>
                  </a:cubicBezTo>
                  <a:cubicBezTo>
                    <a:pt x="135163" y="0"/>
                    <a:pt x="142687" y="22572"/>
                    <a:pt x="142687" y="39770"/>
                  </a:cubicBezTo>
                  <a:cubicBezTo>
                    <a:pt x="141074" y="58580"/>
                    <a:pt x="128713" y="74165"/>
                    <a:pt x="111516" y="81689"/>
                  </a:cubicBezTo>
                  <a:lnTo>
                    <a:pt x="112053" y="8168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9" name="Google Shape;3869;p44"/>
            <p:cNvSpPr/>
            <p:nvPr/>
          </p:nvSpPr>
          <p:spPr>
            <a:xfrm rot="8713740">
              <a:off x="1076588" y="2547270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0" name="Google Shape;3870;p44"/>
            <p:cNvSpPr/>
            <p:nvPr/>
          </p:nvSpPr>
          <p:spPr>
            <a:xfrm rot="8713740">
              <a:off x="1166133" y="2576532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1" name="Google Shape;3871;p44"/>
            <p:cNvSpPr/>
            <p:nvPr/>
          </p:nvSpPr>
          <p:spPr>
            <a:xfrm rot="8713740">
              <a:off x="1121185" y="2490107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2" name="Google Shape;3872;p44"/>
            <p:cNvSpPr/>
            <p:nvPr/>
          </p:nvSpPr>
          <p:spPr>
            <a:xfrm rot="8713740">
              <a:off x="964237" y="263558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3" name="Google Shape;3873;p44"/>
            <p:cNvSpPr/>
            <p:nvPr/>
          </p:nvSpPr>
          <p:spPr>
            <a:xfrm rot="8719330">
              <a:off x="839452" y="242681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4" name="Google Shape;3874;p44"/>
            <p:cNvSpPr/>
            <p:nvPr/>
          </p:nvSpPr>
          <p:spPr>
            <a:xfrm rot="8713013">
              <a:off x="827021" y="2288189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5" name="Google Shape;3875;p44"/>
            <p:cNvSpPr/>
            <p:nvPr/>
          </p:nvSpPr>
          <p:spPr>
            <a:xfrm rot="8713740">
              <a:off x="1054478" y="2676749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6" name="Google Shape;3876;p44"/>
            <p:cNvSpPr/>
            <p:nvPr/>
          </p:nvSpPr>
          <p:spPr>
            <a:xfrm rot="8713740">
              <a:off x="1365687" y="229711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7" name="Google Shape;3877;p44"/>
            <p:cNvSpPr/>
            <p:nvPr/>
          </p:nvSpPr>
          <p:spPr>
            <a:xfrm rot="8713740">
              <a:off x="1455232" y="232638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8" name="Google Shape;3878;p44"/>
            <p:cNvSpPr/>
            <p:nvPr/>
          </p:nvSpPr>
          <p:spPr>
            <a:xfrm rot="8713740">
              <a:off x="1253336" y="238543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9" name="Google Shape;3879;p44"/>
            <p:cNvSpPr/>
            <p:nvPr/>
          </p:nvSpPr>
          <p:spPr>
            <a:xfrm rot="8719330">
              <a:off x="1128552" y="217666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0" name="Google Shape;3880;p44"/>
            <p:cNvSpPr/>
            <p:nvPr/>
          </p:nvSpPr>
          <p:spPr>
            <a:xfrm rot="8713740">
              <a:off x="1343578" y="242659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1" name="Google Shape;3881;p44"/>
            <p:cNvSpPr/>
            <p:nvPr/>
          </p:nvSpPr>
          <p:spPr>
            <a:xfrm rot="8718291">
              <a:off x="1102183" y="2276788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2" name="Google Shape;3882;p44"/>
            <p:cNvSpPr/>
            <p:nvPr/>
          </p:nvSpPr>
          <p:spPr>
            <a:xfrm rot="7480670">
              <a:off x="1448569" y="261785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3" name="Google Shape;3883;p44"/>
            <p:cNvSpPr/>
            <p:nvPr/>
          </p:nvSpPr>
          <p:spPr>
            <a:xfrm rot="-8510566">
              <a:off x="1553355" y="2584631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4" name="Google Shape;3884;p44"/>
            <p:cNvSpPr/>
            <p:nvPr/>
          </p:nvSpPr>
          <p:spPr>
            <a:xfrm rot="8706722">
              <a:off x="1738938" y="239296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5" name="Google Shape;3885;p44"/>
            <p:cNvSpPr/>
            <p:nvPr/>
          </p:nvSpPr>
          <p:spPr>
            <a:xfrm rot="8714346">
              <a:off x="1687108" y="228904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6" name="Google Shape;3886;p44"/>
            <p:cNvSpPr/>
            <p:nvPr/>
          </p:nvSpPr>
          <p:spPr>
            <a:xfrm rot="8713740">
              <a:off x="1443799" y="231922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7" name="Google Shape;3887;p44"/>
            <p:cNvSpPr/>
            <p:nvPr/>
          </p:nvSpPr>
          <p:spPr>
            <a:xfrm rot="8714346">
              <a:off x="1621314" y="216002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8" name="Google Shape;3888;p44"/>
            <p:cNvSpPr/>
            <p:nvPr/>
          </p:nvSpPr>
          <p:spPr>
            <a:xfrm rot="8713740">
              <a:off x="1299755" y="320696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9" name="Google Shape;3889;p44"/>
            <p:cNvSpPr/>
            <p:nvPr/>
          </p:nvSpPr>
          <p:spPr>
            <a:xfrm rot="8713740">
              <a:off x="1389300" y="323623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0" name="Google Shape;3890;p44"/>
            <p:cNvSpPr/>
            <p:nvPr/>
          </p:nvSpPr>
          <p:spPr>
            <a:xfrm rot="8713740">
              <a:off x="1344352" y="314980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1" name="Google Shape;3891;p44"/>
            <p:cNvSpPr/>
            <p:nvPr/>
          </p:nvSpPr>
          <p:spPr>
            <a:xfrm rot="8713740">
              <a:off x="1187404" y="329528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2" name="Google Shape;3892;p44"/>
            <p:cNvSpPr/>
            <p:nvPr/>
          </p:nvSpPr>
          <p:spPr>
            <a:xfrm rot="8719330">
              <a:off x="1062619" y="308651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3" name="Google Shape;3893;p44"/>
            <p:cNvSpPr/>
            <p:nvPr/>
          </p:nvSpPr>
          <p:spPr>
            <a:xfrm rot="8713013">
              <a:off x="1050188" y="2947888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4" name="Google Shape;3894;p44"/>
            <p:cNvSpPr/>
            <p:nvPr/>
          </p:nvSpPr>
          <p:spPr>
            <a:xfrm rot="8713740">
              <a:off x="1277645" y="333644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5" name="Google Shape;3895;p44"/>
            <p:cNvSpPr/>
            <p:nvPr/>
          </p:nvSpPr>
          <p:spPr>
            <a:xfrm rot="8713740">
              <a:off x="1588854" y="295681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6" name="Google Shape;3896;p44"/>
            <p:cNvSpPr/>
            <p:nvPr/>
          </p:nvSpPr>
          <p:spPr>
            <a:xfrm rot="8713740">
              <a:off x="1678399" y="298607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7" name="Google Shape;3897;p44"/>
            <p:cNvSpPr/>
            <p:nvPr/>
          </p:nvSpPr>
          <p:spPr>
            <a:xfrm rot="8713740">
              <a:off x="1476503" y="304513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8" name="Google Shape;3898;p44"/>
            <p:cNvSpPr/>
            <p:nvPr/>
          </p:nvSpPr>
          <p:spPr>
            <a:xfrm rot="8719330">
              <a:off x="1351719" y="283635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9" name="Google Shape;3899;p44"/>
            <p:cNvSpPr/>
            <p:nvPr/>
          </p:nvSpPr>
          <p:spPr>
            <a:xfrm rot="8713740">
              <a:off x="1566745" y="308629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0" name="Google Shape;3900;p44"/>
            <p:cNvSpPr/>
            <p:nvPr/>
          </p:nvSpPr>
          <p:spPr>
            <a:xfrm rot="8718291">
              <a:off x="1325350" y="293648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1" name="Google Shape;3901;p44"/>
            <p:cNvSpPr/>
            <p:nvPr/>
          </p:nvSpPr>
          <p:spPr>
            <a:xfrm rot="7480670">
              <a:off x="1671736" y="327755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2" name="Google Shape;3902;p44"/>
            <p:cNvSpPr/>
            <p:nvPr/>
          </p:nvSpPr>
          <p:spPr>
            <a:xfrm rot="-8510566">
              <a:off x="1776522" y="3244330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3" name="Google Shape;3903;p44"/>
            <p:cNvSpPr/>
            <p:nvPr/>
          </p:nvSpPr>
          <p:spPr>
            <a:xfrm rot="8706722">
              <a:off x="1962105" y="3052660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4" name="Google Shape;3904;p44"/>
            <p:cNvSpPr/>
            <p:nvPr/>
          </p:nvSpPr>
          <p:spPr>
            <a:xfrm rot="8714346">
              <a:off x="1910275" y="294874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5" name="Google Shape;3905;p44"/>
            <p:cNvSpPr/>
            <p:nvPr/>
          </p:nvSpPr>
          <p:spPr>
            <a:xfrm rot="8713740">
              <a:off x="1666966" y="297891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6" name="Google Shape;3906;p44"/>
            <p:cNvSpPr/>
            <p:nvPr/>
          </p:nvSpPr>
          <p:spPr>
            <a:xfrm rot="8714346">
              <a:off x="1844481" y="281972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7" name="Google Shape;3907;p44"/>
            <p:cNvSpPr/>
            <p:nvPr/>
          </p:nvSpPr>
          <p:spPr>
            <a:xfrm rot="8716661">
              <a:off x="2092087" y="5100841"/>
              <a:ext cx="63878" cy="43414"/>
            </a:xfrm>
            <a:custGeom>
              <a:rect b="b" l="l" r="r" t="t"/>
              <a:pathLst>
                <a:path extrusionOk="0" h="43384" w="63833">
                  <a:moveTo>
                    <a:pt x="5923" y="43384"/>
                  </a:moveTo>
                  <a:lnTo>
                    <a:pt x="0" y="35182"/>
                  </a:lnTo>
                  <a:lnTo>
                    <a:pt x="37391" y="0"/>
                  </a:lnTo>
                  <a:lnTo>
                    <a:pt x="63833" y="1832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8" name="Google Shape;3908;p44"/>
            <p:cNvSpPr/>
            <p:nvPr/>
          </p:nvSpPr>
          <p:spPr>
            <a:xfrm rot="8716661">
              <a:off x="1788941" y="5044260"/>
              <a:ext cx="113402" cy="144392"/>
            </a:xfrm>
            <a:custGeom>
              <a:rect b="b" l="l" r="r" t="t"/>
              <a:pathLst>
                <a:path extrusionOk="0" h="144291" w="113322">
                  <a:moveTo>
                    <a:pt x="0" y="3741"/>
                  </a:moveTo>
                  <a:lnTo>
                    <a:pt x="0" y="0"/>
                  </a:lnTo>
                  <a:lnTo>
                    <a:pt x="5398" y="3741"/>
                  </a:lnTo>
                  <a:close/>
                  <a:moveTo>
                    <a:pt x="90709" y="144291"/>
                  </a:moveTo>
                  <a:lnTo>
                    <a:pt x="47847" y="64547"/>
                  </a:lnTo>
                  <a:lnTo>
                    <a:pt x="56901" y="39441"/>
                  </a:lnTo>
                  <a:lnTo>
                    <a:pt x="113322" y="78551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9" name="Google Shape;3909;p44"/>
            <p:cNvSpPr/>
            <p:nvPr/>
          </p:nvSpPr>
          <p:spPr>
            <a:xfrm rot="8716661">
              <a:off x="1701090" y="4926838"/>
              <a:ext cx="290847" cy="318759"/>
            </a:xfrm>
            <a:custGeom>
              <a:rect b="b" l="l" r="r" t="t"/>
              <a:pathLst>
                <a:path extrusionOk="0" h="318535" w="290643">
                  <a:moveTo>
                    <a:pt x="25298" y="288944"/>
                  </a:moveTo>
                  <a:cubicBezTo>
                    <a:pt x="5295" y="269528"/>
                    <a:pt x="0" y="235992"/>
                    <a:pt x="0" y="187748"/>
                  </a:cubicBezTo>
                  <a:lnTo>
                    <a:pt x="0" y="8302"/>
                  </a:lnTo>
                  <a:lnTo>
                    <a:pt x="16003" y="0"/>
                  </a:lnTo>
                  <a:lnTo>
                    <a:pt x="78793" y="43524"/>
                  </a:lnTo>
                  <a:lnTo>
                    <a:pt x="79427" y="131855"/>
                  </a:lnTo>
                  <a:cubicBezTo>
                    <a:pt x="77662" y="164803"/>
                    <a:pt x="82957" y="198338"/>
                    <a:pt x="93547" y="229521"/>
                  </a:cubicBezTo>
                  <a:cubicBezTo>
                    <a:pt x="102961" y="255408"/>
                    <a:pt x="127083" y="268352"/>
                    <a:pt x="164149" y="268352"/>
                  </a:cubicBezTo>
                  <a:cubicBezTo>
                    <a:pt x="182387" y="267763"/>
                    <a:pt x="200038" y="264233"/>
                    <a:pt x="217100" y="258938"/>
                  </a:cubicBezTo>
                  <a:cubicBezTo>
                    <a:pt x="241810" y="251290"/>
                    <a:pt x="265933" y="241288"/>
                    <a:pt x="289467" y="229521"/>
                  </a:cubicBezTo>
                  <a:cubicBezTo>
                    <a:pt x="290055" y="231874"/>
                    <a:pt x="290643" y="234816"/>
                    <a:pt x="290643" y="237169"/>
                  </a:cubicBezTo>
                  <a:lnTo>
                    <a:pt x="290643" y="243052"/>
                  </a:lnTo>
                  <a:cubicBezTo>
                    <a:pt x="228278" y="296592"/>
                    <a:pt x="146498" y="315419"/>
                    <a:pt x="97665" y="318361"/>
                  </a:cubicBezTo>
                  <a:cubicBezTo>
                    <a:pt x="70602" y="320126"/>
                    <a:pt x="44126" y="308359"/>
                    <a:pt x="25298" y="288944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0" name="Google Shape;3910;p44"/>
            <p:cNvSpPr/>
            <p:nvPr/>
          </p:nvSpPr>
          <p:spPr>
            <a:xfrm rot="8716661">
              <a:off x="2251058" y="4935716"/>
              <a:ext cx="142267" cy="232551"/>
            </a:xfrm>
            <a:custGeom>
              <a:rect b="b" l="l" r="r" t="t"/>
              <a:pathLst>
                <a:path extrusionOk="0" h="232388" w="142167">
                  <a:moveTo>
                    <a:pt x="81108" y="232388"/>
                  </a:moveTo>
                  <a:lnTo>
                    <a:pt x="81108" y="69716"/>
                  </a:lnTo>
                  <a:cubicBezTo>
                    <a:pt x="81108" y="68350"/>
                    <a:pt x="81108" y="66983"/>
                    <a:pt x="81108" y="65616"/>
                  </a:cubicBezTo>
                  <a:cubicBezTo>
                    <a:pt x="79742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63990" y="0"/>
                  </a:lnTo>
                  <a:lnTo>
                    <a:pt x="142167" y="54190"/>
                  </a:lnTo>
                  <a:lnTo>
                    <a:pt x="142167" y="208238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1" name="Google Shape;3911;p44"/>
            <p:cNvSpPr/>
            <p:nvPr/>
          </p:nvSpPr>
          <p:spPr>
            <a:xfrm rot="8716661">
              <a:off x="2456731" y="4924426"/>
              <a:ext cx="131338" cy="253526"/>
            </a:xfrm>
            <a:custGeom>
              <a:rect b="b" l="l" r="r" t="t"/>
              <a:pathLst>
                <a:path extrusionOk="0" h="253348" w="131246">
                  <a:moveTo>
                    <a:pt x="51490" y="253348"/>
                  </a:moveTo>
                  <a:lnTo>
                    <a:pt x="51489" y="44199"/>
                  </a:lnTo>
                  <a:lnTo>
                    <a:pt x="0" y="44199"/>
                  </a:lnTo>
                  <a:lnTo>
                    <a:pt x="0" y="0"/>
                  </a:lnTo>
                  <a:lnTo>
                    <a:pt x="44807" y="0"/>
                  </a:lnTo>
                  <a:lnTo>
                    <a:pt x="104802" y="41587"/>
                  </a:lnTo>
                  <a:lnTo>
                    <a:pt x="104802" y="73817"/>
                  </a:lnTo>
                  <a:lnTo>
                    <a:pt x="106169" y="73817"/>
                  </a:lnTo>
                  <a:lnTo>
                    <a:pt x="115569" y="49050"/>
                  </a:lnTo>
                  <a:lnTo>
                    <a:pt x="131246" y="59916"/>
                  </a:lnTo>
                  <a:lnTo>
                    <a:pt x="127358" y="64191"/>
                  </a:lnTo>
                  <a:cubicBezTo>
                    <a:pt x="117675" y="79968"/>
                    <a:pt x="111638" y="101840"/>
                    <a:pt x="111638" y="126218"/>
                  </a:cubicBezTo>
                  <a:lnTo>
                    <a:pt x="111638" y="21233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2" name="Google Shape;3912;p44"/>
            <p:cNvSpPr/>
            <p:nvPr/>
          </p:nvSpPr>
          <p:spPr>
            <a:xfrm rot="8713740">
              <a:off x="2139858" y="502420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3" name="Google Shape;3913;p44"/>
            <p:cNvSpPr/>
            <p:nvPr/>
          </p:nvSpPr>
          <p:spPr>
            <a:xfrm rot="8719330">
              <a:off x="2015074" y="481542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4" name="Google Shape;3914;p44"/>
            <p:cNvSpPr/>
            <p:nvPr/>
          </p:nvSpPr>
          <p:spPr>
            <a:xfrm rot="8716661">
              <a:off x="2190205" y="5090541"/>
              <a:ext cx="60189" cy="76952"/>
            </a:xfrm>
            <a:custGeom>
              <a:rect b="b" l="l" r="r" t="t"/>
              <a:pathLst>
                <a:path extrusionOk="0" h="76898" w="60147">
                  <a:moveTo>
                    <a:pt x="60147" y="76898"/>
                  </a:moveTo>
                  <a:lnTo>
                    <a:pt x="0" y="19028"/>
                  </a:lnTo>
                  <a:lnTo>
                    <a:pt x="0" y="0"/>
                  </a:lnTo>
                  <a:lnTo>
                    <a:pt x="60147" y="41692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5" name="Google Shape;3915;p44"/>
            <p:cNvSpPr/>
            <p:nvPr/>
          </p:nvSpPr>
          <p:spPr>
            <a:xfrm rot="8718291">
              <a:off x="1988705" y="4915556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6" name="Google Shape;3916;p44"/>
            <p:cNvSpPr/>
            <p:nvPr/>
          </p:nvSpPr>
          <p:spPr>
            <a:xfrm rot="8716661">
              <a:off x="2650651" y="5021657"/>
              <a:ext cx="177824" cy="117642"/>
            </a:xfrm>
            <a:custGeom>
              <a:rect b="b" l="l" r="r" t="t"/>
              <a:pathLst>
                <a:path extrusionOk="0" h="117559" w="177699">
                  <a:moveTo>
                    <a:pt x="6986" y="117559"/>
                  </a:moveTo>
                  <a:lnTo>
                    <a:pt x="0" y="107886"/>
                  </a:lnTo>
                  <a:lnTo>
                    <a:pt x="114658" y="0"/>
                  </a:lnTo>
                  <a:lnTo>
                    <a:pt x="177699" y="43698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7" name="Google Shape;3917;p44"/>
            <p:cNvSpPr/>
            <p:nvPr/>
          </p:nvSpPr>
          <p:spPr>
            <a:xfrm rot="8714346">
              <a:off x="2573630" y="492781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8" name="Google Shape;3918;p44"/>
            <p:cNvSpPr/>
            <p:nvPr/>
          </p:nvSpPr>
          <p:spPr>
            <a:xfrm rot="8713740">
              <a:off x="2330321" y="495798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9" name="Google Shape;3919;p44"/>
            <p:cNvSpPr/>
            <p:nvPr/>
          </p:nvSpPr>
          <p:spPr>
            <a:xfrm rot="8714346">
              <a:off x="2507836" y="479879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0" name="Google Shape;3920;p44"/>
            <p:cNvSpPr/>
            <p:nvPr/>
          </p:nvSpPr>
          <p:spPr>
            <a:xfrm rot="8713740">
              <a:off x="1518425" y="386536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1" name="Google Shape;3921;p44"/>
            <p:cNvSpPr/>
            <p:nvPr/>
          </p:nvSpPr>
          <p:spPr>
            <a:xfrm rot="8713740">
              <a:off x="1607970" y="3894627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2" name="Google Shape;3922;p44"/>
            <p:cNvSpPr/>
            <p:nvPr/>
          </p:nvSpPr>
          <p:spPr>
            <a:xfrm rot="8713740">
              <a:off x="1563022" y="3808202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3" name="Google Shape;3923;p44"/>
            <p:cNvSpPr/>
            <p:nvPr/>
          </p:nvSpPr>
          <p:spPr>
            <a:xfrm rot="8713740">
              <a:off x="1406074" y="395368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4" name="Google Shape;3924;p44"/>
            <p:cNvSpPr/>
            <p:nvPr/>
          </p:nvSpPr>
          <p:spPr>
            <a:xfrm rot="8719330">
              <a:off x="1281289" y="374490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5" name="Google Shape;3925;p44"/>
            <p:cNvSpPr/>
            <p:nvPr/>
          </p:nvSpPr>
          <p:spPr>
            <a:xfrm rot="8713013">
              <a:off x="1268858" y="3606284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6" name="Google Shape;3926;p44"/>
            <p:cNvSpPr/>
            <p:nvPr/>
          </p:nvSpPr>
          <p:spPr>
            <a:xfrm rot="8713740">
              <a:off x="1496315" y="3994844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7" name="Google Shape;3927;p44"/>
            <p:cNvSpPr/>
            <p:nvPr/>
          </p:nvSpPr>
          <p:spPr>
            <a:xfrm rot="8713740">
              <a:off x="1807524" y="361521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8" name="Google Shape;3928;p44"/>
            <p:cNvSpPr/>
            <p:nvPr/>
          </p:nvSpPr>
          <p:spPr>
            <a:xfrm rot="8713740">
              <a:off x="1897069" y="364447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9" name="Google Shape;3929;p44"/>
            <p:cNvSpPr/>
            <p:nvPr/>
          </p:nvSpPr>
          <p:spPr>
            <a:xfrm rot="8713740">
              <a:off x="1695173" y="370353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0" name="Google Shape;3930;p44"/>
            <p:cNvSpPr/>
            <p:nvPr/>
          </p:nvSpPr>
          <p:spPr>
            <a:xfrm rot="8719330">
              <a:off x="1570389" y="349475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1" name="Google Shape;3931;p44"/>
            <p:cNvSpPr/>
            <p:nvPr/>
          </p:nvSpPr>
          <p:spPr>
            <a:xfrm rot="8713740">
              <a:off x="1785415" y="374469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2" name="Google Shape;3932;p44"/>
            <p:cNvSpPr/>
            <p:nvPr/>
          </p:nvSpPr>
          <p:spPr>
            <a:xfrm rot="8718291">
              <a:off x="1544020" y="3594883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3" name="Google Shape;3933;p44"/>
            <p:cNvSpPr/>
            <p:nvPr/>
          </p:nvSpPr>
          <p:spPr>
            <a:xfrm rot="7480670">
              <a:off x="1890406" y="393595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4" name="Google Shape;3934;p44"/>
            <p:cNvSpPr/>
            <p:nvPr/>
          </p:nvSpPr>
          <p:spPr>
            <a:xfrm rot="-8510566">
              <a:off x="1995192" y="3902726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5" name="Google Shape;3935;p44"/>
            <p:cNvSpPr/>
            <p:nvPr/>
          </p:nvSpPr>
          <p:spPr>
            <a:xfrm rot="8706722">
              <a:off x="2180775" y="3711056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6" name="Google Shape;3936;p44"/>
            <p:cNvSpPr/>
            <p:nvPr/>
          </p:nvSpPr>
          <p:spPr>
            <a:xfrm rot="8714346">
              <a:off x="2128945" y="360714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7" name="Google Shape;3937;p44"/>
            <p:cNvSpPr/>
            <p:nvPr/>
          </p:nvSpPr>
          <p:spPr>
            <a:xfrm rot="8713740">
              <a:off x="1885636" y="36373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8" name="Google Shape;3938;p44"/>
            <p:cNvSpPr/>
            <p:nvPr/>
          </p:nvSpPr>
          <p:spPr>
            <a:xfrm rot="8714346">
              <a:off x="2063151" y="3478123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9" name="Google Shape;3939;p44"/>
            <p:cNvSpPr/>
            <p:nvPr/>
          </p:nvSpPr>
          <p:spPr>
            <a:xfrm rot="8713740">
              <a:off x="1741592" y="4525064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0" name="Google Shape;3940;p44"/>
            <p:cNvSpPr/>
            <p:nvPr/>
          </p:nvSpPr>
          <p:spPr>
            <a:xfrm rot="8713740">
              <a:off x="1831137" y="4554326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1" name="Google Shape;3941;p44"/>
            <p:cNvSpPr/>
            <p:nvPr/>
          </p:nvSpPr>
          <p:spPr>
            <a:xfrm rot="8713740">
              <a:off x="1786189" y="4467901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2" name="Google Shape;3942;p44"/>
            <p:cNvSpPr/>
            <p:nvPr/>
          </p:nvSpPr>
          <p:spPr>
            <a:xfrm rot="8713740">
              <a:off x="1629241" y="4613382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3" name="Google Shape;3943;p44"/>
            <p:cNvSpPr/>
            <p:nvPr/>
          </p:nvSpPr>
          <p:spPr>
            <a:xfrm rot="8719330">
              <a:off x="1504456" y="440460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4" name="Google Shape;3944;p44"/>
            <p:cNvSpPr/>
            <p:nvPr/>
          </p:nvSpPr>
          <p:spPr>
            <a:xfrm rot="8713013">
              <a:off x="1492025" y="4265983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5" name="Google Shape;3945;p44"/>
            <p:cNvSpPr/>
            <p:nvPr/>
          </p:nvSpPr>
          <p:spPr>
            <a:xfrm rot="8713740">
              <a:off x="1719482" y="465454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6" name="Google Shape;3946;p44"/>
            <p:cNvSpPr/>
            <p:nvPr/>
          </p:nvSpPr>
          <p:spPr>
            <a:xfrm rot="8713740">
              <a:off x="2030691" y="4274912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7" name="Google Shape;3947;p44"/>
            <p:cNvSpPr/>
            <p:nvPr/>
          </p:nvSpPr>
          <p:spPr>
            <a:xfrm rot="8713740">
              <a:off x="2120236" y="4304174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8" name="Google Shape;3948;p44"/>
            <p:cNvSpPr/>
            <p:nvPr/>
          </p:nvSpPr>
          <p:spPr>
            <a:xfrm rot="8713740">
              <a:off x="1918340" y="436323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9" name="Google Shape;3949;p44"/>
            <p:cNvSpPr/>
            <p:nvPr/>
          </p:nvSpPr>
          <p:spPr>
            <a:xfrm rot="8719330">
              <a:off x="1793556" y="415445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0" name="Google Shape;3950;p44"/>
            <p:cNvSpPr/>
            <p:nvPr/>
          </p:nvSpPr>
          <p:spPr>
            <a:xfrm rot="8713740">
              <a:off x="2008582" y="4404392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1" name="Google Shape;3951;p44"/>
            <p:cNvSpPr/>
            <p:nvPr/>
          </p:nvSpPr>
          <p:spPr>
            <a:xfrm rot="8718291">
              <a:off x="1767187" y="4254582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2" name="Google Shape;3952;p44"/>
            <p:cNvSpPr/>
            <p:nvPr/>
          </p:nvSpPr>
          <p:spPr>
            <a:xfrm rot="7480670">
              <a:off x="2113573" y="459565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3" name="Google Shape;3953;p44"/>
            <p:cNvSpPr/>
            <p:nvPr/>
          </p:nvSpPr>
          <p:spPr>
            <a:xfrm rot="-8510566">
              <a:off x="2218359" y="4562425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4" name="Google Shape;3954;p44"/>
            <p:cNvSpPr/>
            <p:nvPr/>
          </p:nvSpPr>
          <p:spPr>
            <a:xfrm rot="8706722">
              <a:off x="2403942" y="4370755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5" name="Google Shape;3955;p44"/>
            <p:cNvSpPr/>
            <p:nvPr/>
          </p:nvSpPr>
          <p:spPr>
            <a:xfrm rot="8714346">
              <a:off x="2352112" y="4266843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6" name="Google Shape;3956;p44"/>
            <p:cNvSpPr/>
            <p:nvPr/>
          </p:nvSpPr>
          <p:spPr>
            <a:xfrm rot="8713740">
              <a:off x="2108803" y="429701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7" name="Google Shape;3957;p44"/>
            <p:cNvSpPr/>
            <p:nvPr/>
          </p:nvSpPr>
          <p:spPr>
            <a:xfrm rot="8714346">
              <a:off x="2286318" y="4137822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8" name="Google Shape;3958;p44"/>
            <p:cNvSpPr/>
            <p:nvPr/>
          </p:nvSpPr>
          <p:spPr>
            <a:xfrm rot="8713740">
              <a:off x="855070" y="188629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9" name="Google Shape;3959;p44"/>
            <p:cNvSpPr/>
            <p:nvPr/>
          </p:nvSpPr>
          <p:spPr>
            <a:xfrm rot="8713740">
              <a:off x="944615" y="1915558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0" name="Google Shape;3960;p44"/>
            <p:cNvSpPr/>
            <p:nvPr/>
          </p:nvSpPr>
          <p:spPr>
            <a:xfrm rot="8713740">
              <a:off x="899667" y="1829133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1" name="Google Shape;3961;p44"/>
            <p:cNvSpPr/>
            <p:nvPr/>
          </p:nvSpPr>
          <p:spPr>
            <a:xfrm rot="8713740">
              <a:off x="742719" y="197461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2" name="Google Shape;3962;p44"/>
            <p:cNvSpPr/>
            <p:nvPr/>
          </p:nvSpPr>
          <p:spPr>
            <a:xfrm rot="8719330">
              <a:off x="617934" y="176583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3" name="Google Shape;3963;p44"/>
            <p:cNvSpPr/>
            <p:nvPr/>
          </p:nvSpPr>
          <p:spPr>
            <a:xfrm rot="8713013">
              <a:off x="605503" y="1627215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4" name="Google Shape;3964;p44"/>
            <p:cNvSpPr/>
            <p:nvPr/>
          </p:nvSpPr>
          <p:spPr>
            <a:xfrm rot="8713740">
              <a:off x="832960" y="201577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5" name="Google Shape;3965;p44"/>
            <p:cNvSpPr/>
            <p:nvPr/>
          </p:nvSpPr>
          <p:spPr>
            <a:xfrm rot="8713740">
              <a:off x="1144169" y="1636144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6" name="Google Shape;3966;p44"/>
            <p:cNvSpPr/>
            <p:nvPr/>
          </p:nvSpPr>
          <p:spPr>
            <a:xfrm rot="8713740">
              <a:off x="1233714" y="1665406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7" name="Google Shape;3967;p44"/>
            <p:cNvSpPr/>
            <p:nvPr/>
          </p:nvSpPr>
          <p:spPr>
            <a:xfrm rot="8713740">
              <a:off x="1031818" y="1724462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8" name="Google Shape;3968;p44"/>
            <p:cNvSpPr/>
            <p:nvPr/>
          </p:nvSpPr>
          <p:spPr>
            <a:xfrm rot="8719330">
              <a:off x="907034" y="151568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9" name="Google Shape;3969;p44"/>
            <p:cNvSpPr/>
            <p:nvPr/>
          </p:nvSpPr>
          <p:spPr>
            <a:xfrm rot="8713740">
              <a:off x="1122060" y="1765624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0" name="Google Shape;3970;p44"/>
            <p:cNvSpPr/>
            <p:nvPr/>
          </p:nvSpPr>
          <p:spPr>
            <a:xfrm rot="8718291">
              <a:off x="880665" y="1615814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1" name="Google Shape;3971;p44"/>
            <p:cNvSpPr/>
            <p:nvPr/>
          </p:nvSpPr>
          <p:spPr>
            <a:xfrm rot="7480670">
              <a:off x="1227051" y="195688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2" name="Google Shape;3972;p44"/>
            <p:cNvSpPr/>
            <p:nvPr/>
          </p:nvSpPr>
          <p:spPr>
            <a:xfrm rot="-8510566">
              <a:off x="1331837" y="1923657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3" name="Google Shape;3973;p44"/>
            <p:cNvSpPr/>
            <p:nvPr/>
          </p:nvSpPr>
          <p:spPr>
            <a:xfrm rot="8706722">
              <a:off x="1517420" y="1731987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4" name="Google Shape;3974;p44"/>
            <p:cNvSpPr/>
            <p:nvPr/>
          </p:nvSpPr>
          <p:spPr>
            <a:xfrm rot="8714346">
              <a:off x="1465590" y="162807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5" name="Google Shape;3975;p44"/>
            <p:cNvSpPr/>
            <p:nvPr/>
          </p:nvSpPr>
          <p:spPr>
            <a:xfrm rot="8713740">
              <a:off x="1222281" y="165824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6" name="Google Shape;3976;p44"/>
            <p:cNvSpPr/>
            <p:nvPr/>
          </p:nvSpPr>
          <p:spPr>
            <a:xfrm rot="8714346">
              <a:off x="1399796" y="149905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7" name="Google Shape;3977;p44"/>
            <p:cNvSpPr/>
            <p:nvPr/>
          </p:nvSpPr>
          <p:spPr>
            <a:xfrm rot="8713740">
              <a:off x="631903" y="122659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8" name="Google Shape;3978;p44"/>
            <p:cNvSpPr/>
            <p:nvPr/>
          </p:nvSpPr>
          <p:spPr>
            <a:xfrm rot="8713740">
              <a:off x="721448" y="125585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9" name="Google Shape;3979;p44"/>
            <p:cNvSpPr/>
            <p:nvPr/>
          </p:nvSpPr>
          <p:spPr>
            <a:xfrm rot="8713740">
              <a:off x="676500" y="1169434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0" name="Google Shape;3980;p44"/>
            <p:cNvSpPr/>
            <p:nvPr/>
          </p:nvSpPr>
          <p:spPr>
            <a:xfrm rot="8713740">
              <a:off x="519552" y="13149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1" name="Google Shape;3981;p44"/>
            <p:cNvSpPr/>
            <p:nvPr/>
          </p:nvSpPr>
          <p:spPr>
            <a:xfrm rot="8719330">
              <a:off x="394767" y="110613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2" name="Google Shape;3982;p44"/>
            <p:cNvSpPr/>
            <p:nvPr/>
          </p:nvSpPr>
          <p:spPr>
            <a:xfrm rot="8713013">
              <a:off x="382336" y="967516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3" name="Google Shape;3983;p44"/>
            <p:cNvSpPr/>
            <p:nvPr/>
          </p:nvSpPr>
          <p:spPr>
            <a:xfrm rot="8713740">
              <a:off x="609793" y="135607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4" name="Google Shape;3984;p44"/>
            <p:cNvSpPr/>
            <p:nvPr/>
          </p:nvSpPr>
          <p:spPr>
            <a:xfrm rot="8713740">
              <a:off x="921002" y="97644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5" name="Google Shape;3985;p44"/>
            <p:cNvSpPr/>
            <p:nvPr/>
          </p:nvSpPr>
          <p:spPr>
            <a:xfrm rot="8713740">
              <a:off x="1010547" y="1005707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6" name="Google Shape;3986;p44"/>
            <p:cNvSpPr/>
            <p:nvPr/>
          </p:nvSpPr>
          <p:spPr>
            <a:xfrm rot="8713740">
              <a:off x="808651" y="106476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7" name="Google Shape;3987;p44"/>
            <p:cNvSpPr/>
            <p:nvPr/>
          </p:nvSpPr>
          <p:spPr>
            <a:xfrm rot="8719330">
              <a:off x="683867" y="85598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8" name="Google Shape;3988;p44"/>
            <p:cNvSpPr/>
            <p:nvPr/>
          </p:nvSpPr>
          <p:spPr>
            <a:xfrm rot="8713740">
              <a:off x="898893" y="110592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9" name="Google Shape;3989;p44"/>
            <p:cNvSpPr/>
            <p:nvPr/>
          </p:nvSpPr>
          <p:spPr>
            <a:xfrm rot="8718291">
              <a:off x="657498" y="956115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0" name="Google Shape;3990;p44"/>
            <p:cNvSpPr/>
            <p:nvPr/>
          </p:nvSpPr>
          <p:spPr>
            <a:xfrm rot="7480670">
              <a:off x="1003884" y="129718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1" name="Google Shape;3991;p44"/>
            <p:cNvSpPr/>
            <p:nvPr/>
          </p:nvSpPr>
          <p:spPr>
            <a:xfrm rot="-8510566">
              <a:off x="1108670" y="1263958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2" name="Google Shape;3992;p44"/>
            <p:cNvSpPr/>
            <p:nvPr/>
          </p:nvSpPr>
          <p:spPr>
            <a:xfrm rot="8706722">
              <a:off x="1294253" y="1072288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3" name="Google Shape;3993;p44"/>
            <p:cNvSpPr/>
            <p:nvPr/>
          </p:nvSpPr>
          <p:spPr>
            <a:xfrm rot="8714346">
              <a:off x="1242423" y="96837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4" name="Google Shape;3994;p44"/>
            <p:cNvSpPr/>
            <p:nvPr/>
          </p:nvSpPr>
          <p:spPr>
            <a:xfrm rot="8713740">
              <a:off x="999114" y="99854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5" name="Google Shape;3995;p44"/>
            <p:cNvSpPr/>
            <p:nvPr/>
          </p:nvSpPr>
          <p:spPr>
            <a:xfrm rot="8714346">
              <a:off x="1176629" y="83935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6" name="Google Shape;3996;p44"/>
            <p:cNvSpPr/>
            <p:nvPr/>
          </p:nvSpPr>
          <p:spPr>
            <a:xfrm rot="8713740">
              <a:off x="412964" y="56453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7" name="Google Shape;3997;p44"/>
            <p:cNvSpPr/>
            <p:nvPr/>
          </p:nvSpPr>
          <p:spPr>
            <a:xfrm rot="8713740">
              <a:off x="502509" y="59380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8" name="Google Shape;3998;p44"/>
            <p:cNvSpPr/>
            <p:nvPr/>
          </p:nvSpPr>
          <p:spPr>
            <a:xfrm rot="8713740">
              <a:off x="457561" y="50737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9" name="Google Shape;3999;p44"/>
            <p:cNvSpPr/>
            <p:nvPr/>
          </p:nvSpPr>
          <p:spPr>
            <a:xfrm rot="8713740">
              <a:off x="300613" y="65285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0" name="Google Shape;4000;p44"/>
            <p:cNvSpPr/>
            <p:nvPr/>
          </p:nvSpPr>
          <p:spPr>
            <a:xfrm rot="8719330">
              <a:off x="175828" y="44408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1" name="Google Shape;4001;p44"/>
            <p:cNvSpPr/>
            <p:nvPr/>
          </p:nvSpPr>
          <p:spPr>
            <a:xfrm rot="8713013">
              <a:off x="163397" y="305458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2" name="Google Shape;4002;p44"/>
            <p:cNvSpPr/>
            <p:nvPr/>
          </p:nvSpPr>
          <p:spPr>
            <a:xfrm rot="8713740">
              <a:off x="390854" y="69401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3" name="Google Shape;4003;p44"/>
            <p:cNvSpPr/>
            <p:nvPr/>
          </p:nvSpPr>
          <p:spPr>
            <a:xfrm rot="8713740">
              <a:off x="702063" y="31438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4" name="Google Shape;4004;p44"/>
            <p:cNvSpPr/>
            <p:nvPr/>
          </p:nvSpPr>
          <p:spPr>
            <a:xfrm rot="8713740">
              <a:off x="791608" y="34364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5" name="Google Shape;4005;p44"/>
            <p:cNvSpPr/>
            <p:nvPr/>
          </p:nvSpPr>
          <p:spPr>
            <a:xfrm rot="8713740">
              <a:off x="589712" y="40270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6" name="Google Shape;4006;p44"/>
            <p:cNvSpPr/>
            <p:nvPr/>
          </p:nvSpPr>
          <p:spPr>
            <a:xfrm rot="8719330">
              <a:off x="464928" y="19392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7" name="Google Shape;4007;p44"/>
            <p:cNvSpPr/>
            <p:nvPr/>
          </p:nvSpPr>
          <p:spPr>
            <a:xfrm rot="8713740">
              <a:off x="679954" y="44386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8" name="Google Shape;4008;p44"/>
            <p:cNvSpPr/>
            <p:nvPr/>
          </p:nvSpPr>
          <p:spPr>
            <a:xfrm rot="8718291">
              <a:off x="438559" y="29405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9" name="Google Shape;4009;p44"/>
            <p:cNvSpPr/>
            <p:nvPr/>
          </p:nvSpPr>
          <p:spPr>
            <a:xfrm rot="7480670">
              <a:off x="784945" y="63512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0" name="Google Shape;4010;p44"/>
            <p:cNvSpPr/>
            <p:nvPr/>
          </p:nvSpPr>
          <p:spPr>
            <a:xfrm rot="-8510566">
              <a:off x="889731" y="601900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1" name="Google Shape;4011;p44"/>
            <p:cNvSpPr/>
            <p:nvPr/>
          </p:nvSpPr>
          <p:spPr>
            <a:xfrm rot="8706722">
              <a:off x="1075314" y="410230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2" name="Google Shape;4012;p44"/>
            <p:cNvSpPr/>
            <p:nvPr/>
          </p:nvSpPr>
          <p:spPr>
            <a:xfrm rot="8714346">
              <a:off x="1023484" y="30631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3" name="Google Shape;4013;p44"/>
            <p:cNvSpPr/>
            <p:nvPr/>
          </p:nvSpPr>
          <p:spPr>
            <a:xfrm rot="8713740">
              <a:off x="780175" y="33648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4" name="Google Shape;4014;p44"/>
            <p:cNvSpPr/>
            <p:nvPr/>
          </p:nvSpPr>
          <p:spPr>
            <a:xfrm rot="8714346">
              <a:off x="957690" y="17729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5" name="Google Shape;4015;p44"/>
            <p:cNvSpPr/>
            <p:nvPr/>
          </p:nvSpPr>
          <p:spPr>
            <a:xfrm rot="8716661">
              <a:off x="202223" y="-57209"/>
              <a:ext cx="142267" cy="186625"/>
            </a:xfrm>
            <a:custGeom>
              <a:rect b="b" l="l" r="r" t="t"/>
              <a:pathLst>
                <a:path extrusionOk="0" h="186494" w="142167">
                  <a:moveTo>
                    <a:pt x="142167" y="186494"/>
                  </a:moveTo>
                  <a:lnTo>
                    <a:pt x="81108" y="144170"/>
                  </a:lnTo>
                  <a:lnTo>
                    <a:pt x="81108" y="69717"/>
                  </a:lnTo>
                  <a:cubicBezTo>
                    <a:pt x="81108" y="68349"/>
                    <a:pt x="81108" y="66983"/>
                    <a:pt x="81108" y="65615"/>
                  </a:cubicBezTo>
                  <a:cubicBezTo>
                    <a:pt x="79741" y="55591"/>
                    <a:pt x="70628" y="48756"/>
                    <a:pt x="60603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8"/>
                    <a:pt x="142167" y="501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6" name="Google Shape;4016;p44"/>
            <p:cNvSpPr/>
            <p:nvPr/>
          </p:nvSpPr>
          <p:spPr>
            <a:xfrm rot="8716661">
              <a:off x="298563" y="-5475"/>
              <a:ext cx="260822" cy="180181"/>
            </a:xfrm>
            <a:custGeom>
              <a:rect b="b" l="l" r="r" t="t"/>
              <a:pathLst>
                <a:path extrusionOk="0" h="180054" w="260639">
                  <a:moveTo>
                    <a:pt x="111638" y="180054"/>
                  </a:moveTo>
                  <a:lnTo>
                    <a:pt x="51490" y="138362"/>
                  </a:ln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2" y="1425"/>
                  </a:lnTo>
                  <a:lnTo>
                    <a:pt x="104802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7" name="Google Shape;4017;p44"/>
            <p:cNvSpPr/>
            <p:nvPr/>
          </p:nvSpPr>
          <p:spPr>
            <a:xfrm rot="8716661">
              <a:off x="276874" y="-12836"/>
              <a:ext cx="36297" cy="28002"/>
            </a:xfrm>
            <a:custGeom>
              <a:rect b="b" l="l" r="r" t="t"/>
              <a:pathLst>
                <a:path extrusionOk="0" h="27982" w="36272">
                  <a:moveTo>
                    <a:pt x="36272" y="27982"/>
                  </a:moveTo>
                  <a:lnTo>
                    <a:pt x="0" y="2840"/>
                  </a:lnTo>
                  <a:lnTo>
                    <a:pt x="9543" y="0"/>
                  </a:lnTo>
                  <a:cubicBezTo>
                    <a:pt x="20479" y="0"/>
                    <a:pt x="27542" y="4784"/>
                    <a:pt x="31871" y="11392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8" name="Google Shape;4018;p44"/>
            <p:cNvSpPr/>
            <p:nvPr/>
          </p:nvSpPr>
          <p:spPr>
            <a:xfrm rot="8716661">
              <a:off x="74592" y="-9693"/>
              <a:ext cx="58109" cy="54810"/>
            </a:xfrm>
            <a:custGeom>
              <a:rect b="b" l="l" r="r" t="t"/>
              <a:pathLst>
                <a:path extrusionOk="0" h="54772" w="58068">
                  <a:moveTo>
                    <a:pt x="37436" y="54772"/>
                  </a:moveTo>
                  <a:lnTo>
                    <a:pt x="0" y="28823"/>
                  </a:lnTo>
                  <a:lnTo>
                    <a:pt x="8515" y="8658"/>
                  </a:lnTo>
                  <a:cubicBezTo>
                    <a:pt x="13983" y="3190"/>
                    <a:pt x="21273" y="0"/>
                    <a:pt x="29020" y="0"/>
                  </a:cubicBezTo>
                  <a:cubicBezTo>
                    <a:pt x="36766" y="0"/>
                    <a:pt x="44057" y="3190"/>
                    <a:pt x="49525" y="8658"/>
                  </a:cubicBezTo>
                  <a:cubicBezTo>
                    <a:pt x="60916" y="19594"/>
                    <a:pt x="60916" y="38276"/>
                    <a:pt x="49525" y="49668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9" name="Google Shape;4019;p44"/>
            <p:cNvSpPr/>
            <p:nvPr/>
          </p:nvSpPr>
          <p:spPr>
            <a:xfrm rot="8716661">
              <a:off x="13779" y="-10415"/>
              <a:ext cx="30048" cy="20829"/>
            </a:xfrm>
            <a:custGeom>
              <a:rect b="b" l="l" r="r" t="t"/>
              <a:pathLst>
                <a:path extrusionOk="0" h="20814" w="30027">
                  <a:moveTo>
                    <a:pt x="30027" y="20814"/>
                  </a:moveTo>
                  <a:lnTo>
                    <a:pt x="0" y="0"/>
                  </a:lnTo>
                  <a:lnTo>
                    <a:pt x="30027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0" name="Google Shape;4020;p44"/>
            <p:cNvSpPr/>
            <p:nvPr/>
          </p:nvSpPr>
          <p:spPr>
            <a:xfrm rot="8713740">
              <a:off x="168184" y="3060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1" name="Google Shape;4021;p44"/>
            <p:cNvSpPr/>
            <p:nvPr/>
          </p:nvSpPr>
          <p:spPr>
            <a:xfrm rot="7480670">
              <a:off x="562275" y="-2828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2" name="Google Shape;4022;p44"/>
            <p:cNvSpPr/>
            <p:nvPr/>
          </p:nvSpPr>
          <p:spPr>
            <a:xfrm rot="-8513943">
              <a:off x="775320" y="-27327"/>
              <a:ext cx="149797" cy="328459"/>
            </a:xfrm>
            <a:custGeom>
              <a:rect b="b" l="l" r="r" t="t"/>
              <a:pathLst>
                <a:path extrusionOk="0" h="328219" w="149688">
                  <a:moveTo>
                    <a:pt x="149688" y="279622"/>
                  </a:moveTo>
                  <a:lnTo>
                    <a:pt x="87835" y="328219"/>
                  </a:lnTo>
                  <a:lnTo>
                    <a:pt x="54765" y="322521"/>
                  </a:lnTo>
                  <a:cubicBezTo>
                    <a:pt x="43178" y="317693"/>
                    <a:pt x="32555" y="310382"/>
                    <a:pt x="23727" y="301277"/>
                  </a:cubicBezTo>
                  <a:cubicBezTo>
                    <a:pt x="4966" y="283069"/>
                    <a:pt x="0" y="251616"/>
                    <a:pt x="0" y="206369"/>
                  </a:cubicBez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2836" y="184850"/>
                    <a:pt x="77802" y="216302"/>
                    <a:pt x="87734" y="245547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3" name="Google Shape;4023;p44"/>
            <p:cNvSpPr/>
            <p:nvPr/>
          </p:nvSpPr>
          <p:spPr>
            <a:xfrm rot="8713740">
              <a:off x="3366648" y="56980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4" name="Google Shape;4024;p44"/>
            <p:cNvSpPr/>
            <p:nvPr/>
          </p:nvSpPr>
          <p:spPr>
            <a:xfrm rot="8716661">
              <a:off x="3236995" y="360881"/>
              <a:ext cx="203990" cy="196011"/>
            </a:xfrm>
            <a:custGeom>
              <a:rect b="b" l="l" r="r" t="t"/>
              <a:pathLst>
                <a:path extrusionOk="0" h="195873" w="203847">
                  <a:moveTo>
                    <a:pt x="90710" y="195873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52719"/>
                  </a:lnTo>
                  <a:lnTo>
                    <a:pt x="43605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5" name="Google Shape;4025;p44"/>
            <p:cNvSpPr/>
            <p:nvPr/>
          </p:nvSpPr>
          <p:spPr>
            <a:xfrm rot="8716661">
              <a:off x="3189345" y="231121"/>
              <a:ext cx="290453" cy="221498"/>
            </a:xfrm>
            <a:custGeom>
              <a:rect b="b" l="l" r="r" t="t"/>
              <a:pathLst>
                <a:path extrusionOk="0" h="221342" w="290249">
                  <a:moveTo>
                    <a:pt x="24905" y="191751"/>
                  </a:moveTo>
                  <a:cubicBezTo>
                    <a:pt x="14903" y="182043"/>
                    <a:pt x="8578" y="168805"/>
                    <a:pt x="4754" y="151964"/>
                  </a:cubicBezTo>
                  <a:lnTo>
                    <a:pt x="0" y="95252"/>
                  </a:lnTo>
                  <a:lnTo>
                    <a:pt x="78785" y="0"/>
                  </a:lnTo>
                  <a:lnTo>
                    <a:pt x="79033" y="34662"/>
                  </a:lnTo>
                  <a:cubicBezTo>
                    <a:pt x="77268" y="67610"/>
                    <a:pt x="82563" y="101145"/>
                    <a:pt x="93153" y="132328"/>
                  </a:cubicBezTo>
                  <a:cubicBezTo>
                    <a:pt x="102567" y="158215"/>
                    <a:pt x="126689" y="171159"/>
                    <a:pt x="163754" y="171159"/>
                  </a:cubicBezTo>
                  <a:cubicBezTo>
                    <a:pt x="181994" y="170570"/>
                    <a:pt x="199644" y="167040"/>
                    <a:pt x="216706" y="161745"/>
                  </a:cubicBezTo>
                  <a:cubicBezTo>
                    <a:pt x="241416" y="154096"/>
                    <a:pt x="265539" y="144095"/>
                    <a:pt x="289073" y="132328"/>
                  </a:cubicBezTo>
                  <a:cubicBezTo>
                    <a:pt x="289661" y="134681"/>
                    <a:pt x="290249" y="137623"/>
                    <a:pt x="290249" y="139976"/>
                  </a:cubicBezTo>
                  <a:lnTo>
                    <a:pt x="290249" y="145860"/>
                  </a:lnTo>
                  <a:cubicBezTo>
                    <a:pt x="227885" y="199399"/>
                    <a:pt x="146104" y="218227"/>
                    <a:pt x="97272" y="221168"/>
                  </a:cubicBezTo>
                  <a:cubicBezTo>
                    <a:pt x="70208" y="222933"/>
                    <a:pt x="43732" y="211166"/>
                    <a:pt x="24905" y="191751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6" name="Google Shape;4026;p44"/>
            <p:cNvSpPr/>
            <p:nvPr/>
          </p:nvSpPr>
          <p:spPr>
            <a:xfrm rot="8716661">
              <a:off x="3411608" y="650086"/>
              <a:ext cx="21038" cy="45677"/>
            </a:xfrm>
            <a:custGeom>
              <a:rect b="b" l="l" r="r" t="t"/>
              <a:pathLst>
                <a:path extrusionOk="0" h="45645" w="21023">
                  <a:moveTo>
                    <a:pt x="21023" y="45645"/>
                  </a:moveTo>
                  <a:lnTo>
                    <a:pt x="0" y="25418"/>
                  </a:lnTo>
                  <a:lnTo>
                    <a:pt x="21023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7" name="Google Shape;4027;p44"/>
            <p:cNvSpPr/>
            <p:nvPr/>
          </p:nvSpPr>
          <p:spPr>
            <a:xfrm rot="8716661">
              <a:off x="3298754" y="-42758"/>
              <a:ext cx="123350" cy="85502"/>
            </a:xfrm>
            <a:custGeom>
              <a:rect b="b" l="l" r="r" t="t"/>
              <a:pathLst>
                <a:path extrusionOk="0" h="85442" w="123263">
                  <a:moveTo>
                    <a:pt x="123263" y="85442"/>
                  </a:moveTo>
                  <a:lnTo>
                    <a:pt x="0" y="0"/>
                  </a:lnTo>
                  <a:lnTo>
                    <a:pt x="66305" y="0"/>
                  </a:lnTo>
                  <a:cubicBezTo>
                    <a:pt x="103214" y="0"/>
                    <a:pt x="123263" y="15948"/>
                    <a:pt x="123263" y="501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8" name="Google Shape;4028;p44"/>
            <p:cNvSpPr/>
            <p:nvPr/>
          </p:nvSpPr>
          <p:spPr>
            <a:xfrm rot="8716661">
              <a:off x="3402611" y="37468"/>
              <a:ext cx="82315" cy="93267"/>
            </a:xfrm>
            <a:custGeom>
              <a:rect b="b" l="l" r="r" t="t"/>
              <a:pathLst>
                <a:path extrusionOk="0" h="93201" w="82257">
                  <a:moveTo>
                    <a:pt x="20287" y="93201"/>
                  </a:moveTo>
                  <a:lnTo>
                    <a:pt x="20287" y="76797"/>
                  </a:lnTo>
                  <a:cubicBezTo>
                    <a:pt x="20287" y="64494"/>
                    <a:pt x="16756" y="54128"/>
                    <a:pt x="10775" y="46837"/>
                  </a:cubicBezTo>
                  <a:lnTo>
                    <a:pt x="0" y="41716"/>
                  </a:lnTo>
                  <a:lnTo>
                    <a:pt x="34504" y="0"/>
                  </a:lnTo>
                  <a:lnTo>
                    <a:pt x="38620" y="715"/>
                  </a:lnTo>
                  <a:cubicBezTo>
                    <a:pt x="66366" y="12207"/>
                    <a:pt x="82257" y="41255"/>
                    <a:pt x="82257" y="83632"/>
                  </a:cubicBezTo>
                  <a:lnTo>
                    <a:pt x="82257" y="89556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9" name="Google Shape;4029;p44"/>
            <p:cNvSpPr/>
            <p:nvPr/>
          </p:nvSpPr>
          <p:spPr>
            <a:xfrm rot="8713740">
              <a:off x="3234219" y="-5244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0" name="Google Shape;4030;p44"/>
            <p:cNvSpPr/>
            <p:nvPr/>
          </p:nvSpPr>
          <p:spPr>
            <a:xfrm rot="8713740">
              <a:off x="212331" y="304532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1" name="Google Shape;4031;p44"/>
            <p:cNvSpPr/>
            <p:nvPr/>
          </p:nvSpPr>
          <p:spPr>
            <a:xfrm rot="8713740">
              <a:off x="301876" y="307458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2" name="Google Shape;4032;p44"/>
            <p:cNvSpPr/>
            <p:nvPr/>
          </p:nvSpPr>
          <p:spPr>
            <a:xfrm rot="8713740">
              <a:off x="256928" y="2988160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3" name="Google Shape;4033;p44"/>
            <p:cNvSpPr/>
            <p:nvPr/>
          </p:nvSpPr>
          <p:spPr>
            <a:xfrm rot="8713740">
              <a:off x="99980" y="313364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4" name="Google Shape;4034;p44"/>
            <p:cNvSpPr/>
            <p:nvPr/>
          </p:nvSpPr>
          <p:spPr>
            <a:xfrm rot="8719330">
              <a:off x="-24805" y="292486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5" name="Google Shape;4035;p44"/>
            <p:cNvSpPr/>
            <p:nvPr/>
          </p:nvSpPr>
          <p:spPr>
            <a:xfrm rot="8716661">
              <a:off x="51717" y="2754396"/>
              <a:ext cx="189621" cy="351076"/>
            </a:xfrm>
            <a:custGeom>
              <a:rect b="b" l="l" r="r" t="t"/>
              <a:pathLst>
                <a:path extrusionOk="0" h="350829" w="189488">
                  <a:moveTo>
                    <a:pt x="25299" y="321238"/>
                  </a:moveTo>
                  <a:cubicBezTo>
                    <a:pt x="5295" y="301823"/>
                    <a:pt x="0" y="268286"/>
                    <a:pt x="0" y="220042"/>
                  </a:cubicBez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8" y="300646"/>
                  </a:cubicBezTo>
                  <a:lnTo>
                    <a:pt x="189488" y="296141"/>
                  </a:lnTo>
                  <a:lnTo>
                    <a:pt x="160617" y="337791"/>
                  </a:lnTo>
                  <a:lnTo>
                    <a:pt x="97666" y="350655"/>
                  </a:lnTo>
                  <a:cubicBezTo>
                    <a:pt x="70602" y="352420"/>
                    <a:pt x="44126" y="340653"/>
                    <a:pt x="25299" y="321238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6" name="Google Shape;4036;p44"/>
            <p:cNvSpPr/>
            <p:nvPr/>
          </p:nvSpPr>
          <p:spPr>
            <a:xfrm rot="8713740">
              <a:off x="190221" y="3174802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7" name="Google Shape;4037;p44"/>
            <p:cNvSpPr/>
            <p:nvPr/>
          </p:nvSpPr>
          <p:spPr>
            <a:xfrm rot="8713740">
              <a:off x="501430" y="2795171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8" name="Google Shape;4038;p44"/>
            <p:cNvSpPr/>
            <p:nvPr/>
          </p:nvSpPr>
          <p:spPr>
            <a:xfrm rot="8713740">
              <a:off x="590975" y="2824433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9" name="Google Shape;4039;p44"/>
            <p:cNvSpPr/>
            <p:nvPr/>
          </p:nvSpPr>
          <p:spPr>
            <a:xfrm rot="8713740">
              <a:off x="389079" y="288348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0" name="Google Shape;4040;p44"/>
            <p:cNvSpPr/>
            <p:nvPr/>
          </p:nvSpPr>
          <p:spPr>
            <a:xfrm rot="8719330">
              <a:off x="264295" y="267471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1" name="Google Shape;4041;p44"/>
            <p:cNvSpPr/>
            <p:nvPr/>
          </p:nvSpPr>
          <p:spPr>
            <a:xfrm rot="8713740">
              <a:off x="479321" y="2924651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2" name="Google Shape;4042;p44"/>
            <p:cNvSpPr/>
            <p:nvPr/>
          </p:nvSpPr>
          <p:spPr>
            <a:xfrm rot="8718291">
              <a:off x="237926" y="2774841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3" name="Google Shape;4043;p44"/>
            <p:cNvSpPr/>
            <p:nvPr/>
          </p:nvSpPr>
          <p:spPr>
            <a:xfrm rot="7480670">
              <a:off x="584312" y="311591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4" name="Google Shape;4044;p44"/>
            <p:cNvSpPr/>
            <p:nvPr/>
          </p:nvSpPr>
          <p:spPr>
            <a:xfrm rot="-8510566">
              <a:off x="689098" y="3082684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5" name="Google Shape;4045;p44"/>
            <p:cNvSpPr/>
            <p:nvPr/>
          </p:nvSpPr>
          <p:spPr>
            <a:xfrm rot="8706722">
              <a:off x="874681" y="2891014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6" name="Google Shape;4046;p44"/>
            <p:cNvSpPr/>
            <p:nvPr/>
          </p:nvSpPr>
          <p:spPr>
            <a:xfrm rot="8714346">
              <a:off x="822851" y="2787102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7" name="Google Shape;4047;p44"/>
            <p:cNvSpPr/>
            <p:nvPr/>
          </p:nvSpPr>
          <p:spPr>
            <a:xfrm rot="8713740">
              <a:off x="579542" y="281727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8" name="Google Shape;4048;p44"/>
            <p:cNvSpPr/>
            <p:nvPr/>
          </p:nvSpPr>
          <p:spPr>
            <a:xfrm rot="8714346">
              <a:off x="757057" y="2658081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9" name="Google Shape;4049;p44"/>
            <p:cNvSpPr/>
            <p:nvPr/>
          </p:nvSpPr>
          <p:spPr>
            <a:xfrm rot="8713740">
              <a:off x="435498" y="3705022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0" name="Google Shape;4050;p44"/>
            <p:cNvSpPr/>
            <p:nvPr/>
          </p:nvSpPr>
          <p:spPr>
            <a:xfrm rot="8713740">
              <a:off x="525043" y="3734284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1" name="Google Shape;4051;p44"/>
            <p:cNvSpPr/>
            <p:nvPr/>
          </p:nvSpPr>
          <p:spPr>
            <a:xfrm rot="8713740">
              <a:off x="480095" y="3647859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2" name="Google Shape;4052;p44"/>
            <p:cNvSpPr/>
            <p:nvPr/>
          </p:nvSpPr>
          <p:spPr>
            <a:xfrm rot="8713740">
              <a:off x="323147" y="379334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3" name="Google Shape;4053;p44"/>
            <p:cNvSpPr/>
            <p:nvPr/>
          </p:nvSpPr>
          <p:spPr>
            <a:xfrm rot="8719330">
              <a:off x="198362" y="358456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4" name="Google Shape;4054;p44"/>
            <p:cNvSpPr/>
            <p:nvPr/>
          </p:nvSpPr>
          <p:spPr>
            <a:xfrm rot="8713013">
              <a:off x="185931" y="3445941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5" name="Google Shape;4055;p44"/>
            <p:cNvSpPr/>
            <p:nvPr/>
          </p:nvSpPr>
          <p:spPr>
            <a:xfrm rot="8713740">
              <a:off x="413388" y="3834501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6" name="Google Shape;4056;p44"/>
            <p:cNvSpPr/>
            <p:nvPr/>
          </p:nvSpPr>
          <p:spPr>
            <a:xfrm rot="8713740">
              <a:off x="724597" y="3454870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7" name="Google Shape;4057;p44"/>
            <p:cNvSpPr/>
            <p:nvPr/>
          </p:nvSpPr>
          <p:spPr>
            <a:xfrm rot="8713740">
              <a:off x="814142" y="3484132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8" name="Google Shape;4058;p44"/>
            <p:cNvSpPr/>
            <p:nvPr/>
          </p:nvSpPr>
          <p:spPr>
            <a:xfrm rot="8713740">
              <a:off x="612246" y="354318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9" name="Google Shape;4059;p44"/>
            <p:cNvSpPr/>
            <p:nvPr/>
          </p:nvSpPr>
          <p:spPr>
            <a:xfrm rot="8719330">
              <a:off x="487462" y="333441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0" name="Google Shape;4060;p44"/>
            <p:cNvSpPr/>
            <p:nvPr/>
          </p:nvSpPr>
          <p:spPr>
            <a:xfrm rot="8713740">
              <a:off x="702488" y="3584350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1" name="Google Shape;4061;p44"/>
            <p:cNvSpPr/>
            <p:nvPr/>
          </p:nvSpPr>
          <p:spPr>
            <a:xfrm rot="8718291">
              <a:off x="461093" y="3434540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2" name="Google Shape;4062;p44"/>
            <p:cNvSpPr/>
            <p:nvPr/>
          </p:nvSpPr>
          <p:spPr>
            <a:xfrm rot="7480670">
              <a:off x="807479" y="377561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3" name="Google Shape;4063;p44"/>
            <p:cNvSpPr/>
            <p:nvPr/>
          </p:nvSpPr>
          <p:spPr>
            <a:xfrm rot="-8510566">
              <a:off x="912265" y="3742383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4" name="Google Shape;4064;p44"/>
            <p:cNvSpPr/>
            <p:nvPr/>
          </p:nvSpPr>
          <p:spPr>
            <a:xfrm rot="8706722">
              <a:off x="1097848" y="3550713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5" name="Google Shape;4065;p44"/>
            <p:cNvSpPr/>
            <p:nvPr/>
          </p:nvSpPr>
          <p:spPr>
            <a:xfrm rot="8714346">
              <a:off x="1046018" y="3446801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6" name="Google Shape;4066;p44"/>
            <p:cNvSpPr/>
            <p:nvPr/>
          </p:nvSpPr>
          <p:spPr>
            <a:xfrm rot="8713740">
              <a:off x="802709" y="3476972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7" name="Google Shape;4067;p44"/>
            <p:cNvSpPr/>
            <p:nvPr/>
          </p:nvSpPr>
          <p:spPr>
            <a:xfrm rot="8714346">
              <a:off x="980224" y="3317780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8" name="Google Shape;4068;p44"/>
            <p:cNvSpPr/>
            <p:nvPr/>
          </p:nvSpPr>
          <p:spPr>
            <a:xfrm rot="8713740">
              <a:off x="654168" y="436341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9" name="Google Shape;4069;p44"/>
            <p:cNvSpPr/>
            <p:nvPr/>
          </p:nvSpPr>
          <p:spPr>
            <a:xfrm rot="8713740">
              <a:off x="743713" y="439268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0" name="Google Shape;4070;p44"/>
            <p:cNvSpPr/>
            <p:nvPr/>
          </p:nvSpPr>
          <p:spPr>
            <a:xfrm rot="8713740">
              <a:off x="698765" y="4306255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1" name="Google Shape;4071;p44"/>
            <p:cNvSpPr/>
            <p:nvPr/>
          </p:nvSpPr>
          <p:spPr>
            <a:xfrm rot="8713740">
              <a:off x="541817" y="445173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2" name="Google Shape;4072;p44"/>
            <p:cNvSpPr/>
            <p:nvPr/>
          </p:nvSpPr>
          <p:spPr>
            <a:xfrm rot="8719330">
              <a:off x="417032" y="424296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3" name="Google Shape;4073;p44"/>
            <p:cNvSpPr/>
            <p:nvPr/>
          </p:nvSpPr>
          <p:spPr>
            <a:xfrm rot="8713013">
              <a:off x="404601" y="4104337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4" name="Google Shape;4074;p44"/>
            <p:cNvSpPr/>
            <p:nvPr/>
          </p:nvSpPr>
          <p:spPr>
            <a:xfrm rot="8713740">
              <a:off x="632058" y="449289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5" name="Google Shape;4075;p44"/>
            <p:cNvSpPr/>
            <p:nvPr/>
          </p:nvSpPr>
          <p:spPr>
            <a:xfrm rot="8713740">
              <a:off x="943267" y="411326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6" name="Google Shape;4076;p44"/>
            <p:cNvSpPr/>
            <p:nvPr/>
          </p:nvSpPr>
          <p:spPr>
            <a:xfrm rot="8713740">
              <a:off x="1032812" y="4142528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7" name="Google Shape;4077;p44"/>
            <p:cNvSpPr/>
            <p:nvPr/>
          </p:nvSpPr>
          <p:spPr>
            <a:xfrm rot="8713740">
              <a:off x="830916" y="420158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8" name="Google Shape;4078;p44"/>
            <p:cNvSpPr/>
            <p:nvPr/>
          </p:nvSpPr>
          <p:spPr>
            <a:xfrm rot="8719330">
              <a:off x="706132" y="399280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9" name="Google Shape;4079;p44"/>
            <p:cNvSpPr/>
            <p:nvPr/>
          </p:nvSpPr>
          <p:spPr>
            <a:xfrm rot="8713740">
              <a:off x="921158" y="424274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0" name="Google Shape;4080;p44"/>
            <p:cNvSpPr/>
            <p:nvPr/>
          </p:nvSpPr>
          <p:spPr>
            <a:xfrm rot="8718291">
              <a:off x="679763" y="4092936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1" name="Google Shape;4081;p44"/>
            <p:cNvSpPr/>
            <p:nvPr/>
          </p:nvSpPr>
          <p:spPr>
            <a:xfrm rot="7480670">
              <a:off x="1026149" y="443400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2" name="Google Shape;4082;p44"/>
            <p:cNvSpPr/>
            <p:nvPr/>
          </p:nvSpPr>
          <p:spPr>
            <a:xfrm rot="-8510566">
              <a:off x="1130935" y="4400779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3" name="Google Shape;4083;p44"/>
            <p:cNvSpPr/>
            <p:nvPr/>
          </p:nvSpPr>
          <p:spPr>
            <a:xfrm rot="8706722">
              <a:off x="1316518" y="4209109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4" name="Google Shape;4084;p44"/>
            <p:cNvSpPr/>
            <p:nvPr/>
          </p:nvSpPr>
          <p:spPr>
            <a:xfrm rot="8714346">
              <a:off x="1264688" y="410519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5" name="Google Shape;4085;p44"/>
            <p:cNvSpPr/>
            <p:nvPr/>
          </p:nvSpPr>
          <p:spPr>
            <a:xfrm rot="8713740">
              <a:off x="1021379" y="413536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6" name="Google Shape;4086;p44"/>
            <p:cNvSpPr/>
            <p:nvPr/>
          </p:nvSpPr>
          <p:spPr>
            <a:xfrm rot="8714346">
              <a:off x="1198894" y="397617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7" name="Google Shape;4087;p44"/>
            <p:cNvSpPr/>
            <p:nvPr/>
          </p:nvSpPr>
          <p:spPr>
            <a:xfrm rot="8716661">
              <a:off x="849868" y="5056628"/>
              <a:ext cx="61102" cy="114464"/>
            </a:xfrm>
            <a:custGeom>
              <a:rect b="b" l="l" r="r" t="t"/>
              <a:pathLst>
                <a:path extrusionOk="0" h="114384" w="61059">
                  <a:moveTo>
                    <a:pt x="0" y="114384"/>
                  </a:moveTo>
                  <a:lnTo>
                    <a:pt x="0" y="0"/>
                  </a:lnTo>
                  <a:lnTo>
                    <a:pt x="61059" y="42324"/>
                  </a:lnTo>
                  <a:lnTo>
                    <a:pt x="61059" y="90234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8" name="Google Shape;4088;p44"/>
            <p:cNvSpPr/>
            <p:nvPr/>
          </p:nvSpPr>
          <p:spPr>
            <a:xfrm rot="8716661">
              <a:off x="1072817" y="5030666"/>
              <a:ext cx="60190" cy="142678"/>
            </a:xfrm>
            <a:custGeom>
              <a:rect b="b" l="l" r="r" t="t"/>
              <a:pathLst>
                <a:path extrusionOk="0" h="142578" w="60148">
                  <a:moveTo>
                    <a:pt x="0" y="142578"/>
                  </a:moveTo>
                  <a:lnTo>
                    <a:pt x="0" y="0"/>
                  </a:lnTo>
                  <a:lnTo>
                    <a:pt x="60148" y="41693"/>
                  </a:lnTo>
                  <a:lnTo>
                    <a:pt x="60148" y="10156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9" name="Google Shape;4089;p44"/>
            <p:cNvSpPr/>
            <p:nvPr/>
          </p:nvSpPr>
          <p:spPr>
            <a:xfrm rot="8713740">
              <a:off x="921932" y="4965954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0" name="Google Shape;4090;p44"/>
            <p:cNvSpPr/>
            <p:nvPr/>
          </p:nvSpPr>
          <p:spPr>
            <a:xfrm rot="8716661">
              <a:off x="762227" y="5108522"/>
              <a:ext cx="53780" cy="49740"/>
            </a:xfrm>
            <a:custGeom>
              <a:rect b="b" l="l" r="r" t="t"/>
              <a:pathLst>
                <a:path extrusionOk="0" h="49705" w="53742">
                  <a:moveTo>
                    <a:pt x="8658" y="41503"/>
                  </a:moveTo>
                  <a:cubicBezTo>
                    <a:pt x="3190" y="36035"/>
                    <a:pt x="0" y="28744"/>
                    <a:pt x="0" y="20999"/>
                  </a:cubicBezTo>
                  <a:lnTo>
                    <a:pt x="0" y="20542"/>
                  </a:lnTo>
                  <a:cubicBezTo>
                    <a:pt x="0" y="12796"/>
                    <a:pt x="3190" y="5506"/>
                    <a:pt x="8658" y="38"/>
                  </a:cubicBezTo>
                  <a:lnTo>
                    <a:pt x="8747" y="0"/>
                  </a:lnTo>
                  <a:lnTo>
                    <a:pt x="53742" y="31189"/>
                  </a:lnTo>
                  <a:lnTo>
                    <a:pt x="49668" y="41048"/>
                  </a:lnTo>
                  <a:cubicBezTo>
                    <a:pt x="44200" y="46516"/>
                    <a:pt x="36909" y="49705"/>
                    <a:pt x="29162" y="49705"/>
                  </a:cubicBezTo>
                  <a:cubicBezTo>
                    <a:pt x="21416" y="49705"/>
                    <a:pt x="14126" y="46971"/>
                    <a:pt x="8658" y="4150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1" name="Google Shape;4091;p44"/>
            <p:cNvSpPr/>
            <p:nvPr/>
          </p:nvSpPr>
          <p:spPr>
            <a:xfrm rot="8716661">
              <a:off x="635330" y="4902508"/>
              <a:ext cx="203990" cy="196012"/>
            </a:xfrm>
            <a:custGeom>
              <a:rect b="b" l="l" r="r" t="t"/>
              <a:pathLst>
                <a:path extrusionOk="0" h="195874" w="203847">
                  <a:moveTo>
                    <a:pt x="90709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2" name="Google Shape;4092;p44"/>
            <p:cNvSpPr/>
            <p:nvPr/>
          </p:nvSpPr>
          <p:spPr>
            <a:xfrm rot="8713013">
              <a:off x="627768" y="4764036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3" name="Google Shape;4093;p44"/>
            <p:cNvSpPr/>
            <p:nvPr/>
          </p:nvSpPr>
          <p:spPr>
            <a:xfrm rot="8713740">
              <a:off x="1166434" y="477296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4" name="Google Shape;4094;p44"/>
            <p:cNvSpPr/>
            <p:nvPr/>
          </p:nvSpPr>
          <p:spPr>
            <a:xfrm rot="8713740">
              <a:off x="1255979" y="4802227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5" name="Google Shape;4095;p44"/>
            <p:cNvSpPr/>
            <p:nvPr/>
          </p:nvSpPr>
          <p:spPr>
            <a:xfrm rot="8713740">
              <a:off x="1054083" y="486128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6" name="Google Shape;4096;p44"/>
            <p:cNvSpPr/>
            <p:nvPr/>
          </p:nvSpPr>
          <p:spPr>
            <a:xfrm rot="8719330">
              <a:off x="929299" y="465250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7" name="Google Shape;4097;p44"/>
            <p:cNvSpPr/>
            <p:nvPr/>
          </p:nvSpPr>
          <p:spPr>
            <a:xfrm rot="8713740">
              <a:off x="1144325" y="490244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8" name="Google Shape;4098;p44"/>
            <p:cNvSpPr/>
            <p:nvPr/>
          </p:nvSpPr>
          <p:spPr>
            <a:xfrm rot="8718291">
              <a:off x="902930" y="4752635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9" name="Google Shape;4099;p44"/>
            <p:cNvSpPr/>
            <p:nvPr/>
          </p:nvSpPr>
          <p:spPr>
            <a:xfrm rot="7483339">
              <a:off x="1313588" y="5058181"/>
              <a:ext cx="97393" cy="159715"/>
            </a:xfrm>
            <a:custGeom>
              <a:rect b="b" l="l" r="r" t="t"/>
              <a:pathLst>
                <a:path extrusionOk="0" h="159603" w="97325">
                  <a:moveTo>
                    <a:pt x="0" y="19052"/>
                  </a:moveTo>
                  <a:lnTo>
                    <a:pt x="0" y="0"/>
                  </a:lnTo>
                  <a:lnTo>
                    <a:pt x="13209" y="19052"/>
                  </a:lnTo>
                  <a:close/>
                  <a:moveTo>
                    <a:pt x="90710" y="159603"/>
                  </a:moveTo>
                  <a:lnTo>
                    <a:pt x="47847" y="79858"/>
                  </a:lnTo>
                  <a:lnTo>
                    <a:pt x="50421" y="72721"/>
                  </a:lnTo>
                  <a:lnTo>
                    <a:pt x="97325" y="14037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0" name="Google Shape;4100;p44"/>
            <p:cNvSpPr/>
            <p:nvPr/>
          </p:nvSpPr>
          <p:spPr>
            <a:xfrm rot="-8513943">
              <a:off x="1434960" y="5064286"/>
              <a:ext cx="213453" cy="83381"/>
            </a:xfrm>
            <a:custGeom>
              <a:rect b="b" l="l" r="r" t="t"/>
              <a:pathLst>
                <a:path extrusionOk="0" h="83320" w="213297">
                  <a:moveTo>
                    <a:pt x="213297" y="12691"/>
                  </a:moveTo>
                  <a:cubicBezTo>
                    <a:pt x="154807" y="62904"/>
                    <a:pt x="78108" y="80561"/>
                    <a:pt x="32310" y="83320"/>
                  </a:cubicBezTo>
                  <a:lnTo>
                    <a:pt x="0" y="77753"/>
                  </a:lnTo>
                  <a:lnTo>
                    <a:pt x="69926" y="22813"/>
                  </a:lnTo>
                  <a:lnTo>
                    <a:pt x="94662" y="36418"/>
                  </a:lnTo>
                  <a:cubicBezTo>
                    <a:pt x="111768" y="35866"/>
                    <a:pt x="128321" y="32555"/>
                    <a:pt x="144323" y="27589"/>
                  </a:cubicBezTo>
                  <a:cubicBezTo>
                    <a:pt x="167498" y="20416"/>
                    <a:pt x="190122" y="11036"/>
                    <a:pt x="212193" y="0"/>
                  </a:cubicBezTo>
                  <a:cubicBezTo>
                    <a:pt x="212745" y="2207"/>
                    <a:pt x="213297" y="4966"/>
                    <a:pt x="213297" y="717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1" name="Google Shape;4101;p44"/>
            <p:cNvSpPr/>
            <p:nvPr/>
          </p:nvSpPr>
          <p:spPr>
            <a:xfrm rot="8706722">
              <a:off x="1539685" y="4868808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2" name="Google Shape;4102;p44"/>
            <p:cNvSpPr/>
            <p:nvPr/>
          </p:nvSpPr>
          <p:spPr>
            <a:xfrm rot="8714346">
              <a:off x="1487855" y="476489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3" name="Google Shape;4103;p44"/>
            <p:cNvSpPr/>
            <p:nvPr/>
          </p:nvSpPr>
          <p:spPr>
            <a:xfrm rot="8713740">
              <a:off x="1244546" y="479506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4" name="Google Shape;4104;p44"/>
            <p:cNvSpPr/>
            <p:nvPr/>
          </p:nvSpPr>
          <p:spPr>
            <a:xfrm rot="8714346">
              <a:off x="1422061" y="463587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5" name="Google Shape;4105;p44"/>
            <p:cNvSpPr/>
            <p:nvPr/>
          </p:nvSpPr>
          <p:spPr>
            <a:xfrm rot="8716661">
              <a:off x="-3556" y="2405872"/>
              <a:ext cx="142267" cy="208739"/>
            </a:xfrm>
            <a:custGeom>
              <a:rect b="b" l="l" r="r" t="t"/>
              <a:pathLst>
                <a:path extrusionOk="0" h="208592" w="142167">
                  <a:moveTo>
                    <a:pt x="81108" y="208592"/>
                  </a:moveTo>
                  <a:lnTo>
                    <a:pt x="81108" y="69717"/>
                  </a:lnTo>
                  <a:cubicBezTo>
                    <a:pt x="81108" y="68350"/>
                    <a:pt x="81108" y="66983"/>
                    <a:pt x="81108" y="65615"/>
                  </a:cubicBezTo>
                  <a:cubicBezTo>
                    <a:pt x="79742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10" y="0"/>
                  </a:lnTo>
                  <a:cubicBezTo>
                    <a:pt x="122118" y="0"/>
                    <a:pt x="142167" y="15948"/>
                    <a:pt x="142167" y="50123"/>
                  </a:cubicBezTo>
                  <a:lnTo>
                    <a:pt x="142167" y="120504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6" name="Google Shape;4106;p44"/>
            <p:cNvSpPr/>
            <p:nvPr/>
          </p:nvSpPr>
          <p:spPr>
            <a:xfrm rot="8713740">
              <a:off x="80358" y="241361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7" name="Google Shape;4107;p44"/>
            <p:cNvSpPr/>
            <p:nvPr/>
          </p:nvSpPr>
          <p:spPr>
            <a:xfrm rot="8713740">
              <a:off x="35410" y="232718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8" name="Google Shape;4108;p44"/>
            <p:cNvSpPr/>
            <p:nvPr/>
          </p:nvSpPr>
          <p:spPr>
            <a:xfrm rot="8716661">
              <a:off x="-20338" y="2216978"/>
              <a:ext cx="78786" cy="180792"/>
            </a:xfrm>
            <a:custGeom>
              <a:rect b="b" l="l" r="r" t="t"/>
              <a:pathLst>
                <a:path extrusionOk="0" h="180665" w="78731">
                  <a:moveTo>
                    <a:pt x="0" y="180665"/>
                  </a:moveTo>
                  <a:lnTo>
                    <a:pt x="0" y="40596"/>
                  </a:lnTo>
                  <a:lnTo>
                    <a:pt x="78250" y="0"/>
                  </a:lnTo>
                  <a:lnTo>
                    <a:pt x="78731" y="6708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9" name="Google Shape;4109;p44"/>
            <p:cNvSpPr/>
            <p:nvPr/>
          </p:nvSpPr>
          <p:spPr>
            <a:xfrm rot="8716661">
              <a:off x="-15434" y="2575123"/>
              <a:ext cx="103508" cy="152134"/>
            </a:xfrm>
            <a:custGeom>
              <a:rect b="b" l="l" r="r" t="t"/>
              <a:pathLst>
                <a:path extrusionOk="0" h="152027" w="103435">
                  <a:moveTo>
                    <a:pt x="43288" y="152027"/>
                  </a:move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65255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0" name="Google Shape;4110;p44"/>
            <p:cNvSpPr/>
            <p:nvPr/>
          </p:nvSpPr>
          <p:spPr>
            <a:xfrm rot="8713740">
              <a:off x="279912" y="213419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1" name="Google Shape;4111;p44"/>
            <p:cNvSpPr/>
            <p:nvPr/>
          </p:nvSpPr>
          <p:spPr>
            <a:xfrm rot="8713740">
              <a:off x="369457" y="216345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2" name="Google Shape;4112;p44"/>
            <p:cNvSpPr/>
            <p:nvPr/>
          </p:nvSpPr>
          <p:spPr>
            <a:xfrm rot="8713740">
              <a:off x="167561" y="22225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3" name="Google Shape;4113;p44"/>
            <p:cNvSpPr/>
            <p:nvPr/>
          </p:nvSpPr>
          <p:spPr>
            <a:xfrm rot="8719330">
              <a:off x="42777" y="201373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4" name="Google Shape;4114;p44"/>
            <p:cNvSpPr/>
            <p:nvPr/>
          </p:nvSpPr>
          <p:spPr>
            <a:xfrm rot="8713740">
              <a:off x="257803" y="226367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5" name="Google Shape;4115;p44"/>
            <p:cNvSpPr/>
            <p:nvPr/>
          </p:nvSpPr>
          <p:spPr>
            <a:xfrm rot="8718291">
              <a:off x="16408" y="211386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6" name="Google Shape;4116;p44"/>
            <p:cNvSpPr/>
            <p:nvPr/>
          </p:nvSpPr>
          <p:spPr>
            <a:xfrm rot="7480670">
              <a:off x="362794" y="245493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7" name="Google Shape;4117;p44"/>
            <p:cNvSpPr/>
            <p:nvPr/>
          </p:nvSpPr>
          <p:spPr>
            <a:xfrm rot="-8510566">
              <a:off x="467580" y="2421710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8" name="Google Shape;4118;p44"/>
            <p:cNvSpPr/>
            <p:nvPr/>
          </p:nvSpPr>
          <p:spPr>
            <a:xfrm rot="8706722">
              <a:off x="653163" y="2230040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9" name="Google Shape;4119;p44"/>
            <p:cNvSpPr/>
            <p:nvPr/>
          </p:nvSpPr>
          <p:spPr>
            <a:xfrm rot="8714346">
              <a:off x="601333" y="212612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0" name="Google Shape;4120;p44"/>
            <p:cNvSpPr/>
            <p:nvPr/>
          </p:nvSpPr>
          <p:spPr>
            <a:xfrm rot="8713740">
              <a:off x="358024" y="215629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1" name="Google Shape;4121;p44"/>
            <p:cNvSpPr/>
            <p:nvPr/>
          </p:nvSpPr>
          <p:spPr>
            <a:xfrm rot="8714346">
              <a:off x="535539" y="199710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2" name="Google Shape;4122;p44"/>
            <p:cNvSpPr/>
            <p:nvPr/>
          </p:nvSpPr>
          <p:spPr>
            <a:xfrm rot="8716661">
              <a:off x="-76209" y="1768065"/>
              <a:ext cx="197317" cy="215200"/>
            </a:xfrm>
            <a:custGeom>
              <a:rect b="b" l="l" r="r" t="t"/>
              <a:pathLst>
                <a:path extrusionOk="0" h="215049" w="197178">
                  <a:moveTo>
                    <a:pt x="51490" y="215049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4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lnTo>
                    <a:pt x="197178" y="4872"/>
                  </a:lnTo>
                  <a:lnTo>
                    <a:pt x="170795" y="42934"/>
                  </a:lnTo>
                  <a:lnTo>
                    <a:pt x="164950" y="40156"/>
                  </a:ln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128277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3" name="Google Shape;4123;p44"/>
            <p:cNvSpPr/>
            <p:nvPr/>
          </p:nvSpPr>
          <p:spPr>
            <a:xfrm rot="8713740">
              <a:off x="56745" y="147449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4" name="Google Shape;4124;p44"/>
            <p:cNvSpPr/>
            <p:nvPr/>
          </p:nvSpPr>
          <p:spPr>
            <a:xfrm rot="8713740">
              <a:off x="146290" y="150376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5" name="Google Shape;4125;p44"/>
            <p:cNvSpPr/>
            <p:nvPr/>
          </p:nvSpPr>
          <p:spPr>
            <a:xfrm rot="8716661">
              <a:off x="-21925" y="1443475"/>
              <a:ext cx="68662" cy="55362"/>
            </a:xfrm>
            <a:custGeom>
              <a:rect b="b" l="l" r="r" t="t"/>
              <a:pathLst>
                <a:path extrusionOk="0" h="55323" w="68614">
                  <a:moveTo>
                    <a:pt x="0" y="55323"/>
                  </a:moveTo>
                  <a:lnTo>
                    <a:pt x="0" y="0"/>
                  </a:lnTo>
                  <a:lnTo>
                    <a:pt x="68614" y="0"/>
                  </a:lnTo>
                  <a:lnTo>
                    <a:pt x="30266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6" name="Google Shape;4126;p44"/>
            <p:cNvSpPr/>
            <p:nvPr/>
          </p:nvSpPr>
          <p:spPr>
            <a:xfrm rot="8716661">
              <a:off x="35716" y="1617988"/>
              <a:ext cx="103508" cy="204040"/>
            </a:xfrm>
            <a:custGeom>
              <a:rect b="b" l="l" r="r" t="t"/>
              <a:pathLst>
                <a:path extrusionOk="0" h="203897" w="103435">
                  <a:moveTo>
                    <a:pt x="87556" y="203897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18098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7" name="Google Shape;4127;p44"/>
            <p:cNvSpPr/>
            <p:nvPr/>
          </p:nvSpPr>
          <p:spPr>
            <a:xfrm rot="7480670">
              <a:off x="139627" y="179523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8" name="Google Shape;4128;p44"/>
            <p:cNvSpPr/>
            <p:nvPr/>
          </p:nvSpPr>
          <p:spPr>
            <a:xfrm rot="-8510566">
              <a:off x="244413" y="1762011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9" name="Google Shape;4129;p44"/>
            <p:cNvSpPr/>
            <p:nvPr/>
          </p:nvSpPr>
          <p:spPr>
            <a:xfrm rot="8706722">
              <a:off x="429996" y="157034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0" name="Google Shape;4130;p44"/>
            <p:cNvSpPr/>
            <p:nvPr/>
          </p:nvSpPr>
          <p:spPr>
            <a:xfrm rot="8714346">
              <a:off x="378166" y="146642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1" name="Google Shape;4131;p44"/>
            <p:cNvSpPr/>
            <p:nvPr/>
          </p:nvSpPr>
          <p:spPr>
            <a:xfrm rot="8713740">
              <a:off x="134857" y="149660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2" name="Google Shape;4132;p44"/>
            <p:cNvSpPr/>
            <p:nvPr/>
          </p:nvSpPr>
          <p:spPr>
            <a:xfrm rot="8714346">
              <a:off x="312372" y="133740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3" name="Google Shape;4133;p44"/>
            <p:cNvSpPr/>
            <p:nvPr/>
          </p:nvSpPr>
          <p:spPr>
            <a:xfrm rot="8716661">
              <a:off x="-17832" y="949172"/>
              <a:ext cx="39554" cy="50158"/>
            </a:xfrm>
            <a:custGeom>
              <a:rect b="b" l="l" r="r" t="t"/>
              <a:pathLst>
                <a:path extrusionOk="0" h="50123" w="39526">
                  <a:moveTo>
                    <a:pt x="0" y="50123"/>
                  </a:moveTo>
                  <a:lnTo>
                    <a:pt x="0" y="0"/>
                  </a:lnTo>
                  <a:lnTo>
                    <a:pt x="39526" y="0"/>
                  </a:lnTo>
                  <a:lnTo>
                    <a:pt x="4782" y="501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4" name="Google Shape;4134;p44"/>
            <p:cNvSpPr/>
            <p:nvPr/>
          </p:nvSpPr>
          <p:spPr>
            <a:xfrm rot="8716661">
              <a:off x="-65203" y="834596"/>
              <a:ext cx="249825" cy="254953"/>
            </a:xfrm>
            <a:custGeom>
              <a:rect b="b" l="l" r="r" t="t"/>
              <a:pathLst>
                <a:path extrusionOk="0" h="254774" w="249650">
                  <a:moveTo>
                    <a:pt x="51490" y="254774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08922" y="-398"/>
                    <a:pt x="227718" y="7576"/>
                    <a:pt x="240647" y="22727"/>
                  </a:cubicBezTo>
                  <a:lnTo>
                    <a:pt x="249650" y="52327"/>
                  </a:lnTo>
                  <a:lnTo>
                    <a:pt x="218795" y="96841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213764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5" name="Google Shape;4135;p44"/>
            <p:cNvSpPr/>
            <p:nvPr/>
          </p:nvSpPr>
          <p:spPr>
            <a:xfrm rot="7483339">
              <a:off x="-63459" y="1172502"/>
              <a:ext cx="203991" cy="146498"/>
            </a:xfrm>
            <a:custGeom>
              <a:rect b="b" l="l" r="r" t="t"/>
              <a:pathLst>
                <a:path extrusionOk="0" h="146395" w="203848">
                  <a:moveTo>
                    <a:pt x="0" y="55323"/>
                  </a:moveTo>
                  <a:lnTo>
                    <a:pt x="0" y="0"/>
                  </a:lnTo>
                  <a:lnTo>
                    <a:pt x="203848" y="0"/>
                  </a:lnTo>
                  <a:lnTo>
                    <a:pt x="203847" y="49512"/>
                  </a:lnTo>
                  <a:lnTo>
                    <a:pt x="195466" y="55323"/>
                  </a:lnTo>
                  <a:lnTo>
                    <a:pt x="139055" y="55323"/>
                  </a:lnTo>
                  <a:lnTo>
                    <a:pt x="121388" y="106685"/>
                  </a:lnTo>
                  <a:lnTo>
                    <a:pt x="64115" y="146395"/>
                  </a:lnTo>
                  <a:lnTo>
                    <a:pt x="47847" y="116129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6" name="Google Shape;4136;p44"/>
            <p:cNvSpPr/>
            <p:nvPr/>
          </p:nvSpPr>
          <p:spPr>
            <a:xfrm rot="-8510566">
              <a:off x="25474" y="1099953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7" name="Google Shape;4137;p44"/>
            <p:cNvSpPr/>
            <p:nvPr/>
          </p:nvSpPr>
          <p:spPr>
            <a:xfrm rot="8706722">
              <a:off x="211057" y="908283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8" name="Google Shape;4138;p44"/>
            <p:cNvSpPr/>
            <p:nvPr/>
          </p:nvSpPr>
          <p:spPr>
            <a:xfrm rot="8714346">
              <a:off x="159227" y="804371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9" name="Google Shape;4139;p44"/>
            <p:cNvSpPr/>
            <p:nvPr/>
          </p:nvSpPr>
          <p:spPr>
            <a:xfrm rot="8714346">
              <a:off x="93433" y="675350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0" name="Google Shape;4140;p44"/>
            <p:cNvSpPr/>
            <p:nvPr/>
          </p:nvSpPr>
          <p:spPr>
            <a:xfrm rot="8716661">
              <a:off x="-7014" y="316690"/>
              <a:ext cx="14011" cy="20212"/>
            </a:xfrm>
            <a:custGeom>
              <a:rect b="b" l="l" r="r" t="t"/>
              <a:pathLst>
                <a:path extrusionOk="0" h="20198" w="14001">
                  <a:moveTo>
                    <a:pt x="0" y="20198"/>
                  </a:moveTo>
                  <a:lnTo>
                    <a:pt x="0" y="0"/>
                  </a:lnTo>
                  <a:lnTo>
                    <a:pt x="14001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1" name="Google Shape;4141;p44"/>
            <p:cNvSpPr/>
            <p:nvPr/>
          </p:nvSpPr>
          <p:spPr>
            <a:xfrm rot="-8513943">
              <a:off x="-81861" y="472453"/>
              <a:ext cx="173758" cy="237858"/>
            </a:xfrm>
            <a:custGeom>
              <a:rect b="b" l="l" r="r" t="t"/>
              <a:pathLst>
                <a:path extrusionOk="0" h="237684" w="173631">
                  <a:moveTo>
                    <a:pt x="173631" y="220990"/>
                  </a:moveTo>
                  <a:lnTo>
                    <a:pt x="130972" y="232382"/>
                  </a:lnTo>
                  <a:cubicBezTo>
                    <a:pt x="116428" y="235210"/>
                    <a:pt x="103047" y="236831"/>
                    <a:pt x="91597" y="237521"/>
                  </a:cubicBezTo>
                  <a:cubicBezTo>
                    <a:pt x="66215" y="239176"/>
                    <a:pt x="41384" y="228141"/>
                    <a:pt x="23727" y="209931"/>
                  </a:cubicBezTo>
                  <a:cubicBezTo>
                    <a:pt x="4966" y="191722"/>
                    <a:pt x="0" y="160270"/>
                    <a:pt x="0" y="115023"/>
                  </a:cubicBezTo>
                  <a:lnTo>
                    <a:pt x="0" y="0"/>
                  </a:lnTo>
                  <a:lnTo>
                    <a:pt x="76176" y="96953"/>
                  </a:lnTo>
                  <a:lnTo>
                    <a:pt x="76768" y="109023"/>
                  </a:lnTo>
                  <a:cubicBezTo>
                    <a:pt x="79044" y="124404"/>
                    <a:pt x="82768" y="139578"/>
                    <a:pt x="87734" y="154201"/>
                  </a:cubicBezTo>
                  <a:cubicBezTo>
                    <a:pt x="92149" y="166340"/>
                    <a:pt x="100012" y="175445"/>
                    <a:pt x="111117" y="181514"/>
                  </a:cubicBezTo>
                  <a:lnTo>
                    <a:pt x="148930" y="189552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2" name="Google Shape;4142;p44"/>
            <p:cNvSpPr/>
            <p:nvPr/>
          </p:nvSpPr>
          <p:spPr>
            <a:xfrm rot="8706722">
              <a:off x="-11613" y="244868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3" name="Google Shape;4143;p44"/>
            <p:cNvSpPr/>
            <p:nvPr/>
          </p:nvSpPr>
          <p:spPr>
            <a:xfrm rot="8716661">
              <a:off x="-30159" y="143433"/>
              <a:ext cx="77776" cy="97328"/>
            </a:xfrm>
            <a:custGeom>
              <a:rect b="b" l="l" r="r" t="t"/>
              <a:pathLst>
                <a:path extrusionOk="0" h="97260" w="77721">
                  <a:moveTo>
                    <a:pt x="15821" y="97260"/>
                  </a:moveTo>
                  <a:lnTo>
                    <a:pt x="0" y="59790"/>
                  </a:ln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lnTo>
                    <a:pt x="77721" y="796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4" name="Google Shape;4144;p44"/>
            <p:cNvSpPr/>
            <p:nvPr/>
          </p:nvSpPr>
          <p:spPr>
            <a:xfrm rot="8716661">
              <a:off x="-17843" y="3452674"/>
              <a:ext cx="58496" cy="44230"/>
            </a:xfrm>
            <a:custGeom>
              <a:rect b="b" l="l" r="r" t="t"/>
              <a:pathLst>
                <a:path extrusionOk="0" h="44199" w="58455">
                  <a:moveTo>
                    <a:pt x="0" y="44199"/>
                  </a:moveTo>
                  <a:lnTo>
                    <a:pt x="0" y="0"/>
                  </a:lnTo>
                  <a:lnTo>
                    <a:pt x="58455" y="0"/>
                  </a:lnTo>
                  <a:lnTo>
                    <a:pt x="27817" y="4419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5" name="Google Shape;4145;p44"/>
            <p:cNvSpPr/>
            <p:nvPr/>
          </p:nvSpPr>
          <p:spPr>
            <a:xfrm rot="-8513943">
              <a:off x="-91727" y="3601565"/>
              <a:ext cx="206678" cy="292868"/>
            </a:xfrm>
            <a:custGeom>
              <a:rect b="b" l="l" r="r" t="t"/>
              <a:pathLst>
                <a:path extrusionOk="0" h="292654" w="206527">
                  <a:moveTo>
                    <a:pt x="206527" y="258693"/>
                  </a:moveTo>
                  <a:lnTo>
                    <a:pt x="177331" y="274971"/>
                  </a:lnTo>
                  <a:cubicBezTo>
                    <a:pt x="145121" y="286007"/>
                    <a:pt x="114496" y="291111"/>
                    <a:pt x="91597" y="292491"/>
                  </a:cubicBezTo>
                  <a:cubicBezTo>
                    <a:pt x="66215" y="294146"/>
                    <a:pt x="41385" y="283111"/>
                    <a:pt x="23727" y="264901"/>
                  </a:cubicBezTo>
                  <a:cubicBezTo>
                    <a:pt x="4966" y="246692"/>
                    <a:pt x="0" y="215240"/>
                    <a:pt x="0" y="169993"/>
                  </a:cubicBezTo>
                  <a:lnTo>
                    <a:pt x="0" y="1698"/>
                  </a:lnTo>
                  <a:lnTo>
                    <a:pt x="3273" y="0"/>
                  </a:lnTo>
                  <a:lnTo>
                    <a:pt x="74297" y="90396"/>
                  </a:lnTo>
                  <a:lnTo>
                    <a:pt x="74492" y="117574"/>
                  </a:lnTo>
                  <a:cubicBezTo>
                    <a:pt x="72836" y="148474"/>
                    <a:pt x="77802" y="179926"/>
                    <a:pt x="87734" y="209171"/>
                  </a:cubicBezTo>
                  <a:cubicBezTo>
                    <a:pt x="96564" y="233450"/>
                    <a:pt x="119187" y="245589"/>
                    <a:pt x="153949" y="245589"/>
                  </a:cubicBezTo>
                  <a:lnTo>
                    <a:pt x="191049" y="23899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6" name="Google Shape;4146;p44"/>
            <p:cNvSpPr/>
            <p:nvPr/>
          </p:nvSpPr>
          <p:spPr>
            <a:xfrm rot="8706722">
              <a:off x="24922" y="339006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7" name="Google Shape;4147;p44"/>
            <p:cNvSpPr/>
            <p:nvPr/>
          </p:nvSpPr>
          <p:spPr>
            <a:xfrm rot="8716661">
              <a:off x="-24136" y="3281681"/>
              <a:ext cx="106117" cy="113813"/>
            </a:xfrm>
            <a:custGeom>
              <a:rect b="b" l="l" r="r" t="t"/>
              <a:pathLst>
                <a:path extrusionOk="0" h="113733" w="106042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cubicBezTo>
                    <a:pt x="74507" y="0"/>
                    <a:pt x="89224" y="6439"/>
                    <a:pt x="100262" y="17477"/>
                  </a:cubicBezTo>
                  <a:lnTo>
                    <a:pt x="106042" y="31234"/>
                  </a:lnTo>
                  <a:lnTo>
                    <a:pt x="48856" y="11373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8" name="Google Shape;4148;p44"/>
            <p:cNvSpPr/>
            <p:nvPr/>
          </p:nvSpPr>
          <p:spPr>
            <a:xfrm rot="8716661">
              <a:off x="-21964" y="3179837"/>
              <a:ext cx="45808" cy="62700"/>
            </a:xfrm>
            <a:custGeom>
              <a:rect b="b" l="l" r="r" t="t"/>
              <a:pathLst>
                <a:path extrusionOk="0" h="62656" w="45776">
                  <a:moveTo>
                    <a:pt x="2345" y="62656"/>
                  </a:moveTo>
                  <a:lnTo>
                    <a:pt x="0" y="57104"/>
                  </a:lnTo>
                  <a:lnTo>
                    <a:pt x="0" y="56183"/>
                  </a:lnTo>
                  <a:cubicBezTo>
                    <a:pt x="0" y="40547"/>
                    <a:pt x="6439" y="25829"/>
                    <a:pt x="17477" y="14791"/>
                  </a:cubicBezTo>
                  <a:cubicBezTo>
                    <a:pt x="22996" y="9272"/>
                    <a:pt x="29435" y="4903"/>
                    <a:pt x="36449" y="1913"/>
                  </a:cubicBezTo>
                  <a:lnTo>
                    <a:pt x="45776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9" name="Google Shape;4149;p44"/>
            <p:cNvSpPr/>
            <p:nvPr/>
          </p:nvSpPr>
          <p:spPr>
            <a:xfrm rot="8716661">
              <a:off x="591992" y="5123113"/>
              <a:ext cx="56940" cy="40179"/>
            </a:xfrm>
            <a:custGeom>
              <a:rect b="b" l="l" r="r" t="t"/>
              <a:pathLst>
                <a:path extrusionOk="0" h="40151" w="56900">
                  <a:moveTo>
                    <a:pt x="13826" y="23593"/>
                  </a:moveTo>
                  <a:cubicBezTo>
                    <a:pt x="8307" y="18074"/>
                    <a:pt x="3938" y="11636"/>
                    <a:pt x="948" y="4622"/>
                  </a:cubicBezTo>
                  <a:lnTo>
                    <a:pt x="0" y="0"/>
                  </a:lnTo>
                  <a:lnTo>
                    <a:pt x="56900" y="39441"/>
                  </a:lnTo>
                  <a:lnTo>
                    <a:pt x="55218" y="40151"/>
                  </a:lnTo>
                  <a:cubicBezTo>
                    <a:pt x="39581" y="40151"/>
                    <a:pt x="24864" y="34631"/>
                    <a:pt x="13826" y="2359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0" name="Google Shape;4150;p44"/>
            <p:cNvSpPr/>
            <p:nvPr/>
          </p:nvSpPr>
          <p:spPr>
            <a:xfrm rot="8716661">
              <a:off x="-21385" y="4100628"/>
              <a:ext cx="79169" cy="50158"/>
            </a:xfrm>
            <a:custGeom>
              <a:rect b="b" l="l" r="r" t="t"/>
              <a:pathLst>
                <a:path extrusionOk="0" h="50123" w="79113">
                  <a:moveTo>
                    <a:pt x="0" y="50123"/>
                  </a:moveTo>
                  <a:lnTo>
                    <a:pt x="0" y="0"/>
                  </a:lnTo>
                  <a:lnTo>
                    <a:pt x="79113" y="0"/>
                  </a:lnTo>
                  <a:lnTo>
                    <a:pt x="44369" y="501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1" name="Google Shape;4151;p44"/>
            <p:cNvSpPr/>
            <p:nvPr/>
          </p:nvSpPr>
          <p:spPr>
            <a:xfrm rot="8713740">
              <a:off x="-40114" y="3981876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2" name="Google Shape;4152;p44"/>
            <p:cNvSpPr/>
            <p:nvPr/>
          </p:nvSpPr>
          <p:spPr>
            <a:xfrm rot="7480670">
              <a:off x="-46777" y="427335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3" name="Google Shape;4153;p44"/>
            <p:cNvSpPr/>
            <p:nvPr/>
          </p:nvSpPr>
          <p:spPr>
            <a:xfrm rot="-8510566">
              <a:off x="58009" y="4240127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4" name="Google Shape;4154;p44"/>
            <p:cNvSpPr/>
            <p:nvPr/>
          </p:nvSpPr>
          <p:spPr>
            <a:xfrm rot="8706722">
              <a:off x="243592" y="4048457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5" name="Google Shape;4155;p44"/>
            <p:cNvSpPr/>
            <p:nvPr/>
          </p:nvSpPr>
          <p:spPr>
            <a:xfrm rot="8714346">
              <a:off x="191762" y="394454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6" name="Google Shape;4156;p44"/>
            <p:cNvSpPr/>
            <p:nvPr/>
          </p:nvSpPr>
          <p:spPr>
            <a:xfrm rot="8714346">
              <a:off x="125968" y="381552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7" name="Google Shape;4157;p44"/>
            <p:cNvSpPr/>
            <p:nvPr/>
          </p:nvSpPr>
          <p:spPr>
            <a:xfrm rot="8716661">
              <a:off x="-73236" y="4876693"/>
              <a:ext cx="221538" cy="253527"/>
            </a:xfrm>
            <a:custGeom>
              <a:rect b="b" l="l" r="r" t="t"/>
              <a:pathLst>
                <a:path extrusionOk="0" h="253349" w="221382">
                  <a:moveTo>
                    <a:pt x="51490" y="253349"/>
                  </a:moveTo>
                  <a:lnTo>
                    <a:pt x="51490" y="44199"/>
                  </a:lnTo>
                  <a:lnTo>
                    <a:pt x="0" y="44199"/>
                  </a:lnTo>
                  <a:lnTo>
                    <a:pt x="0" y="0"/>
                  </a:lnTo>
                  <a:lnTo>
                    <a:pt x="104803" y="0"/>
                  </a:lnTo>
                  <a:lnTo>
                    <a:pt x="104802" y="73817"/>
                  </a:lnTo>
                  <a:lnTo>
                    <a:pt x="106169" y="73817"/>
                  </a:lnTo>
                  <a:cubicBezTo>
                    <a:pt x="120751" y="30529"/>
                    <a:pt x="132142" y="13670"/>
                    <a:pt x="154014" y="4556"/>
                  </a:cubicBezTo>
                  <a:lnTo>
                    <a:pt x="174650" y="668"/>
                  </a:lnTo>
                  <a:lnTo>
                    <a:pt x="214075" y="27996"/>
                  </a:lnTo>
                  <a:lnTo>
                    <a:pt x="221382" y="33060"/>
                  </a:lnTo>
                  <a:lnTo>
                    <a:pt x="195540" y="70341"/>
                  </a:lnTo>
                  <a:lnTo>
                    <a:pt x="189157" y="50236"/>
                  </a:lnTo>
                  <a:cubicBezTo>
                    <a:pt x="183177" y="42946"/>
                    <a:pt x="174747" y="38731"/>
                    <a:pt x="164950" y="38731"/>
                  </a:cubicBezTo>
                  <a:cubicBezTo>
                    <a:pt x="135788" y="38731"/>
                    <a:pt x="111638" y="77463"/>
                    <a:pt x="111638" y="126218"/>
                  </a:cubicBezTo>
                  <a:lnTo>
                    <a:pt x="111638" y="191383"/>
                  </a:lnTo>
                  <a:lnTo>
                    <a:pt x="84096" y="231117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8" name="Google Shape;4158;p44"/>
            <p:cNvSpPr/>
            <p:nvPr/>
          </p:nvSpPr>
          <p:spPr>
            <a:xfrm rot="8713740">
              <a:off x="93508" y="461231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9" name="Google Shape;4159;p44"/>
            <p:cNvSpPr/>
            <p:nvPr/>
          </p:nvSpPr>
          <p:spPr>
            <a:xfrm rot="8713740">
              <a:off x="183053" y="464157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0" name="Google Shape;4160;p44"/>
            <p:cNvSpPr/>
            <p:nvPr/>
          </p:nvSpPr>
          <p:spPr>
            <a:xfrm rot="8716661">
              <a:off x="-14566" y="4699602"/>
              <a:ext cx="50032" cy="54276"/>
            </a:xfrm>
            <a:custGeom>
              <a:rect b="b" l="l" r="r" t="t"/>
              <a:pathLst>
                <a:path extrusionOk="0" h="54238" w="49997">
                  <a:moveTo>
                    <a:pt x="8658" y="50123"/>
                  </a:moveTo>
                  <a:cubicBezTo>
                    <a:pt x="3190" y="44655"/>
                    <a:pt x="0" y="37365"/>
                    <a:pt x="0" y="29619"/>
                  </a:cubicBezTo>
                  <a:lnTo>
                    <a:pt x="0" y="29162"/>
                  </a:lnTo>
                  <a:cubicBezTo>
                    <a:pt x="0" y="21417"/>
                    <a:pt x="3190" y="14126"/>
                    <a:pt x="8658" y="8658"/>
                  </a:cubicBezTo>
                  <a:cubicBezTo>
                    <a:pt x="14126" y="3190"/>
                    <a:pt x="21416" y="0"/>
                    <a:pt x="29163" y="0"/>
                  </a:cubicBezTo>
                  <a:cubicBezTo>
                    <a:pt x="36909" y="0"/>
                    <a:pt x="44200" y="3190"/>
                    <a:pt x="49668" y="8658"/>
                  </a:cubicBezTo>
                  <a:lnTo>
                    <a:pt x="49997" y="9441"/>
                  </a:lnTo>
                  <a:lnTo>
                    <a:pt x="18945" y="54238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1" name="Google Shape;4161;p44"/>
            <p:cNvSpPr/>
            <p:nvPr/>
          </p:nvSpPr>
          <p:spPr>
            <a:xfrm rot="8716661">
              <a:off x="-30414" y="4579725"/>
              <a:ext cx="113426" cy="71074"/>
            </a:xfrm>
            <a:custGeom>
              <a:rect b="b" l="l" r="r" t="t"/>
              <a:pathLst>
                <a:path extrusionOk="0" h="71024" w="113346">
                  <a:moveTo>
                    <a:pt x="0" y="55323"/>
                  </a:moveTo>
                  <a:lnTo>
                    <a:pt x="0" y="0"/>
                  </a:lnTo>
                  <a:lnTo>
                    <a:pt x="113346" y="0"/>
                  </a:lnTo>
                  <a:lnTo>
                    <a:pt x="64114" y="71024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2" name="Google Shape;4162;p44"/>
            <p:cNvSpPr/>
            <p:nvPr/>
          </p:nvSpPr>
          <p:spPr>
            <a:xfrm rot="8713740">
              <a:off x="71399" y="474179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3" name="Google Shape;4163;p44"/>
            <p:cNvSpPr/>
            <p:nvPr/>
          </p:nvSpPr>
          <p:spPr>
            <a:xfrm rot="7483339">
              <a:off x="171896" y="4933516"/>
              <a:ext cx="203990" cy="196012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170341" y="0"/>
                  </a:lnTo>
                  <a:lnTo>
                    <a:pt x="203847" y="48325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4" name="Google Shape;4164;p44"/>
            <p:cNvSpPr/>
            <p:nvPr/>
          </p:nvSpPr>
          <p:spPr>
            <a:xfrm rot="-8513943">
              <a:off x="312969" y="4906910"/>
              <a:ext cx="272783" cy="221882"/>
            </a:xfrm>
            <a:custGeom>
              <a:rect b="b" l="l" r="r" t="t"/>
              <a:pathLst>
                <a:path extrusionOk="0" h="221720" w="272584">
                  <a:moveTo>
                    <a:pt x="272584" y="150928"/>
                  </a:moveTo>
                  <a:cubicBezTo>
                    <a:pt x="214094" y="201141"/>
                    <a:pt x="137395" y="218798"/>
                    <a:pt x="91597" y="221557"/>
                  </a:cubicBezTo>
                  <a:cubicBezTo>
                    <a:pt x="66215" y="223213"/>
                    <a:pt x="41384" y="212177"/>
                    <a:pt x="23727" y="193967"/>
                  </a:cubicBezTo>
                  <a:cubicBezTo>
                    <a:pt x="4966" y="175759"/>
                    <a:pt x="0" y="144306"/>
                    <a:pt x="0" y="99060"/>
                  </a:cubicBezTo>
                  <a:lnTo>
                    <a:pt x="0" y="58265"/>
                  </a:lnTo>
                  <a:lnTo>
                    <a:pt x="74157" y="0"/>
                  </a:lnTo>
                  <a:lnTo>
                    <a:pt x="74492" y="46640"/>
                  </a:lnTo>
                  <a:cubicBezTo>
                    <a:pt x="72836" y="77540"/>
                    <a:pt x="77802" y="108992"/>
                    <a:pt x="87734" y="138237"/>
                  </a:cubicBezTo>
                  <a:cubicBezTo>
                    <a:pt x="96563" y="162515"/>
                    <a:pt x="119186" y="174655"/>
                    <a:pt x="153949" y="174655"/>
                  </a:cubicBezTo>
                  <a:cubicBezTo>
                    <a:pt x="171055" y="174103"/>
                    <a:pt x="187608" y="170792"/>
                    <a:pt x="203610" y="165826"/>
                  </a:cubicBezTo>
                  <a:cubicBezTo>
                    <a:pt x="226785" y="158653"/>
                    <a:pt x="249409" y="149273"/>
                    <a:pt x="271480" y="138237"/>
                  </a:cubicBezTo>
                  <a:cubicBezTo>
                    <a:pt x="272032" y="140444"/>
                    <a:pt x="272584" y="143203"/>
                    <a:pt x="272584" y="14541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5" name="Google Shape;4165;p44"/>
            <p:cNvSpPr/>
            <p:nvPr/>
          </p:nvSpPr>
          <p:spPr>
            <a:xfrm rot="8706722">
              <a:off x="466759" y="4708156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6" name="Google Shape;4166;p44"/>
            <p:cNvSpPr/>
            <p:nvPr/>
          </p:nvSpPr>
          <p:spPr>
            <a:xfrm rot="8714346">
              <a:off x="414929" y="460424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7" name="Google Shape;4167;p44"/>
            <p:cNvSpPr/>
            <p:nvPr/>
          </p:nvSpPr>
          <p:spPr>
            <a:xfrm rot="8713740">
              <a:off x="171620" y="46344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8" name="Google Shape;4168;p44"/>
            <p:cNvSpPr/>
            <p:nvPr/>
          </p:nvSpPr>
          <p:spPr>
            <a:xfrm rot="8714346">
              <a:off x="349135" y="4475223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9" name="Google Shape;4169;p44"/>
          <p:cNvSpPr txBox="1"/>
          <p:nvPr>
            <p:ph idx="1" type="body"/>
          </p:nvPr>
        </p:nvSpPr>
        <p:spPr>
          <a:xfrm>
            <a:off x="429470" y="3802408"/>
            <a:ext cx="1080000" cy="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70" name="Google Shape;4170;p44"/>
          <p:cNvSpPr txBox="1"/>
          <p:nvPr>
            <p:ph idx="2" type="body"/>
          </p:nvPr>
        </p:nvSpPr>
        <p:spPr>
          <a:xfrm>
            <a:off x="1512561" y="3802408"/>
            <a:ext cx="1080000" cy="45600"/>
          </a:xfrm>
          <a:prstGeom prst="rect">
            <a:avLst/>
          </a:prstGeom>
          <a:solidFill>
            <a:srgbClr val="3A1B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71" name="Google Shape;4171;p44"/>
          <p:cNvSpPr txBox="1"/>
          <p:nvPr>
            <p:ph idx="3" type="body"/>
          </p:nvPr>
        </p:nvSpPr>
        <p:spPr>
          <a:xfrm>
            <a:off x="443993" y="482179"/>
            <a:ext cx="2496000" cy="302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72" name="Google Shape;4172;p44"/>
          <p:cNvSpPr txBox="1"/>
          <p:nvPr>
            <p:ph idx="4" type="body"/>
          </p:nvPr>
        </p:nvSpPr>
        <p:spPr>
          <a:xfrm>
            <a:off x="3811668" y="507082"/>
            <a:ext cx="5068800" cy="41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ayures / Texte + Contenu">
  <p:cSld name="Rayures / Texte + Contenu">
    <p:bg>
      <p:bgPr>
        <a:solidFill>
          <a:schemeClr val="dk2"/>
        </a:solidFill>
      </p:bgPr>
    </p:bg>
    <p:spTree>
      <p:nvGrpSpPr>
        <p:cNvPr id="4173" name="Shape 4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4" name="Google Shape;4174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34163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5" name="Google Shape;4175;p45"/>
          <p:cNvSpPr/>
          <p:nvPr/>
        </p:nvSpPr>
        <p:spPr>
          <a:xfrm>
            <a:off x="0" y="-1"/>
            <a:ext cx="9144000" cy="5143501"/>
          </a:xfrm>
          <a:custGeom>
            <a:rect b="b" l="l" r="r" t="t"/>
            <a:pathLst>
              <a:path extrusionOk="0" h="5143501" w="9144000">
                <a:moveTo>
                  <a:pt x="0" y="0"/>
                </a:moveTo>
                <a:lnTo>
                  <a:pt x="9144000" y="0"/>
                </a:lnTo>
                <a:lnTo>
                  <a:pt x="9144000" y="5143501"/>
                </a:lnTo>
                <a:lnTo>
                  <a:pt x="3567702" y="5143501"/>
                </a:lnTo>
                <a:lnTo>
                  <a:pt x="3246551" y="2811363"/>
                </a:lnTo>
                <a:lnTo>
                  <a:pt x="3485902" y="1"/>
                </a:lnTo>
                <a:lnTo>
                  <a:pt x="3048000" y="1"/>
                </a:lnTo>
                <a:lnTo>
                  <a:pt x="2859408" y="1"/>
                </a:lnTo>
                <a:lnTo>
                  <a:pt x="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6" name="Google Shape;4176;p45"/>
          <p:cNvSpPr txBox="1"/>
          <p:nvPr>
            <p:ph idx="1" type="body"/>
          </p:nvPr>
        </p:nvSpPr>
        <p:spPr>
          <a:xfrm>
            <a:off x="429470" y="3802408"/>
            <a:ext cx="1080000" cy="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77" name="Google Shape;4177;p45"/>
          <p:cNvSpPr txBox="1"/>
          <p:nvPr>
            <p:ph idx="2" type="body"/>
          </p:nvPr>
        </p:nvSpPr>
        <p:spPr>
          <a:xfrm>
            <a:off x="1512561" y="3802408"/>
            <a:ext cx="1080000" cy="45600"/>
          </a:xfrm>
          <a:prstGeom prst="rect">
            <a:avLst/>
          </a:prstGeom>
          <a:solidFill>
            <a:srgbClr val="3A1B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78" name="Google Shape;4178;p45"/>
          <p:cNvSpPr txBox="1"/>
          <p:nvPr>
            <p:ph idx="3" type="body"/>
          </p:nvPr>
        </p:nvSpPr>
        <p:spPr>
          <a:xfrm>
            <a:off x="443993" y="482179"/>
            <a:ext cx="2496000" cy="302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79" name="Google Shape;4179;p45"/>
          <p:cNvSpPr txBox="1"/>
          <p:nvPr>
            <p:ph idx="4" type="body"/>
          </p:nvPr>
        </p:nvSpPr>
        <p:spPr>
          <a:xfrm>
            <a:off x="3811668" y="507082"/>
            <a:ext cx="5068800" cy="41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80" name="Google Shape;4180;p45"/>
          <p:cNvSpPr txBox="1"/>
          <p:nvPr>
            <p:ph idx="12" type="sldNum"/>
          </p:nvPr>
        </p:nvSpPr>
        <p:spPr>
          <a:xfrm>
            <a:off x="3048000" y="2811362"/>
            <a:ext cx="519600" cy="233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filtre bleu + Titre + Contenu">
  <p:cSld name="Image filtre bleu + Titre + Contenu">
    <p:bg>
      <p:bgPr>
        <a:solidFill>
          <a:srgbClr val="F2F2F2"/>
        </a:solidFill>
      </p:bgPr>
    </p:bg>
    <p:spTree>
      <p:nvGrpSpPr>
        <p:cNvPr id="4181" name="Shape 4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2" name="Google Shape;4182;p46"/>
          <p:cNvSpPr/>
          <p:nvPr>
            <p:ph idx="2" type="pic"/>
          </p:nvPr>
        </p:nvSpPr>
        <p:spPr>
          <a:xfrm>
            <a:off x="0" y="2"/>
            <a:ext cx="3567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183" name="Google Shape;4183;p46"/>
          <p:cNvSpPr/>
          <p:nvPr/>
        </p:nvSpPr>
        <p:spPr>
          <a:xfrm>
            <a:off x="3246551" y="-1"/>
            <a:ext cx="5897449" cy="5143501"/>
          </a:xfrm>
          <a:custGeom>
            <a:rect b="b" l="l" r="r" t="t"/>
            <a:pathLst>
              <a:path extrusionOk="0" h="5143501" w="5897449">
                <a:moveTo>
                  <a:pt x="239351" y="1"/>
                </a:moveTo>
                <a:lnTo>
                  <a:pt x="5897449" y="0"/>
                </a:lnTo>
                <a:lnTo>
                  <a:pt x="5897449" y="5143501"/>
                </a:lnTo>
                <a:lnTo>
                  <a:pt x="321151" y="5143501"/>
                </a:lnTo>
                <a:lnTo>
                  <a:pt x="0" y="2811363"/>
                </a:lnTo>
                <a:lnTo>
                  <a:pt x="23935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4" name="Google Shape;4184;p46"/>
          <p:cNvSpPr txBox="1"/>
          <p:nvPr>
            <p:ph idx="1" type="body"/>
          </p:nvPr>
        </p:nvSpPr>
        <p:spPr>
          <a:xfrm>
            <a:off x="3811668" y="507082"/>
            <a:ext cx="5068800" cy="41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85" name="Google Shape;4185;p46"/>
          <p:cNvSpPr txBox="1"/>
          <p:nvPr>
            <p:ph idx="3" type="body"/>
          </p:nvPr>
        </p:nvSpPr>
        <p:spPr>
          <a:xfrm>
            <a:off x="-6824" y="0"/>
            <a:ext cx="3492600" cy="2565900"/>
          </a:xfrm>
          <a:prstGeom prst="rect">
            <a:avLst/>
          </a:prstGeom>
          <a:solidFill>
            <a:schemeClr val="dk2">
              <a:alpha val="8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86" name="Google Shape;4186;p46"/>
          <p:cNvSpPr txBox="1"/>
          <p:nvPr>
            <p:ph idx="4" type="body"/>
          </p:nvPr>
        </p:nvSpPr>
        <p:spPr>
          <a:xfrm>
            <a:off x="429470" y="1194381"/>
            <a:ext cx="1080000" cy="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87" name="Google Shape;4187;p46"/>
          <p:cNvSpPr txBox="1"/>
          <p:nvPr>
            <p:ph idx="5" type="body"/>
          </p:nvPr>
        </p:nvSpPr>
        <p:spPr>
          <a:xfrm>
            <a:off x="1512561" y="1194381"/>
            <a:ext cx="1080000" cy="45600"/>
          </a:xfrm>
          <a:prstGeom prst="rect">
            <a:avLst/>
          </a:prstGeom>
          <a:solidFill>
            <a:srgbClr val="3A1B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88" name="Google Shape;4188;p46"/>
          <p:cNvSpPr txBox="1"/>
          <p:nvPr>
            <p:ph idx="6" type="body"/>
          </p:nvPr>
        </p:nvSpPr>
        <p:spPr>
          <a:xfrm>
            <a:off x="443993" y="190831"/>
            <a:ext cx="24960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89" name="Google Shape;4189;p46"/>
          <p:cNvSpPr txBox="1"/>
          <p:nvPr>
            <p:ph idx="12" type="sldNum"/>
          </p:nvPr>
        </p:nvSpPr>
        <p:spPr>
          <a:xfrm>
            <a:off x="3048000" y="2811362"/>
            <a:ext cx="519600" cy="233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filtre bleu + Contenu">
  <p:cSld name="Image filtre bleu + Contenu">
    <p:bg>
      <p:bgPr>
        <a:solidFill>
          <a:schemeClr val="dk2"/>
        </a:solidFill>
      </p:bgPr>
    </p:bg>
    <p:spTree>
      <p:nvGrpSpPr>
        <p:cNvPr id="4190" name="Shape 4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1" name="Google Shape;4191;p47"/>
          <p:cNvSpPr/>
          <p:nvPr>
            <p:ph idx="2" type="pic"/>
          </p:nvPr>
        </p:nvSpPr>
        <p:spPr>
          <a:xfrm>
            <a:off x="0" y="2"/>
            <a:ext cx="3567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192" name="Google Shape;4192;p47"/>
          <p:cNvSpPr/>
          <p:nvPr/>
        </p:nvSpPr>
        <p:spPr>
          <a:xfrm>
            <a:off x="3246551" y="-3"/>
            <a:ext cx="5897449" cy="5143501"/>
          </a:xfrm>
          <a:custGeom>
            <a:rect b="b" l="l" r="r" t="t"/>
            <a:pathLst>
              <a:path extrusionOk="0" h="5143501" w="5897449">
                <a:moveTo>
                  <a:pt x="675524" y="1246049"/>
                </a:moveTo>
                <a:lnTo>
                  <a:pt x="675524" y="1291768"/>
                </a:lnTo>
                <a:lnTo>
                  <a:pt x="1035524" y="1291768"/>
                </a:lnTo>
                <a:lnTo>
                  <a:pt x="1035524" y="1246049"/>
                </a:lnTo>
                <a:close/>
                <a:moveTo>
                  <a:pt x="5897449" y="0"/>
                </a:moveTo>
                <a:lnTo>
                  <a:pt x="5897449" y="5143501"/>
                </a:lnTo>
                <a:lnTo>
                  <a:pt x="321151" y="5143501"/>
                </a:lnTo>
                <a:lnTo>
                  <a:pt x="0" y="2811363"/>
                </a:lnTo>
                <a:lnTo>
                  <a:pt x="23935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3" name="Google Shape;4193;p47"/>
          <p:cNvSpPr txBox="1"/>
          <p:nvPr>
            <p:ph idx="1" type="body"/>
          </p:nvPr>
        </p:nvSpPr>
        <p:spPr>
          <a:xfrm>
            <a:off x="3811668" y="1733384"/>
            <a:ext cx="5068800" cy="29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94" name="Google Shape;4194;p47"/>
          <p:cNvSpPr txBox="1"/>
          <p:nvPr>
            <p:ph idx="3" type="body"/>
          </p:nvPr>
        </p:nvSpPr>
        <p:spPr>
          <a:xfrm>
            <a:off x="2129050" y="0"/>
            <a:ext cx="1356900" cy="5143500"/>
          </a:xfrm>
          <a:prstGeom prst="rect">
            <a:avLst/>
          </a:prstGeom>
          <a:solidFill>
            <a:schemeClr val="dk2">
              <a:alpha val="8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95" name="Google Shape;4195;p47"/>
          <p:cNvSpPr txBox="1"/>
          <p:nvPr>
            <p:ph type="title"/>
          </p:nvPr>
        </p:nvSpPr>
        <p:spPr>
          <a:xfrm>
            <a:off x="3811669" y="349390"/>
            <a:ext cx="50688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6" name="Google Shape;4196;p47"/>
          <p:cNvSpPr/>
          <p:nvPr/>
        </p:nvSpPr>
        <p:spPr>
          <a:xfrm>
            <a:off x="4281011" y="1246048"/>
            <a:ext cx="360000" cy="45600"/>
          </a:xfrm>
          <a:prstGeom prst="rect">
            <a:avLst/>
          </a:prstGeom>
          <a:solidFill>
            <a:srgbClr val="3A1B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7" name="Google Shape;4197;p47"/>
          <p:cNvSpPr txBox="1"/>
          <p:nvPr>
            <p:ph idx="12" type="sldNum"/>
          </p:nvPr>
        </p:nvSpPr>
        <p:spPr>
          <a:xfrm>
            <a:off x="3048000" y="2811362"/>
            <a:ext cx="519600" cy="233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Image">
  <p:cSld name="Texte + Image">
    <p:bg>
      <p:bgPr>
        <a:solidFill>
          <a:schemeClr val="dk2"/>
        </a:solidFill>
      </p:bgPr>
    </p:bg>
    <p:spTree>
      <p:nvGrpSpPr>
        <p:cNvPr id="4198" name="Shape 4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" name="Google Shape;4199;p48"/>
          <p:cNvSpPr/>
          <p:nvPr>
            <p:ph idx="2" type="pic"/>
          </p:nvPr>
        </p:nvSpPr>
        <p:spPr>
          <a:xfrm>
            <a:off x="3246551" y="-1"/>
            <a:ext cx="589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4200" name="Google Shape;4200;p48"/>
          <p:cNvGrpSpPr/>
          <p:nvPr/>
        </p:nvGrpSpPr>
        <p:grpSpPr>
          <a:xfrm>
            <a:off x="-160065" y="-165751"/>
            <a:ext cx="3677084" cy="5465799"/>
            <a:chOff x="-160065" y="-165751"/>
            <a:chExt cx="3677084" cy="5465799"/>
          </a:xfrm>
        </p:grpSpPr>
        <p:sp>
          <p:nvSpPr>
            <p:cNvPr id="4201" name="Google Shape;4201;p48"/>
            <p:cNvSpPr/>
            <p:nvPr/>
          </p:nvSpPr>
          <p:spPr>
            <a:xfrm rot="8713740">
              <a:off x="3051659" y="2294972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2" name="Google Shape;4202;p48"/>
            <p:cNvSpPr/>
            <p:nvPr/>
          </p:nvSpPr>
          <p:spPr>
            <a:xfrm rot="8716661">
              <a:off x="3141247" y="2335551"/>
              <a:ext cx="209296" cy="247902"/>
            </a:xfrm>
            <a:custGeom>
              <a:rect b="b" l="l" r="r" t="t"/>
              <a:pathLst>
                <a:path extrusionOk="0" h="247728" w="209149">
                  <a:moveTo>
                    <a:pt x="147179" y="90980"/>
                  </a:moveTo>
                  <a:lnTo>
                    <a:pt x="147179" y="74577"/>
                  </a:lnTo>
                  <a:cubicBezTo>
                    <a:pt x="147179" y="62273"/>
                    <a:pt x="143648" y="51907"/>
                    <a:pt x="137667" y="44616"/>
                  </a:cubicBezTo>
                  <a:lnTo>
                    <a:pt x="132652" y="42232"/>
                  </a:lnTo>
                  <a:lnTo>
                    <a:pt x="167583" y="0"/>
                  </a:lnTo>
                  <a:lnTo>
                    <a:pt x="189157" y="15682"/>
                  </a:lnTo>
                  <a:cubicBezTo>
                    <a:pt x="202086" y="30833"/>
                    <a:pt x="209149" y="53160"/>
                    <a:pt x="209149" y="81411"/>
                  </a:cubicBezTo>
                  <a:lnTo>
                    <a:pt x="209149" y="87335"/>
                  </a:lnTo>
                  <a:close/>
                  <a:moveTo>
                    <a:pt x="0" y="247728"/>
                  </a:moveTo>
                  <a:lnTo>
                    <a:pt x="0" y="202611"/>
                  </a:lnTo>
                  <a:lnTo>
                    <a:pt x="60148" y="129891"/>
                  </a:lnTo>
                  <a:lnTo>
                    <a:pt x="60148" y="20671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3" name="Google Shape;4203;p48"/>
            <p:cNvSpPr/>
            <p:nvPr/>
          </p:nvSpPr>
          <p:spPr>
            <a:xfrm rot="8713740">
              <a:off x="3096256" y="2237809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4" name="Google Shape;4204;p48"/>
            <p:cNvSpPr/>
            <p:nvPr/>
          </p:nvSpPr>
          <p:spPr>
            <a:xfrm rot="8713740">
              <a:off x="2939308" y="238329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5" name="Google Shape;4205;p48"/>
            <p:cNvSpPr/>
            <p:nvPr/>
          </p:nvSpPr>
          <p:spPr>
            <a:xfrm rot="8719330">
              <a:off x="2814523" y="217451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6" name="Google Shape;4206;p48"/>
            <p:cNvSpPr/>
            <p:nvPr/>
          </p:nvSpPr>
          <p:spPr>
            <a:xfrm rot="8713013">
              <a:off x="2802092" y="2035891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7" name="Google Shape;4207;p48"/>
            <p:cNvSpPr/>
            <p:nvPr/>
          </p:nvSpPr>
          <p:spPr>
            <a:xfrm rot="8713740">
              <a:off x="3029549" y="2424451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8" name="Google Shape;4208;p48"/>
            <p:cNvSpPr/>
            <p:nvPr/>
          </p:nvSpPr>
          <p:spPr>
            <a:xfrm rot="8716661">
              <a:off x="3300242" y="2118993"/>
              <a:ext cx="9522" cy="11512"/>
            </a:xfrm>
            <a:custGeom>
              <a:rect b="b" l="l" r="r" t="t"/>
              <a:pathLst>
                <a:path extrusionOk="0" h="11504" w="9515">
                  <a:moveTo>
                    <a:pt x="0" y="11504"/>
                  </a:moveTo>
                  <a:lnTo>
                    <a:pt x="9515" y="0"/>
                  </a:lnTo>
                  <a:lnTo>
                    <a:pt x="9515" y="7741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9" name="Google Shape;4209;p48"/>
            <p:cNvSpPr/>
            <p:nvPr/>
          </p:nvSpPr>
          <p:spPr>
            <a:xfrm rot="8713740">
              <a:off x="3228407" y="213313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0" name="Google Shape;4210;p48"/>
            <p:cNvSpPr/>
            <p:nvPr/>
          </p:nvSpPr>
          <p:spPr>
            <a:xfrm rot="8716661">
              <a:off x="3098754" y="1924211"/>
              <a:ext cx="203990" cy="196012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44680"/>
                  </a:lnTo>
                  <a:lnTo>
                    <a:pt x="36955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1" name="Google Shape;4211;p48"/>
            <p:cNvSpPr/>
            <p:nvPr/>
          </p:nvSpPr>
          <p:spPr>
            <a:xfrm rot="8716661">
              <a:off x="3275324" y="2211641"/>
              <a:ext cx="24744" cy="53724"/>
            </a:xfrm>
            <a:custGeom>
              <a:rect b="b" l="l" r="r" t="t"/>
              <a:pathLst>
                <a:path extrusionOk="0" h="53686" w="24727">
                  <a:moveTo>
                    <a:pt x="24727" y="53686"/>
                  </a:moveTo>
                  <a:lnTo>
                    <a:pt x="0" y="29895"/>
                  </a:lnTo>
                  <a:lnTo>
                    <a:pt x="24727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2" name="Google Shape;4212;p48"/>
            <p:cNvSpPr/>
            <p:nvPr/>
          </p:nvSpPr>
          <p:spPr>
            <a:xfrm rot="8718291">
              <a:off x="3077254" y="2024490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3" name="Google Shape;4213;p48"/>
            <p:cNvSpPr/>
            <p:nvPr/>
          </p:nvSpPr>
          <p:spPr>
            <a:xfrm rot="8713740">
              <a:off x="3162475" y="304298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4" name="Google Shape;4214;p48"/>
            <p:cNvSpPr/>
            <p:nvPr/>
          </p:nvSpPr>
          <p:spPr>
            <a:xfrm rot="8716661">
              <a:off x="3033368" y="2835802"/>
              <a:ext cx="197882" cy="196011"/>
            </a:xfrm>
            <a:custGeom>
              <a:rect b="b" l="l" r="r" t="t"/>
              <a:pathLst>
                <a:path extrusionOk="0" h="195873" w="197743">
                  <a:moveTo>
                    <a:pt x="84606" y="195873"/>
                  </a:moveTo>
                  <a:lnTo>
                    <a:pt x="41743" y="116129"/>
                  </a:lnTo>
                  <a:lnTo>
                    <a:pt x="63673" y="55323"/>
                  </a:lnTo>
                  <a:lnTo>
                    <a:pt x="0" y="55323"/>
                  </a:lnTo>
                  <a:lnTo>
                    <a:pt x="45759" y="0"/>
                  </a:lnTo>
                  <a:lnTo>
                    <a:pt x="197743" y="0"/>
                  </a:lnTo>
                  <a:lnTo>
                    <a:pt x="197743" y="55323"/>
                  </a:lnTo>
                  <a:lnTo>
                    <a:pt x="132951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5" name="Google Shape;4215;p48"/>
            <p:cNvSpPr/>
            <p:nvPr/>
          </p:nvSpPr>
          <p:spPr>
            <a:xfrm rot="8716661">
              <a:off x="2982422" y="2705408"/>
              <a:ext cx="289692" cy="211593"/>
            </a:xfrm>
            <a:custGeom>
              <a:rect b="b" l="l" r="r" t="t"/>
              <a:pathLst>
                <a:path extrusionOk="0" h="211444" w="289489">
                  <a:moveTo>
                    <a:pt x="24145" y="181853"/>
                  </a:moveTo>
                  <a:cubicBezTo>
                    <a:pt x="14143" y="172145"/>
                    <a:pt x="7818" y="158907"/>
                    <a:pt x="3994" y="142066"/>
                  </a:cubicBezTo>
                  <a:lnTo>
                    <a:pt x="0" y="94419"/>
                  </a:lnTo>
                  <a:lnTo>
                    <a:pt x="78096" y="0"/>
                  </a:lnTo>
                  <a:lnTo>
                    <a:pt x="78273" y="24764"/>
                  </a:lnTo>
                  <a:cubicBezTo>
                    <a:pt x="76508" y="57712"/>
                    <a:pt x="81803" y="91247"/>
                    <a:pt x="92393" y="122430"/>
                  </a:cubicBezTo>
                  <a:cubicBezTo>
                    <a:pt x="101807" y="148317"/>
                    <a:pt x="125929" y="161261"/>
                    <a:pt x="162994" y="161261"/>
                  </a:cubicBezTo>
                  <a:cubicBezTo>
                    <a:pt x="181234" y="160672"/>
                    <a:pt x="198884" y="157142"/>
                    <a:pt x="215946" y="151847"/>
                  </a:cubicBezTo>
                  <a:cubicBezTo>
                    <a:pt x="240656" y="144198"/>
                    <a:pt x="264779" y="134197"/>
                    <a:pt x="288313" y="122430"/>
                  </a:cubicBezTo>
                  <a:cubicBezTo>
                    <a:pt x="288901" y="124783"/>
                    <a:pt x="289489" y="127725"/>
                    <a:pt x="289489" y="130078"/>
                  </a:cubicBezTo>
                  <a:lnTo>
                    <a:pt x="289489" y="135962"/>
                  </a:lnTo>
                  <a:cubicBezTo>
                    <a:pt x="227125" y="189501"/>
                    <a:pt x="145344" y="208329"/>
                    <a:pt x="96512" y="211270"/>
                  </a:cubicBezTo>
                  <a:cubicBezTo>
                    <a:pt x="69448" y="213035"/>
                    <a:pt x="42972" y="201268"/>
                    <a:pt x="24145" y="18185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6" name="Google Shape;4216;p48"/>
            <p:cNvSpPr/>
            <p:nvPr/>
          </p:nvSpPr>
          <p:spPr>
            <a:xfrm rot="8716661">
              <a:off x="3205005" y="3125474"/>
              <a:ext cx="16436" cy="35686"/>
            </a:xfrm>
            <a:custGeom>
              <a:rect b="b" l="l" r="r" t="t"/>
              <a:pathLst>
                <a:path extrusionOk="0" h="35661" w="16424">
                  <a:moveTo>
                    <a:pt x="16424" y="35661"/>
                  </a:moveTo>
                  <a:lnTo>
                    <a:pt x="0" y="19858"/>
                  </a:lnTo>
                  <a:lnTo>
                    <a:pt x="16424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7" name="Google Shape;4217;p48"/>
            <p:cNvSpPr/>
            <p:nvPr/>
          </p:nvSpPr>
          <p:spPr>
            <a:xfrm rot="8713740">
              <a:off x="2830141" y="163399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8" name="Google Shape;4218;p48"/>
            <p:cNvSpPr/>
            <p:nvPr/>
          </p:nvSpPr>
          <p:spPr>
            <a:xfrm rot="8713740">
              <a:off x="2919686" y="166326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9" name="Google Shape;4219;p48"/>
            <p:cNvSpPr/>
            <p:nvPr/>
          </p:nvSpPr>
          <p:spPr>
            <a:xfrm rot="8713740">
              <a:off x="2874738" y="1576835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0" name="Google Shape;4220;p48"/>
            <p:cNvSpPr/>
            <p:nvPr/>
          </p:nvSpPr>
          <p:spPr>
            <a:xfrm rot="8713740">
              <a:off x="2717790" y="172231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1" name="Google Shape;4221;p48"/>
            <p:cNvSpPr/>
            <p:nvPr/>
          </p:nvSpPr>
          <p:spPr>
            <a:xfrm rot="8719330">
              <a:off x="2593005" y="151354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2" name="Google Shape;4222;p48"/>
            <p:cNvSpPr/>
            <p:nvPr/>
          </p:nvSpPr>
          <p:spPr>
            <a:xfrm rot="8713013">
              <a:off x="2580574" y="1374917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3" name="Google Shape;4223;p48"/>
            <p:cNvSpPr/>
            <p:nvPr/>
          </p:nvSpPr>
          <p:spPr>
            <a:xfrm rot="8713740">
              <a:off x="2808031" y="176347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4" name="Google Shape;4224;p48"/>
            <p:cNvSpPr/>
            <p:nvPr/>
          </p:nvSpPr>
          <p:spPr>
            <a:xfrm rot="8713740">
              <a:off x="3119240" y="138384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5" name="Google Shape;4225;p48"/>
            <p:cNvSpPr/>
            <p:nvPr/>
          </p:nvSpPr>
          <p:spPr>
            <a:xfrm rot="8716661">
              <a:off x="3209672" y="1424160"/>
              <a:ext cx="209296" cy="250868"/>
            </a:xfrm>
            <a:custGeom>
              <a:rect b="b" l="l" r="r" t="t"/>
              <a:pathLst>
                <a:path extrusionOk="0" h="250692" w="209149">
                  <a:moveTo>
                    <a:pt x="147179" y="93944"/>
                  </a:moveTo>
                  <a:lnTo>
                    <a:pt x="147179" y="77540"/>
                  </a:lnTo>
                  <a:cubicBezTo>
                    <a:pt x="147179" y="65237"/>
                    <a:pt x="143648" y="54871"/>
                    <a:pt x="137667" y="47580"/>
                  </a:cubicBezTo>
                  <a:lnTo>
                    <a:pt x="123379" y="40789"/>
                  </a:lnTo>
                  <a:lnTo>
                    <a:pt x="157117" y="0"/>
                  </a:lnTo>
                  <a:lnTo>
                    <a:pt x="165512" y="1459"/>
                  </a:lnTo>
                  <a:cubicBezTo>
                    <a:pt x="193258" y="12950"/>
                    <a:pt x="209149" y="41998"/>
                    <a:pt x="209149" y="84375"/>
                  </a:cubicBezTo>
                  <a:lnTo>
                    <a:pt x="209149" y="90299"/>
                  </a:lnTo>
                  <a:close/>
                  <a:moveTo>
                    <a:pt x="0" y="250692"/>
                  </a:moveTo>
                  <a:lnTo>
                    <a:pt x="0" y="189958"/>
                  </a:lnTo>
                  <a:lnTo>
                    <a:pt x="61066" y="116127"/>
                  </a:lnTo>
                  <a:lnTo>
                    <a:pt x="60148" y="123562"/>
                  </a:lnTo>
                  <a:lnTo>
                    <a:pt x="60148" y="20968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6" name="Google Shape;4226;p48"/>
            <p:cNvSpPr/>
            <p:nvPr/>
          </p:nvSpPr>
          <p:spPr>
            <a:xfrm rot="8713740">
              <a:off x="3006889" y="147216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7" name="Google Shape;4227;p48"/>
            <p:cNvSpPr/>
            <p:nvPr/>
          </p:nvSpPr>
          <p:spPr>
            <a:xfrm rot="8719330">
              <a:off x="2882105" y="126338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8" name="Google Shape;4228;p48"/>
            <p:cNvSpPr/>
            <p:nvPr/>
          </p:nvSpPr>
          <p:spPr>
            <a:xfrm rot="8713740">
              <a:off x="3097131" y="151332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9" name="Google Shape;4229;p48"/>
            <p:cNvSpPr/>
            <p:nvPr/>
          </p:nvSpPr>
          <p:spPr>
            <a:xfrm rot="8718291">
              <a:off x="2855736" y="1363516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0" name="Google Shape;4230;p48"/>
            <p:cNvSpPr/>
            <p:nvPr/>
          </p:nvSpPr>
          <p:spPr>
            <a:xfrm rot="7483339">
              <a:off x="3207185" y="1725092"/>
              <a:ext cx="156111" cy="194166"/>
            </a:xfrm>
            <a:custGeom>
              <a:rect b="b" l="l" r="r" t="t"/>
              <a:pathLst>
                <a:path extrusionOk="0" h="194030" w="156001">
                  <a:moveTo>
                    <a:pt x="42863" y="194030"/>
                  </a:moveTo>
                  <a:lnTo>
                    <a:pt x="0" y="114286"/>
                  </a:lnTo>
                  <a:lnTo>
                    <a:pt x="11232" y="83143"/>
                  </a:lnTo>
                  <a:lnTo>
                    <a:pt x="156000" y="0"/>
                  </a:lnTo>
                  <a:lnTo>
                    <a:pt x="156001" y="53480"/>
                  </a:lnTo>
                  <a:lnTo>
                    <a:pt x="91208" y="5348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1" name="Google Shape;4231;p48"/>
            <p:cNvSpPr/>
            <p:nvPr/>
          </p:nvSpPr>
          <p:spPr>
            <a:xfrm rot="8713740">
              <a:off x="3197352" y="140594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2" name="Google Shape;4232;p48"/>
            <p:cNvSpPr/>
            <p:nvPr/>
          </p:nvSpPr>
          <p:spPr>
            <a:xfrm rot="8716661">
              <a:off x="3356439" y="1273045"/>
              <a:ext cx="38189" cy="46170"/>
            </a:xfrm>
            <a:custGeom>
              <a:rect b="b" l="l" r="r" t="t"/>
              <a:pathLst>
                <a:path extrusionOk="0" h="46138" w="38162">
                  <a:moveTo>
                    <a:pt x="0" y="46138"/>
                  </a:moveTo>
                  <a:lnTo>
                    <a:pt x="38162" y="0"/>
                  </a:lnTo>
                  <a:lnTo>
                    <a:pt x="35645" y="12962"/>
                  </a:lnTo>
                  <a:cubicBezTo>
                    <a:pt x="32771" y="20076"/>
                    <a:pt x="28459" y="26745"/>
                    <a:pt x="22710" y="32494"/>
                  </a:cubicBezTo>
                  <a:cubicBezTo>
                    <a:pt x="17191" y="38013"/>
                    <a:pt x="10753" y="42382"/>
                    <a:pt x="3739" y="45372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3" name="Google Shape;4233;p48"/>
            <p:cNvSpPr/>
            <p:nvPr/>
          </p:nvSpPr>
          <p:spPr>
            <a:xfrm rot="8713740">
              <a:off x="2606974" y="97429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4" name="Google Shape;4234;p48"/>
            <p:cNvSpPr/>
            <p:nvPr/>
          </p:nvSpPr>
          <p:spPr>
            <a:xfrm rot="8713740">
              <a:off x="2696519" y="100356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5" name="Google Shape;4235;p48"/>
            <p:cNvSpPr/>
            <p:nvPr/>
          </p:nvSpPr>
          <p:spPr>
            <a:xfrm rot="8713740">
              <a:off x="2651571" y="91713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6" name="Google Shape;4236;p48"/>
            <p:cNvSpPr/>
            <p:nvPr/>
          </p:nvSpPr>
          <p:spPr>
            <a:xfrm rot="8713740">
              <a:off x="2494623" y="106261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7" name="Google Shape;4237;p48"/>
            <p:cNvSpPr/>
            <p:nvPr/>
          </p:nvSpPr>
          <p:spPr>
            <a:xfrm rot="8719330">
              <a:off x="2369838" y="85384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8" name="Google Shape;4238;p48"/>
            <p:cNvSpPr/>
            <p:nvPr/>
          </p:nvSpPr>
          <p:spPr>
            <a:xfrm rot="8713013">
              <a:off x="2357407" y="715218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9" name="Google Shape;4239;p48"/>
            <p:cNvSpPr/>
            <p:nvPr/>
          </p:nvSpPr>
          <p:spPr>
            <a:xfrm rot="8713740">
              <a:off x="2584864" y="110377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0" name="Google Shape;4240;p48"/>
            <p:cNvSpPr/>
            <p:nvPr/>
          </p:nvSpPr>
          <p:spPr>
            <a:xfrm rot="8713740">
              <a:off x="2896073" y="72414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1" name="Google Shape;4241;p48"/>
            <p:cNvSpPr/>
            <p:nvPr/>
          </p:nvSpPr>
          <p:spPr>
            <a:xfrm rot="8713740">
              <a:off x="2985618" y="75340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2" name="Google Shape;4242;p48"/>
            <p:cNvSpPr/>
            <p:nvPr/>
          </p:nvSpPr>
          <p:spPr>
            <a:xfrm rot="8713740">
              <a:off x="2783722" y="81246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3" name="Google Shape;4243;p48"/>
            <p:cNvSpPr/>
            <p:nvPr/>
          </p:nvSpPr>
          <p:spPr>
            <a:xfrm rot="8719330">
              <a:off x="2658938" y="60368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4" name="Google Shape;4244;p48"/>
            <p:cNvSpPr/>
            <p:nvPr/>
          </p:nvSpPr>
          <p:spPr>
            <a:xfrm rot="8713740">
              <a:off x="2873964" y="85362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5" name="Google Shape;4245;p48"/>
            <p:cNvSpPr/>
            <p:nvPr/>
          </p:nvSpPr>
          <p:spPr>
            <a:xfrm rot="8718291">
              <a:off x="2632569" y="70381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6" name="Google Shape;4246;p48"/>
            <p:cNvSpPr/>
            <p:nvPr/>
          </p:nvSpPr>
          <p:spPr>
            <a:xfrm rot="7480670">
              <a:off x="2978955" y="104488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7" name="Google Shape;4247;p48"/>
            <p:cNvSpPr/>
            <p:nvPr/>
          </p:nvSpPr>
          <p:spPr>
            <a:xfrm rot="-8510566">
              <a:off x="3083741" y="1011660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8" name="Google Shape;4248;p48"/>
            <p:cNvSpPr/>
            <p:nvPr/>
          </p:nvSpPr>
          <p:spPr>
            <a:xfrm rot="8706722">
              <a:off x="3269324" y="819990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9" name="Google Shape;4249;p48"/>
            <p:cNvSpPr/>
            <p:nvPr/>
          </p:nvSpPr>
          <p:spPr>
            <a:xfrm rot="8714346">
              <a:off x="3217494" y="71607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0" name="Google Shape;4250;p48"/>
            <p:cNvSpPr/>
            <p:nvPr/>
          </p:nvSpPr>
          <p:spPr>
            <a:xfrm rot="8713740">
              <a:off x="2974185" y="74624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1" name="Google Shape;4251;p48"/>
            <p:cNvSpPr/>
            <p:nvPr/>
          </p:nvSpPr>
          <p:spPr>
            <a:xfrm rot="8714346">
              <a:off x="3151700" y="58705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2" name="Google Shape;4252;p48"/>
            <p:cNvSpPr/>
            <p:nvPr/>
          </p:nvSpPr>
          <p:spPr>
            <a:xfrm rot="8713740">
              <a:off x="2388035" y="312241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3" name="Google Shape;4253;p48"/>
            <p:cNvSpPr/>
            <p:nvPr/>
          </p:nvSpPr>
          <p:spPr>
            <a:xfrm rot="8713740">
              <a:off x="2477580" y="341503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4" name="Google Shape;4254;p48"/>
            <p:cNvSpPr/>
            <p:nvPr/>
          </p:nvSpPr>
          <p:spPr>
            <a:xfrm rot="8713740">
              <a:off x="2432632" y="255078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5" name="Google Shape;4255;p48"/>
            <p:cNvSpPr/>
            <p:nvPr/>
          </p:nvSpPr>
          <p:spPr>
            <a:xfrm rot="8713740">
              <a:off x="2275684" y="40055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6" name="Google Shape;4256;p48"/>
            <p:cNvSpPr/>
            <p:nvPr/>
          </p:nvSpPr>
          <p:spPr>
            <a:xfrm rot="8719330">
              <a:off x="2150899" y="19178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7" name="Google Shape;4257;p48"/>
            <p:cNvSpPr/>
            <p:nvPr/>
          </p:nvSpPr>
          <p:spPr>
            <a:xfrm rot="8713013">
              <a:off x="2138468" y="53160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8" name="Google Shape;4258;p48"/>
            <p:cNvSpPr/>
            <p:nvPr/>
          </p:nvSpPr>
          <p:spPr>
            <a:xfrm rot="8713740">
              <a:off x="2365925" y="441720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9" name="Google Shape;4259;p48"/>
            <p:cNvSpPr/>
            <p:nvPr/>
          </p:nvSpPr>
          <p:spPr>
            <a:xfrm rot="8713740">
              <a:off x="2677134" y="6208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0" name="Google Shape;4260;p48"/>
            <p:cNvSpPr/>
            <p:nvPr/>
          </p:nvSpPr>
          <p:spPr>
            <a:xfrm rot="8713740">
              <a:off x="2766679" y="9135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1" name="Google Shape;4261;p48"/>
            <p:cNvSpPr/>
            <p:nvPr/>
          </p:nvSpPr>
          <p:spPr>
            <a:xfrm rot="8713740">
              <a:off x="2564783" y="15040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2" name="Google Shape;4262;p48"/>
            <p:cNvSpPr/>
            <p:nvPr/>
          </p:nvSpPr>
          <p:spPr>
            <a:xfrm rot="8716661">
              <a:off x="2448392" y="-16099"/>
              <a:ext cx="203990" cy="149445"/>
            </a:xfrm>
            <a:custGeom>
              <a:rect b="b" l="l" r="r" t="t"/>
              <a:pathLst>
                <a:path extrusionOk="0" h="149340" w="203847">
                  <a:moveTo>
                    <a:pt x="106716" y="149340"/>
                  </a:moveTo>
                  <a:lnTo>
                    <a:pt x="50038" y="110053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3" name="Google Shape;4263;p48"/>
            <p:cNvSpPr/>
            <p:nvPr/>
          </p:nvSpPr>
          <p:spPr>
            <a:xfrm rot="8713740">
              <a:off x="2655025" y="191569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4" name="Google Shape;4264;p48"/>
            <p:cNvSpPr/>
            <p:nvPr/>
          </p:nvSpPr>
          <p:spPr>
            <a:xfrm rot="8718291">
              <a:off x="2413630" y="41759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5" name="Google Shape;4265;p48"/>
            <p:cNvSpPr/>
            <p:nvPr/>
          </p:nvSpPr>
          <p:spPr>
            <a:xfrm rot="7480670">
              <a:off x="2760016" y="38282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6" name="Google Shape;4266;p48"/>
            <p:cNvSpPr/>
            <p:nvPr/>
          </p:nvSpPr>
          <p:spPr>
            <a:xfrm rot="-8510566">
              <a:off x="2864802" y="349602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7" name="Google Shape;4267;p48"/>
            <p:cNvSpPr/>
            <p:nvPr/>
          </p:nvSpPr>
          <p:spPr>
            <a:xfrm rot="8706722">
              <a:off x="3050385" y="157932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8" name="Google Shape;4268;p48"/>
            <p:cNvSpPr/>
            <p:nvPr/>
          </p:nvSpPr>
          <p:spPr>
            <a:xfrm rot="8714346">
              <a:off x="2998555" y="54020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9" name="Google Shape;4269;p48"/>
            <p:cNvSpPr/>
            <p:nvPr/>
          </p:nvSpPr>
          <p:spPr>
            <a:xfrm rot="8713740">
              <a:off x="2755246" y="8419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0" name="Google Shape;4270;p48"/>
            <p:cNvSpPr/>
            <p:nvPr/>
          </p:nvSpPr>
          <p:spPr>
            <a:xfrm rot="8716661">
              <a:off x="2939943" y="-28724"/>
              <a:ext cx="88726" cy="70710"/>
            </a:xfrm>
            <a:custGeom>
              <a:rect b="b" l="l" r="r" t="t"/>
              <a:pathLst>
                <a:path extrusionOk="0" h="70660" w="88664">
                  <a:moveTo>
                    <a:pt x="83649" y="70660"/>
                  </a:moveTo>
                  <a:lnTo>
                    <a:pt x="0" y="12677"/>
                  </a:lnTo>
                  <a:lnTo>
                    <a:pt x="30024" y="0"/>
                  </a:lnTo>
                  <a:cubicBezTo>
                    <a:pt x="45662" y="0"/>
                    <a:pt x="60379" y="6439"/>
                    <a:pt x="71417" y="17477"/>
                  </a:cubicBezTo>
                  <a:cubicBezTo>
                    <a:pt x="82915" y="28515"/>
                    <a:pt x="88664" y="43462"/>
                    <a:pt x="88664" y="5852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1" name="Google Shape;4271;p48"/>
            <p:cNvSpPr/>
            <p:nvPr/>
          </p:nvSpPr>
          <p:spPr>
            <a:xfrm rot="-8513943">
              <a:off x="2740738" y="-30931"/>
              <a:ext cx="73575" cy="76430"/>
            </a:xfrm>
            <a:custGeom>
              <a:rect b="b" l="l" r="r" t="t"/>
              <a:pathLst>
                <a:path extrusionOk="0" h="76374" w="73521">
                  <a:moveTo>
                    <a:pt x="73521" y="18609"/>
                  </a:moveTo>
                  <a:lnTo>
                    <a:pt x="0" y="76374"/>
                  </a:lnTo>
                  <a:lnTo>
                    <a:pt x="0" y="38074"/>
                  </a:lnTo>
                  <a:lnTo>
                    <a:pt x="73388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2" name="Google Shape;4272;p48"/>
            <p:cNvSpPr/>
            <p:nvPr/>
          </p:nvSpPr>
          <p:spPr>
            <a:xfrm rot="8713740">
              <a:off x="2166943" y="2731881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3" name="Google Shape;4273;p48"/>
            <p:cNvSpPr/>
            <p:nvPr/>
          </p:nvSpPr>
          <p:spPr>
            <a:xfrm rot="8713740">
              <a:off x="2256488" y="2761143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4" name="Google Shape;4274;p48"/>
            <p:cNvSpPr/>
            <p:nvPr/>
          </p:nvSpPr>
          <p:spPr>
            <a:xfrm rot="8713740">
              <a:off x="2211540" y="2674718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5" name="Google Shape;4275;p48"/>
            <p:cNvSpPr/>
            <p:nvPr/>
          </p:nvSpPr>
          <p:spPr>
            <a:xfrm rot="8713740">
              <a:off x="2054592" y="282019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6" name="Google Shape;4276;p48"/>
            <p:cNvSpPr/>
            <p:nvPr/>
          </p:nvSpPr>
          <p:spPr>
            <a:xfrm rot="8719330">
              <a:off x="1929807" y="261142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7" name="Google Shape;4277;p48"/>
            <p:cNvSpPr/>
            <p:nvPr/>
          </p:nvSpPr>
          <p:spPr>
            <a:xfrm rot="8713013">
              <a:off x="1917376" y="2472800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8" name="Google Shape;4278;p48"/>
            <p:cNvSpPr/>
            <p:nvPr/>
          </p:nvSpPr>
          <p:spPr>
            <a:xfrm rot="8713740">
              <a:off x="2144833" y="2861360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9" name="Google Shape;4279;p48"/>
            <p:cNvSpPr/>
            <p:nvPr/>
          </p:nvSpPr>
          <p:spPr>
            <a:xfrm rot="8713740">
              <a:off x="2456042" y="248172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0" name="Google Shape;4280;p48"/>
            <p:cNvSpPr/>
            <p:nvPr/>
          </p:nvSpPr>
          <p:spPr>
            <a:xfrm rot="8713740">
              <a:off x="2545587" y="251099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1" name="Google Shape;4281;p48"/>
            <p:cNvSpPr/>
            <p:nvPr/>
          </p:nvSpPr>
          <p:spPr>
            <a:xfrm rot="8713740">
              <a:off x="2343691" y="257004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2" name="Google Shape;4282;p48"/>
            <p:cNvSpPr/>
            <p:nvPr/>
          </p:nvSpPr>
          <p:spPr>
            <a:xfrm rot="8719330">
              <a:off x="2218907" y="236127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3" name="Google Shape;4283;p48"/>
            <p:cNvSpPr/>
            <p:nvPr/>
          </p:nvSpPr>
          <p:spPr>
            <a:xfrm rot="8713740">
              <a:off x="2433933" y="2611209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4" name="Google Shape;4284;p48"/>
            <p:cNvSpPr/>
            <p:nvPr/>
          </p:nvSpPr>
          <p:spPr>
            <a:xfrm rot="8718291">
              <a:off x="2192538" y="2461399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5" name="Google Shape;4285;p48"/>
            <p:cNvSpPr/>
            <p:nvPr/>
          </p:nvSpPr>
          <p:spPr>
            <a:xfrm rot="7480670">
              <a:off x="2538924" y="280246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6" name="Google Shape;4286;p48"/>
            <p:cNvSpPr/>
            <p:nvPr/>
          </p:nvSpPr>
          <p:spPr>
            <a:xfrm rot="-8510566">
              <a:off x="2643710" y="2769242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7" name="Google Shape;4287;p48"/>
            <p:cNvSpPr/>
            <p:nvPr/>
          </p:nvSpPr>
          <p:spPr>
            <a:xfrm rot="8706722">
              <a:off x="2829293" y="2577572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8" name="Google Shape;4288;p48"/>
            <p:cNvSpPr/>
            <p:nvPr/>
          </p:nvSpPr>
          <p:spPr>
            <a:xfrm rot="8714346">
              <a:off x="2777463" y="2473660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9" name="Google Shape;4289;p48"/>
            <p:cNvSpPr/>
            <p:nvPr/>
          </p:nvSpPr>
          <p:spPr>
            <a:xfrm rot="8713740">
              <a:off x="2534154" y="250383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0" name="Google Shape;4290;p48"/>
            <p:cNvSpPr/>
            <p:nvPr/>
          </p:nvSpPr>
          <p:spPr>
            <a:xfrm rot="8714346">
              <a:off x="2711669" y="234463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1" name="Google Shape;4291;p48"/>
            <p:cNvSpPr/>
            <p:nvPr/>
          </p:nvSpPr>
          <p:spPr>
            <a:xfrm rot="8713740">
              <a:off x="2390110" y="3391580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2" name="Google Shape;4292;p48"/>
            <p:cNvSpPr/>
            <p:nvPr/>
          </p:nvSpPr>
          <p:spPr>
            <a:xfrm rot="8713740">
              <a:off x="2479655" y="3420842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3" name="Google Shape;4293;p48"/>
            <p:cNvSpPr/>
            <p:nvPr/>
          </p:nvSpPr>
          <p:spPr>
            <a:xfrm rot="8713740">
              <a:off x="2434707" y="3334417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4" name="Google Shape;4294;p48"/>
            <p:cNvSpPr/>
            <p:nvPr/>
          </p:nvSpPr>
          <p:spPr>
            <a:xfrm rot="8713740">
              <a:off x="2277759" y="347989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5" name="Google Shape;4295;p48"/>
            <p:cNvSpPr/>
            <p:nvPr/>
          </p:nvSpPr>
          <p:spPr>
            <a:xfrm rot="8719330">
              <a:off x="2152974" y="327112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6" name="Google Shape;4296;p48"/>
            <p:cNvSpPr/>
            <p:nvPr/>
          </p:nvSpPr>
          <p:spPr>
            <a:xfrm rot="8713013">
              <a:off x="2140543" y="3132499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7" name="Google Shape;4297;p48"/>
            <p:cNvSpPr/>
            <p:nvPr/>
          </p:nvSpPr>
          <p:spPr>
            <a:xfrm rot="8713740">
              <a:off x="2368000" y="3521059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8" name="Google Shape;4298;p48"/>
            <p:cNvSpPr/>
            <p:nvPr/>
          </p:nvSpPr>
          <p:spPr>
            <a:xfrm rot="8713740">
              <a:off x="2679209" y="314142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9" name="Google Shape;4299;p48"/>
            <p:cNvSpPr/>
            <p:nvPr/>
          </p:nvSpPr>
          <p:spPr>
            <a:xfrm rot="8713740">
              <a:off x="2768754" y="317069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0" name="Google Shape;4300;p48"/>
            <p:cNvSpPr/>
            <p:nvPr/>
          </p:nvSpPr>
          <p:spPr>
            <a:xfrm rot="8713740">
              <a:off x="2566858" y="322974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1" name="Google Shape;4301;p48"/>
            <p:cNvSpPr/>
            <p:nvPr/>
          </p:nvSpPr>
          <p:spPr>
            <a:xfrm rot="8719330">
              <a:off x="2442074" y="302097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2" name="Google Shape;4302;p48"/>
            <p:cNvSpPr/>
            <p:nvPr/>
          </p:nvSpPr>
          <p:spPr>
            <a:xfrm rot="8713740">
              <a:off x="2657100" y="327090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3" name="Google Shape;4303;p48"/>
            <p:cNvSpPr/>
            <p:nvPr/>
          </p:nvSpPr>
          <p:spPr>
            <a:xfrm rot="8718291">
              <a:off x="2415705" y="3121098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4" name="Google Shape;4304;p48"/>
            <p:cNvSpPr/>
            <p:nvPr/>
          </p:nvSpPr>
          <p:spPr>
            <a:xfrm rot="7480670">
              <a:off x="2762091" y="346216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5" name="Google Shape;4305;p48"/>
            <p:cNvSpPr/>
            <p:nvPr/>
          </p:nvSpPr>
          <p:spPr>
            <a:xfrm rot="-8510566">
              <a:off x="2866877" y="3428941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6" name="Google Shape;4306;p48"/>
            <p:cNvSpPr/>
            <p:nvPr/>
          </p:nvSpPr>
          <p:spPr>
            <a:xfrm rot="8706722">
              <a:off x="3052460" y="323727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7" name="Google Shape;4307;p48"/>
            <p:cNvSpPr/>
            <p:nvPr/>
          </p:nvSpPr>
          <p:spPr>
            <a:xfrm rot="8714346">
              <a:off x="3000630" y="313335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8" name="Google Shape;4308;p48"/>
            <p:cNvSpPr/>
            <p:nvPr/>
          </p:nvSpPr>
          <p:spPr>
            <a:xfrm rot="8713740">
              <a:off x="2757321" y="316353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9" name="Google Shape;4309;p48"/>
            <p:cNvSpPr/>
            <p:nvPr/>
          </p:nvSpPr>
          <p:spPr>
            <a:xfrm rot="8714346">
              <a:off x="2934836" y="300433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0" name="Google Shape;4310;p48"/>
            <p:cNvSpPr/>
            <p:nvPr/>
          </p:nvSpPr>
          <p:spPr>
            <a:xfrm rot="8716661">
              <a:off x="2865634" y="5089131"/>
              <a:ext cx="140107" cy="103485"/>
            </a:xfrm>
            <a:custGeom>
              <a:rect b="b" l="l" r="r" t="t"/>
              <a:pathLst>
                <a:path extrusionOk="0" h="103412" w="140009">
                  <a:moveTo>
                    <a:pt x="23004" y="73821"/>
                  </a:moveTo>
                  <a:cubicBezTo>
                    <a:pt x="13002" y="64113"/>
                    <a:pt x="6677" y="50875"/>
                    <a:pt x="2853" y="34034"/>
                  </a:cubicBezTo>
                  <a:lnTo>
                    <a:pt x="0" y="0"/>
                  </a:lnTo>
                  <a:lnTo>
                    <a:pt x="140009" y="97050"/>
                  </a:lnTo>
                  <a:lnTo>
                    <a:pt x="137354" y="97759"/>
                  </a:lnTo>
                  <a:cubicBezTo>
                    <a:pt x="121846" y="100775"/>
                    <a:pt x="107579" y="102502"/>
                    <a:pt x="95370" y="103238"/>
                  </a:cubicBezTo>
                  <a:cubicBezTo>
                    <a:pt x="68307" y="105003"/>
                    <a:pt x="41831" y="93236"/>
                    <a:pt x="23004" y="73821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1" name="Google Shape;4311;p48"/>
            <p:cNvSpPr/>
            <p:nvPr/>
          </p:nvSpPr>
          <p:spPr>
            <a:xfrm rot="8713740">
              <a:off x="2608780" y="404997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2" name="Google Shape;4312;p48"/>
            <p:cNvSpPr/>
            <p:nvPr/>
          </p:nvSpPr>
          <p:spPr>
            <a:xfrm rot="8713740">
              <a:off x="2698325" y="4079238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3" name="Google Shape;4313;p48"/>
            <p:cNvSpPr/>
            <p:nvPr/>
          </p:nvSpPr>
          <p:spPr>
            <a:xfrm rot="8713740">
              <a:off x="2653377" y="3992813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4" name="Google Shape;4314;p48"/>
            <p:cNvSpPr/>
            <p:nvPr/>
          </p:nvSpPr>
          <p:spPr>
            <a:xfrm rot="8713740">
              <a:off x="2496429" y="413829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5" name="Google Shape;4315;p48"/>
            <p:cNvSpPr/>
            <p:nvPr/>
          </p:nvSpPr>
          <p:spPr>
            <a:xfrm rot="8719330">
              <a:off x="2371644" y="392951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6" name="Google Shape;4316;p48"/>
            <p:cNvSpPr/>
            <p:nvPr/>
          </p:nvSpPr>
          <p:spPr>
            <a:xfrm rot="8713013">
              <a:off x="2359213" y="3790895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7" name="Google Shape;4317;p48"/>
            <p:cNvSpPr/>
            <p:nvPr/>
          </p:nvSpPr>
          <p:spPr>
            <a:xfrm rot="8713740">
              <a:off x="2586670" y="417945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8" name="Google Shape;4318;p48"/>
            <p:cNvSpPr/>
            <p:nvPr/>
          </p:nvSpPr>
          <p:spPr>
            <a:xfrm rot="8713740">
              <a:off x="2897879" y="3799824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9" name="Google Shape;4319;p48"/>
            <p:cNvSpPr/>
            <p:nvPr/>
          </p:nvSpPr>
          <p:spPr>
            <a:xfrm rot="8716661">
              <a:off x="2989188" y="3839862"/>
              <a:ext cx="209296" cy="253949"/>
            </a:xfrm>
            <a:custGeom>
              <a:rect b="b" l="l" r="r" t="t"/>
              <a:pathLst>
                <a:path extrusionOk="0" h="253771" w="209149">
                  <a:moveTo>
                    <a:pt x="147179" y="97023"/>
                  </a:moveTo>
                  <a:lnTo>
                    <a:pt x="147179" y="80620"/>
                  </a:lnTo>
                  <a:cubicBezTo>
                    <a:pt x="147179" y="56013"/>
                    <a:pt x="133054" y="39154"/>
                    <a:pt x="113460" y="39154"/>
                  </a:cubicBezTo>
                  <a:lnTo>
                    <a:pt x="104592" y="42082"/>
                  </a:lnTo>
                  <a:lnTo>
                    <a:pt x="139399" y="0"/>
                  </a:lnTo>
                  <a:lnTo>
                    <a:pt x="165512" y="4538"/>
                  </a:lnTo>
                  <a:cubicBezTo>
                    <a:pt x="193258" y="16029"/>
                    <a:pt x="209149" y="45077"/>
                    <a:pt x="209149" y="87454"/>
                  </a:cubicBezTo>
                  <a:lnTo>
                    <a:pt x="209149" y="93378"/>
                  </a:lnTo>
                  <a:close/>
                  <a:moveTo>
                    <a:pt x="0" y="253771"/>
                  </a:moveTo>
                  <a:lnTo>
                    <a:pt x="0" y="168537"/>
                  </a:lnTo>
                  <a:lnTo>
                    <a:pt x="65782" y="89005"/>
                  </a:lnTo>
                  <a:lnTo>
                    <a:pt x="64377" y="92403"/>
                  </a:lnTo>
                  <a:cubicBezTo>
                    <a:pt x="61657" y="102890"/>
                    <a:pt x="60148" y="114452"/>
                    <a:pt x="60148" y="126641"/>
                  </a:cubicBezTo>
                  <a:lnTo>
                    <a:pt x="60148" y="212762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0" name="Google Shape;4320;p48"/>
            <p:cNvSpPr/>
            <p:nvPr/>
          </p:nvSpPr>
          <p:spPr>
            <a:xfrm rot="8713740">
              <a:off x="2785528" y="3888142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1" name="Google Shape;4321;p48"/>
            <p:cNvSpPr/>
            <p:nvPr/>
          </p:nvSpPr>
          <p:spPr>
            <a:xfrm rot="8719330">
              <a:off x="2660744" y="367936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2" name="Google Shape;4322;p48"/>
            <p:cNvSpPr/>
            <p:nvPr/>
          </p:nvSpPr>
          <p:spPr>
            <a:xfrm rot="8713740">
              <a:off x="2875770" y="3929304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3" name="Google Shape;4323;p48"/>
            <p:cNvSpPr/>
            <p:nvPr/>
          </p:nvSpPr>
          <p:spPr>
            <a:xfrm rot="8718291">
              <a:off x="2634375" y="3779494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4" name="Google Shape;4324;p48"/>
            <p:cNvSpPr/>
            <p:nvPr/>
          </p:nvSpPr>
          <p:spPr>
            <a:xfrm rot="7483339">
              <a:off x="2986581" y="4140672"/>
              <a:ext cx="156110" cy="196011"/>
            </a:xfrm>
            <a:custGeom>
              <a:rect b="b" l="l" r="r" t="t"/>
              <a:pathLst>
                <a:path extrusionOk="0" h="195873" w="156000">
                  <a:moveTo>
                    <a:pt x="42863" y="195873"/>
                  </a:moveTo>
                  <a:lnTo>
                    <a:pt x="0" y="116129"/>
                  </a:lnTo>
                  <a:lnTo>
                    <a:pt x="19423" y="62274"/>
                  </a:lnTo>
                  <a:lnTo>
                    <a:pt x="127856" y="0"/>
                  </a:lnTo>
                  <a:lnTo>
                    <a:pt x="156000" y="0"/>
                  </a:lnTo>
                  <a:lnTo>
                    <a:pt x="156000" y="55323"/>
                  </a:lnTo>
                  <a:lnTo>
                    <a:pt x="91208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5" name="Google Shape;4325;p48"/>
            <p:cNvSpPr/>
            <p:nvPr/>
          </p:nvSpPr>
          <p:spPr>
            <a:xfrm rot="8713740">
              <a:off x="2975991" y="382192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6" name="Google Shape;4326;p48"/>
            <p:cNvSpPr/>
            <p:nvPr/>
          </p:nvSpPr>
          <p:spPr>
            <a:xfrm rot="8716661">
              <a:off x="3136274" y="3677839"/>
              <a:ext cx="62254" cy="70821"/>
            </a:xfrm>
            <a:custGeom>
              <a:rect b="b" l="l" r="r" t="t"/>
              <a:pathLst>
                <a:path extrusionOk="0" h="70771" w="62210">
                  <a:moveTo>
                    <a:pt x="0" y="69343"/>
                  </a:moveTo>
                  <a:lnTo>
                    <a:pt x="57354" y="0"/>
                  </a:lnTo>
                  <a:lnTo>
                    <a:pt x="62210" y="11557"/>
                  </a:lnTo>
                  <a:cubicBezTo>
                    <a:pt x="62210" y="26619"/>
                    <a:pt x="56461" y="41796"/>
                    <a:pt x="44963" y="53294"/>
                  </a:cubicBezTo>
                  <a:cubicBezTo>
                    <a:pt x="33925" y="64332"/>
                    <a:pt x="19208" y="70771"/>
                    <a:pt x="3570" y="70771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7" name="Google Shape;4327;p48"/>
            <p:cNvSpPr/>
            <p:nvPr/>
          </p:nvSpPr>
          <p:spPr>
            <a:xfrm rot="8713740">
              <a:off x="2831947" y="470967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8" name="Google Shape;4328;p48"/>
            <p:cNvSpPr/>
            <p:nvPr/>
          </p:nvSpPr>
          <p:spPr>
            <a:xfrm rot="8716661">
              <a:off x="2922611" y="4749915"/>
              <a:ext cx="209296" cy="251683"/>
            </a:xfrm>
            <a:custGeom>
              <a:rect b="b" l="l" r="r" t="t"/>
              <a:pathLst>
                <a:path extrusionOk="0" h="251506" w="209149">
                  <a:moveTo>
                    <a:pt x="147179" y="94758"/>
                  </a:moveTo>
                  <a:lnTo>
                    <a:pt x="147179" y="78354"/>
                  </a:lnTo>
                  <a:cubicBezTo>
                    <a:pt x="147179" y="66051"/>
                    <a:pt x="143648" y="55685"/>
                    <a:pt x="137667" y="48394"/>
                  </a:cubicBezTo>
                  <a:lnTo>
                    <a:pt x="119535" y="39776"/>
                  </a:lnTo>
                  <a:lnTo>
                    <a:pt x="152434" y="0"/>
                  </a:lnTo>
                  <a:lnTo>
                    <a:pt x="165512" y="2273"/>
                  </a:lnTo>
                  <a:cubicBezTo>
                    <a:pt x="193258" y="13764"/>
                    <a:pt x="209149" y="42812"/>
                    <a:pt x="209149" y="85189"/>
                  </a:cubicBezTo>
                  <a:lnTo>
                    <a:pt x="209149" y="91113"/>
                  </a:lnTo>
                  <a:close/>
                  <a:moveTo>
                    <a:pt x="0" y="251506"/>
                  </a:moveTo>
                  <a:lnTo>
                    <a:pt x="0" y="184297"/>
                  </a:lnTo>
                  <a:lnTo>
                    <a:pt x="62006" y="109330"/>
                  </a:lnTo>
                  <a:lnTo>
                    <a:pt x="60148" y="124376"/>
                  </a:lnTo>
                  <a:lnTo>
                    <a:pt x="60148" y="210497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9" name="Google Shape;4329;p48"/>
            <p:cNvSpPr/>
            <p:nvPr/>
          </p:nvSpPr>
          <p:spPr>
            <a:xfrm rot="8713740">
              <a:off x="2876544" y="4652512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0" name="Google Shape;4330;p48"/>
            <p:cNvSpPr/>
            <p:nvPr/>
          </p:nvSpPr>
          <p:spPr>
            <a:xfrm rot="8713740">
              <a:off x="2719596" y="479799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1" name="Google Shape;4331;p48"/>
            <p:cNvSpPr/>
            <p:nvPr/>
          </p:nvSpPr>
          <p:spPr>
            <a:xfrm rot="8719330">
              <a:off x="2594811" y="458921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2" name="Google Shape;4332;p48"/>
            <p:cNvSpPr/>
            <p:nvPr/>
          </p:nvSpPr>
          <p:spPr>
            <a:xfrm rot="8713013">
              <a:off x="2582380" y="4450594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3" name="Google Shape;4333;p48"/>
            <p:cNvSpPr/>
            <p:nvPr/>
          </p:nvSpPr>
          <p:spPr>
            <a:xfrm rot="8713740">
              <a:off x="2809837" y="4839154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4" name="Google Shape;4334;p48"/>
            <p:cNvSpPr/>
            <p:nvPr/>
          </p:nvSpPr>
          <p:spPr>
            <a:xfrm rot="8716661">
              <a:off x="3081321" y="4514190"/>
              <a:ext cx="36698" cy="44368"/>
            </a:xfrm>
            <a:custGeom>
              <a:rect b="b" l="l" r="r" t="t"/>
              <a:pathLst>
                <a:path extrusionOk="0" h="44337" w="36672">
                  <a:moveTo>
                    <a:pt x="0" y="44337"/>
                  </a:moveTo>
                  <a:lnTo>
                    <a:pt x="36672" y="0"/>
                  </a:lnTo>
                  <a:lnTo>
                    <a:pt x="36672" y="2983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5" name="Google Shape;4335;p48"/>
            <p:cNvSpPr/>
            <p:nvPr/>
          </p:nvSpPr>
          <p:spPr>
            <a:xfrm rot="8713740">
              <a:off x="3008695" y="454784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6" name="Google Shape;4336;p48"/>
            <p:cNvSpPr/>
            <p:nvPr/>
          </p:nvSpPr>
          <p:spPr>
            <a:xfrm rot="8716661">
              <a:off x="2879042" y="4338914"/>
              <a:ext cx="203990" cy="196012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22587"/>
                  </a:lnTo>
                  <a:lnTo>
                    <a:pt x="18682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7" name="Google Shape;4337;p48"/>
            <p:cNvSpPr/>
            <p:nvPr/>
          </p:nvSpPr>
          <p:spPr>
            <a:xfrm rot="8716661">
              <a:off x="3060988" y="4621466"/>
              <a:ext cx="34927" cy="75832"/>
            </a:xfrm>
            <a:custGeom>
              <a:rect b="b" l="l" r="r" t="t"/>
              <a:pathLst>
                <a:path extrusionOk="0" h="75779" w="34902">
                  <a:moveTo>
                    <a:pt x="34902" y="75779"/>
                  </a:moveTo>
                  <a:lnTo>
                    <a:pt x="0" y="42198"/>
                  </a:lnTo>
                  <a:lnTo>
                    <a:pt x="34902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8" name="Google Shape;4338;p48"/>
            <p:cNvSpPr/>
            <p:nvPr/>
          </p:nvSpPr>
          <p:spPr>
            <a:xfrm rot="8718291">
              <a:off x="2857542" y="4439193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9" name="Google Shape;4339;p48"/>
            <p:cNvSpPr/>
            <p:nvPr/>
          </p:nvSpPr>
          <p:spPr>
            <a:xfrm rot="8713740">
              <a:off x="1945425" y="207090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0" name="Google Shape;4340;p48"/>
            <p:cNvSpPr/>
            <p:nvPr/>
          </p:nvSpPr>
          <p:spPr>
            <a:xfrm rot="8713740">
              <a:off x="2034970" y="210016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1" name="Google Shape;4341;p48"/>
            <p:cNvSpPr/>
            <p:nvPr/>
          </p:nvSpPr>
          <p:spPr>
            <a:xfrm rot="8713740">
              <a:off x="1990022" y="2013744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2" name="Google Shape;4342;p48"/>
            <p:cNvSpPr/>
            <p:nvPr/>
          </p:nvSpPr>
          <p:spPr>
            <a:xfrm rot="8713740">
              <a:off x="1833074" y="215922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3" name="Google Shape;4343;p48"/>
            <p:cNvSpPr/>
            <p:nvPr/>
          </p:nvSpPr>
          <p:spPr>
            <a:xfrm rot="8719330">
              <a:off x="1708289" y="195044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4" name="Google Shape;4344;p48"/>
            <p:cNvSpPr/>
            <p:nvPr/>
          </p:nvSpPr>
          <p:spPr>
            <a:xfrm rot="8713013">
              <a:off x="1695858" y="1811826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5" name="Google Shape;4345;p48"/>
            <p:cNvSpPr/>
            <p:nvPr/>
          </p:nvSpPr>
          <p:spPr>
            <a:xfrm rot="8713740">
              <a:off x="1923315" y="220038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6" name="Google Shape;4346;p48"/>
            <p:cNvSpPr/>
            <p:nvPr/>
          </p:nvSpPr>
          <p:spPr>
            <a:xfrm rot="8713740">
              <a:off x="2234524" y="182075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7" name="Google Shape;4347;p48"/>
            <p:cNvSpPr/>
            <p:nvPr/>
          </p:nvSpPr>
          <p:spPr>
            <a:xfrm rot="8713740">
              <a:off x="2324069" y="1850017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8" name="Google Shape;4348;p48"/>
            <p:cNvSpPr/>
            <p:nvPr/>
          </p:nvSpPr>
          <p:spPr>
            <a:xfrm rot="8713740">
              <a:off x="2122173" y="190907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9" name="Google Shape;4349;p48"/>
            <p:cNvSpPr/>
            <p:nvPr/>
          </p:nvSpPr>
          <p:spPr>
            <a:xfrm rot="8719330">
              <a:off x="1997389" y="170029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0" name="Google Shape;4350;p48"/>
            <p:cNvSpPr/>
            <p:nvPr/>
          </p:nvSpPr>
          <p:spPr>
            <a:xfrm rot="8713740">
              <a:off x="2212415" y="195023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1" name="Google Shape;4351;p48"/>
            <p:cNvSpPr/>
            <p:nvPr/>
          </p:nvSpPr>
          <p:spPr>
            <a:xfrm rot="8718291">
              <a:off x="1971020" y="1800425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2" name="Google Shape;4352;p48"/>
            <p:cNvSpPr/>
            <p:nvPr/>
          </p:nvSpPr>
          <p:spPr>
            <a:xfrm rot="7480670">
              <a:off x="2317406" y="214149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3" name="Google Shape;4353;p48"/>
            <p:cNvSpPr/>
            <p:nvPr/>
          </p:nvSpPr>
          <p:spPr>
            <a:xfrm rot="-8510566">
              <a:off x="2422192" y="2108268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4" name="Google Shape;4354;p48"/>
            <p:cNvSpPr/>
            <p:nvPr/>
          </p:nvSpPr>
          <p:spPr>
            <a:xfrm rot="8706722">
              <a:off x="2607775" y="1916598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5" name="Google Shape;4355;p48"/>
            <p:cNvSpPr/>
            <p:nvPr/>
          </p:nvSpPr>
          <p:spPr>
            <a:xfrm rot="8714346">
              <a:off x="2555945" y="181268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6" name="Google Shape;4356;p48"/>
            <p:cNvSpPr/>
            <p:nvPr/>
          </p:nvSpPr>
          <p:spPr>
            <a:xfrm rot="8713740">
              <a:off x="2312636" y="184285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7" name="Google Shape;4357;p48"/>
            <p:cNvSpPr/>
            <p:nvPr/>
          </p:nvSpPr>
          <p:spPr>
            <a:xfrm rot="8714346">
              <a:off x="2490151" y="168366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8" name="Google Shape;4358;p48"/>
            <p:cNvSpPr/>
            <p:nvPr/>
          </p:nvSpPr>
          <p:spPr>
            <a:xfrm rot="8713740">
              <a:off x="1722258" y="141120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9" name="Google Shape;4359;p48"/>
            <p:cNvSpPr/>
            <p:nvPr/>
          </p:nvSpPr>
          <p:spPr>
            <a:xfrm rot="8713740">
              <a:off x="1811803" y="144047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0" name="Google Shape;4360;p48"/>
            <p:cNvSpPr/>
            <p:nvPr/>
          </p:nvSpPr>
          <p:spPr>
            <a:xfrm rot="8713740">
              <a:off x="1766855" y="1354045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1" name="Google Shape;4361;p48"/>
            <p:cNvSpPr/>
            <p:nvPr/>
          </p:nvSpPr>
          <p:spPr>
            <a:xfrm rot="8713740">
              <a:off x="1609907" y="149952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2" name="Google Shape;4362;p48"/>
            <p:cNvSpPr/>
            <p:nvPr/>
          </p:nvSpPr>
          <p:spPr>
            <a:xfrm rot="8719330">
              <a:off x="1485122" y="129075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3" name="Google Shape;4363;p48"/>
            <p:cNvSpPr/>
            <p:nvPr/>
          </p:nvSpPr>
          <p:spPr>
            <a:xfrm rot="8713013">
              <a:off x="1472691" y="1152127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4" name="Google Shape;4364;p48"/>
            <p:cNvSpPr/>
            <p:nvPr/>
          </p:nvSpPr>
          <p:spPr>
            <a:xfrm rot="8713740">
              <a:off x="1700148" y="154068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5" name="Google Shape;4365;p48"/>
            <p:cNvSpPr/>
            <p:nvPr/>
          </p:nvSpPr>
          <p:spPr>
            <a:xfrm rot="8713740">
              <a:off x="2011357" y="116105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6" name="Google Shape;4366;p48"/>
            <p:cNvSpPr/>
            <p:nvPr/>
          </p:nvSpPr>
          <p:spPr>
            <a:xfrm rot="8713740">
              <a:off x="2100902" y="1190318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7" name="Google Shape;4367;p48"/>
            <p:cNvSpPr/>
            <p:nvPr/>
          </p:nvSpPr>
          <p:spPr>
            <a:xfrm rot="8713740">
              <a:off x="1899006" y="124937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8" name="Google Shape;4368;p48"/>
            <p:cNvSpPr/>
            <p:nvPr/>
          </p:nvSpPr>
          <p:spPr>
            <a:xfrm rot="8719330">
              <a:off x="1774222" y="104059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9" name="Google Shape;4369;p48"/>
            <p:cNvSpPr/>
            <p:nvPr/>
          </p:nvSpPr>
          <p:spPr>
            <a:xfrm rot="8713740">
              <a:off x="1989248" y="129053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0" name="Google Shape;4370;p48"/>
            <p:cNvSpPr/>
            <p:nvPr/>
          </p:nvSpPr>
          <p:spPr>
            <a:xfrm rot="8718291">
              <a:off x="1747853" y="1140726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1" name="Google Shape;4371;p48"/>
            <p:cNvSpPr/>
            <p:nvPr/>
          </p:nvSpPr>
          <p:spPr>
            <a:xfrm rot="7480670">
              <a:off x="2094239" y="148179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2" name="Google Shape;4372;p48"/>
            <p:cNvSpPr/>
            <p:nvPr/>
          </p:nvSpPr>
          <p:spPr>
            <a:xfrm rot="-8510566">
              <a:off x="2199025" y="1448569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3" name="Google Shape;4373;p48"/>
            <p:cNvSpPr/>
            <p:nvPr/>
          </p:nvSpPr>
          <p:spPr>
            <a:xfrm rot="8706722">
              <a:off x="2384608" y="1256899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4" name="Google Shape;4374;p48"/>
            <p:cNvSpPr/>
            <p:nvPr/>
          </p:nvSpPr>
          <p:spPr>
            <a:xfrm rot="8714346">
              <a:off x="2332778" y="115298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5" name="Google Shape;4375;p48"/>
            <p:cNvSpPr/>
            <p:nvPr/>
          </p:nvSpPr>
          <p:spPr>
            <a:xfrm rot="8713740">
              <a:off x="2089469" y="118315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6" name="Google Shape;4376;p48"/>
            <p:cNvSpPr/>
            <p:nvPr/>
          </p:nvSpPr>
          <p:spPr>
            <a:xfrm rot="8714346">
              <a:off x="2266984" y="102396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7" name="Google Shape;4377;p48"/>
            <p:cNvSpPr/>
            <p:nvPr/>
          </p:nvSpPr>
          <p:spPr>
            <a:xfrm rot="8713740">
              <a:off x="1503319" y="749150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8" name="Google Shape;4378;p48"/>
            <p:cNvSpPr/>
            <p:nvPr/>
          </p:nvSpPr>
          <p:spPr>
            <a:xfrm rot="8713740">
              <a:off x="1592864" y="778412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9" name="Google Shape;4379;p48"/>
            <p:cNvSpPr/>
            <p:nvPr/>
          </p:nvSpPr>
          <p:spPr>
            <a:xfrm rot="8713740">
              <a:off x="1547916" y="691987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0" name="Google Shape;4380;p48"/>
            <p:cNvSpPr/>
            <p:nvPr/>
          </p:nvSpPr>
          <p:spPr>
            <a:xfrm rot="8713740">
              <a:off x="1390968" y="83746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1" name="Google Shape;4381;p48"/>
            <p:cNvSpPr/>
            <p:nvPr/>
          </p:nvSpPr>
          <p:spPr>
            <a:xfrm rot="8719330">
              <a:off x="1266183" y="62869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2" name="Google Shape;4382;p48"/>
            <p:cNvSpPr/>
            <p:nvPr/>
          </p:nvSpPr>
          <p:spPr>
            <a:xfrm rot="8713013">
              <a:off x="1253752" y="490069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3" name="Google Shape;4383;p48"/>
            <p:cNvSpPr/>
            <p:nvPr/>
          </p:nvSpPr>
          <p:spPr>
            <a:xfrm rot="8713740">
              <a:off x="1481209" y="878629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4" name="Google Shape;4384;p48"/>
            <p:cNvSpPr/>
            <p:nvPr/>
          </p:nvSpPr>
          <p:spPr>
            <a:xfrm rot="8713740">
              <a:off x="1792418" y="49899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5" name="Google Shape;4385;p48"/>
            <p:cNvSpPr/>
            <p:nvPr/>
          </p:nvSpPr>
          <p:spPr>
            <a:xfrm rot="8713740">
              <a:off x="1881963" y="52826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6" name="Google Shape;4386;p48"/>
            <p:cNvSpPr/>
            <p:nvPr/>
          </p:nvSpPr>
          <p:spPr>
            <a:xfrm rot="8713740">
              <a:off x="1680067" y="58731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7" name="Google Shape;4387;p48"/>
            <p:cNvSpPr/>
            <p:nvPr/>
          </p:nvSpPr>
          <p:spPr>
            <a:xfrm rot="8719330">
              <a:off x="1555283" y="37854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8" name="Google Shape;4388;p48"/>
            <p:cNvSpPr/>
            <p:nvPr/>
          </p:nvSpPr>
          <p:spPr>
            <a:xfrm rot="8713740">
              <a:off x="1770309" y="62847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9" name="Google Shape;4389;p48"/>
            <p:cNvSpPr/>
            <p:nvPr/>
          </p:nvSpPr>
          <p:spPr>
            <a:xfrm rot="8718291">
              <a:off x="1528914" y="478668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0" name="Google Shape;4390;p48"/>
            <p:cNvSpPr/>
            <p:nvPr/>
          </p:nvSpPr>
          <p:spPr>
            <a:xfrm rot="7480670">
              <a:off x="1875300" y="81973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1" name="Google Shape;4391;p48"/>
            <p:cNvSpPr/>
            <p:nvPr/>
          </p:nvSpPr>
          <p:spPr>
            <a:xfrm rot="-8510566">
              <a:off x="1980086" y="786511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2" name="Google Shape;4392;p48"/>
            <p:cNvSpPr/>
            <p:nvPr/>
          </p:nvSpPr>
          <p:spPr>
            <a:xfrm rot="8706722">
              <a:off x="2165669" y="59484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3" name="Google Shape;4393;p48"/>
            <p:cNvSpPr/>
            <p:nvPr/>
          </p:nvSpPr>
          <p:spPr>
            <a:xfrm rot="8714346">
              <a:off x="2113839" y="49092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4" name="Google Shape;4394;p48"/>
            <p:cNvSpPr/>
            <p:nvPr/>
          </p:nvSpPr>
          <p:spPr>
            <a:xfrm rot="8713740">
              <a:off x="1870530" y="52110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5" name="Google Shape;4395;p48"/>
            <p:cNvSpPr/>
            <p:nvPr/>
          </p:nvSpPr>
          <p:spPr>
            <a:xfrm rot="8714346">
              <a:off x="2048045" y="36190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6" name="Google Shape;4396;p48"/>
            <p:cNvSpPr/>
            <p:nvPr/>
          </p:nvSpPr>
          <p:spPr>
            <a:xfrm rot="8713740">
              <a:off x="1280649" y="8573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7" name="Google Shape;4397;p48"/>
            <p:cNvSpPr/>
            <p:nvPr/>
          </p:nvSpPr>
          <p:spPr>
            <a:xfrm rot="8713740">
              <a:off x="1370194" y="114997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8" name="Google Shape;4398;p48"/>
            <p:cNvSpPr/>
            <p:nvPr/>
          </p:nvSpPr>
          <p:spPr>
            <a:xfrm rot="8713740">
              <a:off x="1325246" y="28572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9" name="Google Shape;4399;p48"/>
            <p:cNvSpPr/>
            <p:nvPr/>
          </p:nvSpPr>
          <p:spPr>
            <a:xfrm rot="8713740">
              <a:off x="1168298" y="17405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0" name="Google Shape;4400;p48"/>
            <p:cNvSpPr/>
            <p:nvPr/>
          </p:nvSpPr>
          <p:spPr>
            <a:xfrm rot="8716661">
              <a:off x="1045285" y="-13632"/>
              <a:ext cx="203990" cy="172693"/>
            </a:xfrm>
            <a:custGeom>
              <a:rect b="b" l="l" r="r" t="t"/>
              <a:pathLst>
                <a:path extrusionOk="0" h="172572" w="203847">
                  <a:moveTo>
                    <a:pt x="98725" y="172572"/>
                  </a:moveTo>
                  <a:lnTo>
                    <a:pt x="65988" y="149880"/>
                  </a:ln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1" name="Google Shape;4401;p48"/>
            <p:cNvSpPr/>
            <p:nvPr/>
          </p:nvSpPr>
          <p:spPr>
            <a:xfrm rot="8716661">
              <a:off x="1049370" y="-107440"/>
              <a:ext cx="290847" cy="275416"/>
            </a:xfrm>
            <a:custGeom>
              <a:rect b="b" l="l" r="r" t="t"/>
              <a:pathLst>
                <a:path extrusionOk="0" h="275223" w="290643">
                  <a:moveTo>
                    <a:pt x="79172" y="128638"/>
                  </a:moveTo>
                  <a:lnTo>
                    <a:pt x="0" y="73758"/>
                  </a:lnTo>
                  <a:lnTo>
                    <a:pt x="0" y="40596"/>
                  </a:lnTo>
                  <a:lnTo>
                    <a:pt x="78250" y="0"/>
                  </a:lnTo>
                  <a:close/>
                  <a:moveTo>
                    <a:pt x="290643" y="275223"/>
                  </a:moveTo>
                  <a:lnTo>
                    <a:pt x="278016" y="266470"/>
                  </a:lnTo>
                  <a:lnTo>
                    <a:pt x="289467" y="261815"/>
                  </a:lnTo>
                  <a:cubicBezTo>
                    <a:pt x="290055" y="264168"/>
                    <a:pt x="290643" y="267110"/>
                    <a:pt x="290643" y="26946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2" name="Google Shape;4402;p48"/>
            <p:cNvSpPr/>
            <p:nvPr/>
          </p:nvSpPr>
          <p:spPr>
            <a:xfrm rot="8713740">
              <a:off x="1258539" y="215214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3" name="Google Shape;4403;p48"/>
            <p:cNvSpPr/>
            <p:nvPr/>
          </p:nvSpPr>
          <p:spPr>
            <a:xfrm rot="8716661">
              <a:off x="1604405" y="-50051"/>
              <a:ext cx="142267" cy="106822"/>
            </a:xfrm>
            <a:custGeom>
              <a:rect b="b" l="l" r="r" t="t"/>
              <a:pathLst>
                <a:path extrusionOk="0" h="106747" w="142167">
                  <a:moveTo>
                    <a:pt x="142167" y="106747"/>
                  </a:moveTo>
                  <a:lnTo>
                    <a:pt x="79942" y="63615"/>
                  </a:lnTo>
                  <a:lnTo>
                    <a:pt x="74103" y="53597"/>
                  </a:lnTo>
                  <a:cubicBezTo>
                    <a:pt x="70400" y="50806"/>
                    <a:pt x="65616" y="49439"/>
                    <a:pt x="60604" y="50123"/>
                  </a:cubicBezTo>
                  <a:lnTo>
                    <a:pt x="60478" y="50123"/>
                  </a:lnTo>
                  <a:lnTo>
                    <a:pt x="0" y="8201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8"/>
                    <a:pt x="142167" y="501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4" name="Google Shape;4404;p48"/>
            <p:cNvSpPr/>
            <p:nvPr/>
          </p:nvSpPr>
          <p:spPr>
            <a:xfrm rot="8716661">
              <a:off x="1699580" y="-2042"/>
              <a:ext cx="260822" cy="104465"/>
            </a:xfrm>
            <a:custGeom>
              <a:rect b="b" l="l" r="r" t="t"/>
              <a:pathLst>
                <a:path extrusionOk="0" h="104392" w="260639">
                  <a:moveTo>
                    <a:pt x="117530" y="104392"/>
                  </a:moveTo>
                  <a:lnTo>
                    <a:pt x="51490" y="58614"/>
                  </a:lnTo>
                  <a:lnTo>
                    <a:pt x="51490" y="45624"/>
                  </a:lnTo>
                  <a:lnTo>
                    <a:pt x="32748" y="45624"/>
                  </a:lnTo>
                  <a:lnTo>
                    <a:pt x="0" y="22924"/>
                  </a:lnTo>
                  <a:lnTo>
                    <a:pt x="0" y="1425"/>
                  </a:lnTo>
                  <a:lnTo>
                    <a:pt x="104802" y="1425"/>
                  </a:lnTo>
                  <a:lnTo>
                    <a:pt x="104802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5"/>
                    <a:pt x="184544" y="40156"/>
                    <a:pt x="164950" y="40156"/>
                  </a:cubicBezTo>
                  <a:cubicBezTo>
                    <a:pt x="150369" y="40156"/>
                    <a:pt x="137041" y="49839"/>
                    <a:pt x="127358" y="65616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5" name="Google Shape;4405;p48"/>
            <p:cNvSpPr/>
            <p:nvPr/>
          </p:nvSpPr>
          <p:spPr>
            <a:xfrm rot="8713740">
              <a:off x="1547639" y="-3493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6" name="Google Shape;4406;p48"/>
            <p:cNvSpPr/>
            <p:nvPr/>
          </p:nvSpPr>
          <p:spPr>
            <a:xfrm rot="7480670">
              <a:off x="1652630" y="15632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7" name="Google Shape;4407;p48"/>
            <p:cNvSpPr/>
            <p:nvPr/>
          </p:nvSpPr>
          <p:spPr>
            <a:xfrm rot="-8510566">
              <a:off x="1757416" y="123096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8" name="Google Shape;4408;p48"/>
            <p:cNvSpPr/>
            <p:nvPr/>
          </p:nvSpPr>
          <p:spPr>
            <a:xfrm rot="8716661">
              <a:off x="1960493" y="3228"/>
              <a:ext cx="142787" cy="109254"/>
            </a:xfrm>
            <a:custGeom>
              <a:rect b="b" l="l" r="r" t="t"/>
              <a:pathLst>
                <a:path extrusionOk="0" h="109177" w="142687">
                  <a:moveTo>
                    <a:pt x="48521" y="109177"/>
                  </a:moveTo>
                  <a:lnTo>
                    <a:pt x="0" y="75545"/>
                  </a:lnTo>
                  <a:lnTo>
                    <a:pt x="44875" y="33320"/>
                  </a:lnTo>
                  <a:cubicBezTo>
                    <a:pt x="60998" y="14511"/>
                    <a:pt x="84107" y="2687"/>
                    <a:pt x="109367" y="0"/>
                  </a:cubicBezTo>
                  <a:cubicBezTo>
                    <a:pt x="135163" y="0"/>
                    <a:pt x="142687" y="22572"/>
                    <a:pt x="142687" y="39770"/>
                  </a:cubicBezTo>
                  <a:cubicBezTo>
                    <a:pt x="141074" y="58580"/>
                    <a:pt x="128713" y="74165"/>
                    <a:pt x="111516" y="81689"/>
                  </a:cubicBezTo>
                  <a:lnTo>
                    <a:pt x="112053" y="8168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9" name="Google Shape;4409;p48"/>
            <p:cNvSpPr/>
            <p:nvPr/>
          </p:nvSpPr>
          <p:spPr>
            <a:xfrm rot="8713740">
              <a:off x="1076588" y="2547270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0" name="Google Shape;4410;p48"/>
            <p:cNvSpPr/>
            <p:nvPr/>
          </p:nvSpPr>
          <p:spPr>
            <a:xfrm rot="8713740">
              <a:off x="1166133" y="2576532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1" name="Google Shape;4411;p48"/>
            <p:cNvSpPr/>
            <p:nvPr/>
          </p:nvSpPr>
          <p:spPr>
            <a:xfrm rot="8713740">
              <a:off x="1121185" y="2490107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2" name="Google Shape;4412;p48"/>
            <p:cNvSpPr/>
            <p:nvPr/>
          </p:nvSpPr>
          <p:spPr>
            <a:xfrm rot="8713740">
              <a:off x="964237" y="263558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3" name="Google Shape;4413;p48"/>
            <p:cNvSpPr/>
            <p:nvPr/>
          </p:nvSpPr>
          <p:spPr>
            <a:xfrm rot="8719330">
              <a:off x="839452" y="242681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4" name="Google Shape;4414;p48"/>
            <p:cNvSpPr/>
            <p:nvPr/>
          </p:nvSpPr>
          <p:spPr>
            <a:xfrm rot="8713013">
              <a:off x="827021" y="2288189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5" name="Google Shape;4415;p48"/>
            <p:cNvSpPr/>
            <p:nvPr/>
          </p:nvSpPr>
          <p:spPr>
            <a:xfrm rot="8713740">
              <a:off x="1054478" y="2676749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6" name="Google Shape;4416;p48"/>
            <p:cNvSpPr/>
            <p:nvPr/>
          </p:nvSpPr>
          <p:spPr>
            <a:xfrm rot="8713740">
              <a:off x="1365687" y="229711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7" name="Google Shape;4417;p48"/>
            <p:cNvSpPr/>
            <p:nvPr/>
          </p:nvSpPr>
          <p:spPr>
            <a:xfrm rot="8713740">
              <a:off x="1455232" y="232638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8" name="Google Shape;4418;p48"/>
            <p:cNvSpPr/>
            <p:nvPr/>
          </p:nvSpPr>
          <p:spPr>
            <a:xfrm rot="8713740">
              <a:off x="1253336" y="238543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9" name="Google Shape;4419;p48"/>
            <p:cNvSpPr/>
            <p:nvPr/>
          </p:nvSpPr>
          <p:spPr>
            <a:xfrm rot="8719330">
              <a:off x="1128552" y="217666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0" name="Google Shape;4420;p48"/>
            <p:cNvSpPr/>
            <p:nvPr/>
          </p:nvSpPr>
          <p:spPr>
            <a:xfrm rot="8713740">
              <a:off x="1343578" y="242659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1" name="Google Shape;4421;p48"/>
            <p:cNvSpPr/>
            <p:nvPr/>
          </p:nvSpPr>
          <p:spPr>
            <a:xfrm rot="8718291">
              <a:off x="1102183" y="2276788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2" name="Google Shape;4422;p48"/>
            <p:cNvSpPr/>
            <p:nvPr/>
          </p:nvSpPr>
          <p:spPr>
            <a:xfrm rot="7480670">
              <a:off x="1448569" y="261785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3" name="Google Shape;4423;p48"/>
            <p:cNvSpPr/>
            <p:nvPr/>
          </p:nvSpPr>
          <p:spPr>
            <a:xfrm rot="-8510566">
              <a:off x="1553355" y="2584631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4" name="Google Shape;4424;p48"/>
            <p:cNvSpPr/>
            <p:nvPr/>
          </p:nvSpPr>
          <p:spPr>
            <a:xfrm rot="8706722">
              <a:off x="1738938" y="239296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5" name="Google Shape;4425;p48"/>
            <p:cNvSpPr/>
            <p:nvPr/>
          </p:nvSpPr>
          <p:spPr>
            <a:xfrm rot="8714346">
              <a:off x="1687108" y="228904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6" name="Google Shape;4426;p48"/>
            <p:cNvSpPr/>
            <p:nvPr/>
          </p:nvSpPr>
          <p:spPr>
            <a:xfrm rot="8713740">
              <a:off x="1443799" y="231922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7" name="Google Shape;4427;p48"/>
            <p:cNvSpPr/>
            <p:nvPr/>
          </p:nvSpPr>
          <p:spPr>
            <a:xfrm rot="8714346">
              <a:off x="1621314" y="216002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8" name="Google Shape;4428;p48"/>
            <p:cNvSpPr/>
            <p:nvPr/>
          </p:nvSpPr>
          <p:spPr>
            <a:xfrm rot="8713740">
              <a:off x="1299755" y="320696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9" name="Google Shape;4429;p48"/>
            <p:cNvSpPr/>
            <p:nvPr/>
          </p:nvSpPr>
          <p:spPr>
            <a:xfrm rot="8713740">
              <a:off x="1389300" y="323623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0" name="Google Shape;4430;p48"/>
            <p:cNvSpPr/>
            <p:nvPr/>
          </p:nvSpPr>
          <p:spPr>
            <a:xfrm rot="8713740">
              <a:off x="1344352" y="314980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1" name="Google Shape;4431;p48"/>
            <p:cNvSpPr/>
            <p:nvPr/>
          </p:nvSpPr>
          <p:spPr>
            <a:xfrm rot="8713740">
              <a:off x="1187404" y="329528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2" name="Google Shape;4432;p48"/>
            <p:cNvSpPr/>
            <p:nvPr/>
          </p:nvSpPr>
          <p:spPr>
            <a:xfrm rot="8719330">
              <a:off x="1062619" y="308651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3" name="Google Shape;4433;p48"/>
            <p:cNvSpPr/>
            <p:nvPr/>
          </p:nvSpPr>
          <p:spPr>
            <a:xfrm rot="8713013">
              <a:off x="1050188" y="2947888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4" name="Google Shape;4434;p48"/>
            <p:cNvSpPr/>
            <p:nvPr/>
          </p:nvSpPr>
          <p:spPr>
            <a:xfrm rot="8713740">
              <a:off x="1277645" y="333644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5" name="Google Shape;4435;p48"/>
            <p:cNvSpPr/>
            <p:nvPr/>
          </p:nvSpPr>
          <p:spPr>
            <a:xfrm rot="8713740">
              <a:off x="1588854" y="295681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6" name="Google Shape;4436;p48"/>
            <p:cNvSpPr/>
            <p:nvPr/>
          </p:nvSpPr>
          <p:spPr>
            <a:xfrm rot="8713740">
              <a:off x="1678399" y="298607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7" name="Google Shape;4437;p48"/>
            <p:cNvSpPr/>
            <p:nvPr/>
          </p:nvSpPr>
          <p:spPr>
            <a:xfrm rot="8713740">
              <a:off x="1476503" y="304513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8" name="Google Shape;4438;p48"/>
            <p:cNvSpPr/>
            <p:nvPr/>
          </p:nvSpPr>
          <p:spPr>
            <a:xfrm rot="8719330">
              <a:off x="1351719" y="283635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9" name="Google Shape;4439;p48"/>
            <p:cNvSpPr/>
            <p:nvPr/>
          </p:nvSpPr>
          <p:spPr>
            <a:xfrm rot="8713740">
              <a:off x="1566745" y="308629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0" name="Google Shape;4440;p48"/>
            <p:cNvSpPr/>
            <p:nvPr/>
          </p:nvSpPr>
          <p:spPr>
            <a:xfrm rot="8718291">
              <a:off x="1325350" y="293648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1" name="Google Shape;4441;p48"/>
            <p:cNvSpPr/>
            <p:nvPr/>
          </p:nvSpPr>
          <p:spPr>
            <a:xfrm rot="7480670">
              <a:off x="1671736" y="327755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2" name="Google Shape;4442;p48"/>
            <p:cNvSpPr/>
            <p:nvPr/>
          </p:nvSpPr>
          <p:spPr>
            <a:xfrm rot="-8510566">
              <a:off x="1776522" y="3244330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3" name="Google Shape;4443;p48"/>
            <p:cNvSpPr/>
            <p:nvPr/>
          </p:nvSpPr>
          <p:spPr>
            <a:xfrm rot="8706722">
              <a:off x="1962105" y="3052660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4" name="Google Shape;4444;p48"/>
            <p:cNvSpPr/>
            <p:nvPr/>
          </p:nvSpPr>
          <p:spPr>
            <a:xfrm rot="8714346">
              <a:off x="1910275" y="294874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5" name="Google Shape;4445;p48"/>
            <p:cNvSpPr/>
            <p:nvPr/>
          </p:nvSpPr>
          <p:spPr>
            <a:xfrm rot="8713740">
              <a:off x="1666966" y="297891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6" name="Google Shape;4446;p48"/>
            <p:cNvSpPr/>
            <p:nvPr/>
          </p:nvSpPr>
          <p:spPr>
            <a:xfrm rot="8714346">
              <a:off x="1844481" y="281972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7" name="Google Shape;4447;p48"/>
            <p:cNvSpPr/>
            <p:nvPr/>
          </p:nvSpPr>
          <p:spPr>
            <a:xfrm rot="8716661">
              <a:off x="2092087" y="5100841"/>
              <a:ext cx="63878" cy="43414"/>
            </a:xfrm>
            <a:custGeom>
              <a:rect b="b" l="l" r="r" t="t"/>
              <a:pathLst>
                <a:path extrusionOk="0" h="43384" w="63833">
                  <a:moveTo>
                    <a:pt x="5923" y="43384"/>
                  </a:moveTo>
                  <a:lnTo>
                    <a:pt x="0" y="35182"/>
                  </a:lnTo>
                  <a:lnTo>
                    <a:pt x="37391" y="0"/>
                  </a:lnTo>
                  <a:lnTo>
                    <a:pt x="63833" y="1832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8" name="Google Shape;4448;p48"/>
            <p:cNvSpPr/>
            <p:nvPr/>
          </p:nvSpPr>
          <p:spPr>
            <a:xfrm rot="8716661">
              <a:off x="1788941" y="5044260"/>
              <a:ext cx="113402" cy="144392"/>
            </a:xfrm>
            <a:custGeom>
              <a:rect b="b" l="l" r="r" t="t"/>
              <a:pathLst>
                <a:path extrusionOk="0" h="144291" w="113322">
                  <a:moveTo>
                    <a:pt x="0" y="3741"/>
                  </a:moveTo>
                  <a:lnTo>
                    <a:pt x="0" y="0"/>
                  </a:lnTo>
                  <a:lnTo>
                    <a:pt x="5398" y="3741"/>
                  </a:lnTo>
                  <a:close/>
                  <a:moveTo>
                    <a:pt x="90709" y="144291"/>
                  </a:moveTo>
                  <a:lnTo>
                    <a:pt x="47847" y="64547"/>
                  </a:lnTo>
                  <a:lnTo>
                    <a:pt x="56901" y="39441"/>
                  </a:lnTo>
                  <a:lnTo>
                    <a:pt x="113322" y="78551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9" name="Google Shape;4449;p48"/>
            <p:cNvSpPr/>
            <p:nvPr/>
          </p:nvSpPr>
          <p:spPr>
            <a:xfrm rot="8716661">
              <a:off x="1701090" y="4926838"/>
              <a:ext cx="290847" cy="318759"/>
            </a:xfrm>
            <a:custGeom>
              <a:rect b="b" l="l" r="r" t="t"/>
              <a:pathLst>
                <a:path extrusionOk="0" h="318535" w="290643">
                  <a:moveTo>
                    <a:pt x="25298" y="288944"/>
                  </a:moveTo>
                  <a:cubicBezTo>
                    <a:pt x="5295" y="269528"/>
                    <a:pt x="0" y="235992"/>
                    <a:pt x="0" y="187748"/>
                  </a:cubicBezTo>
                  <a:lnTo>
                    <a:pt x="0" y="8302"/>
                  </a:lnTo>
                  <a:lnTo>
                    <a:pt x="16003" y="0"/>
                  </a:lnTo>
                  <a:lnTo>
                    <a:pt x="78793" y="43524"/>
                  </a:lnTo>
                  <a:lnTo>
                    <a:pt x="79427" y="131855"/>
                  </a:lnTo>
                  <a:cubicBezTo>
                    <a:pt x="77662" y="164803"/>
                    <a:pt x="82957" y="198338"/>
                    <a:pt x="93547" y="229521"/>
                  </a:cubicBezTo>
                  <a:cubicBezTo>
                    <a:pt x="102961" y="255408"/>
                    <a:pt x="127083" y="268352"/>
                    <a:pt x="164149" y="268352"/>
                  </a:cubicBezTo>
                  <a:cubicBezTo>
                    <a:pt x="182387" y="267763"/>
                    <a:pt x="200038" y="264233"/>
                    <a:pt x="217100" y="258938"/>
                  </a:cubicBezTo>
                  <a:cubicBezTo>
                    <a:pt x="241810" y="251290"/>
                    <a:pt x="265933" y="241288"/>
                    <a:pt x="289467" y="229521"/>
                  </a:cubicBezTo>
                  <a:cubicBezTo>
                    <a:pt x="290055" y="231874"/>
                    <a:pt x="290643" y="234816"/>
                    <a:pt x="290643" y="237169"/>
                  </a:cubicBezTo>
                  <a:lnTo>
                    <a:pt x="290643" y="243052"/>
                  </a:lnTo>
                  <a:cubicBezTo>
                    <a:pt x="228278" y="296592"/>
                    <a:pt x="146498" y="315419"/>
                    <a:pt x="97665" y="318361"/>
                  </a:cubicBezTo>
                  <a:cubicBezTo>
                    <a:pt x="70602" y="320126"/>
                    <a:pt x="44126" y="308359"/>
                    <a:pt x="25298" y="288944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0" name="Google Shape;4450;p48"/>
            <p:cNvSpPr/>
            <p:nvPr/>
          </p:nvSpPr>
          <p:spPr>
            <a:xfrm rot="8716661">
              <a:off x="2251058" y="4935716"/>
              <a:ext cx="142267" cy="232551"/>
            </a:xfrm>
            <a:custGeom>
              <a:rect b="b" l="l" r="r" t="t"/>
              <a:pathLst>
                <a:path extrusionOk="0" h="232388" w="142167">
                  <a:moveTo>
                    <a:pt x="81108" y="232388"/>
                  </a:moveTo>
                  <a:lnTo>
                    <a:pt x="81108" y="69716"/>
                  </a:lnTo>
                  <a:cubicBezTo>
                    <a:pt x="81108" y="68350"/>
                    <a:pt x="81108" y="66983"/>
                    <a:pt x="81108" y="65616"/>
                  </a:cubicBezTo>
                  <a:cubicBezTo>
                    <a:pt x="79742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63990" y="0"/>
                  </a:lnTo>
                  <a:lnTo>
                    <a:pt x="142167" y="54190"/>
                  </a:lnTo>
                  <a:lnTo>
                    <a:pt x="142167" y="208238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1" name="Google Shape;4451;p48"/>
            <p:cNvSpPr/>
            <p:nvPr/>
          </p:nvSpPr>
          <p:spPr>
            <a:xfrm rot="8716661">
              <a:off x="2456731" y="4924426"/>
              <a:ext cx="131338" cy="253526"/>
            </a:xfrm>
            <a:custGeom>
              <a:rect b="b" l="l" r="r" t="t"/>
              <a:pathLst>
                <a:path extrusionOk="0" h="253348" w="131246">
                  <a:moveTo>
                    <a:pt x="51490" y="253348"/>
                  </a:moveTo>
                  <a:lnTo>
                    <a:pt x="51489" y="44199"/>
                  </a:lnTo>
                  <a:lnTo>
                    <a:pt x="0" y="44199"/>
                  </a:lnTo>
                  <a:lnTo>
                    <a:pt x="0" y="0"/>
                  </a:lnTo>
                  <a:lnTo>
                    <a:pt x="44807" y="0"/>
                  </a:lnTo>
                  <a:lnTo>
                    <a:pt x="104802" y="41587"/>
                  </a:lnTo>
                  <a:lnTo>
                    <a:pt x="104802" y="73817"/>
                  </a:lnTo>
                  <a:lnTo>
                    <a:pt x="106169" y="73817"/>
                  </a:lnTo>
                  <a:lnTo>
                    <a:pt x="115569" y="49050"/>
                  </a:lnTo>
                  <a:lnTo>
                    <a:pt x="131246" y="59916"/>
                  </a:lnTo>
                  <a:lnTo>
                    <a:pt x="127358" y="64191"/>
                  </a:lnTo>
                  <a:cubicBezTo>
                    <a:pt x="117675" y="79968"/>
                    <a:pt x="111638" y="101840"/>
                    <a:pt x="111638" y="126218"/>
                  </a:cubicBezTo>
                  <a:lnTo>
                    <a:pt x="111638" y="21233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2" name="Google Shape;4452;p48"/>
            <p:cNvSpPr/>
            <p:nvPr/>
          </p:nvSpPr>
          <p:spPr>
            <a:xfrm rot="8713740">
              <a:off x="2139858" y="502420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3" name="Google Shape;4453;p48"/>
            <p:cNvSpPr/>
            <p:nvPr/>
          </p:nvSpPr>
          <p:spPr>
            <a:xfrm rot="8719330">
              <a:off x="2015074" y="481542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4" name="Google Shape;4454;p48"/>
            <p:cNvSpPr/>
            <p:nvPr/>
          </p:nvSpPr>
          <p:spPr>
            <a:xfrm rot="8716661">
              <a:off x="2190205" y="5090541"/>
              <a:ext cx="60189" cy="76952"/>
            </a:xfrm>
            <a:custGeom>
              <a:rect b="b" l="l" r="r" t="t"/>
              <a:pathLst>
                <a:path extrusionOk="0" h="76898" w="60147">
                  <a:moveTo>
                    <a:pt x="60147" y="76898"/>
                  </a:moveTo>
                  <a:lnTo>
                    <a:pt x="0" y="19028"/>
                  </a:lnTo>
                  <a:lnTo>
                    <a:pt x="0" y="0"/>
                  </a:lnTo>
                  <a:lnTo>
                    <a:pt x="60147" y="41692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5" name="Google Shape;4455;p48"/>
            <p:cNvSpPr/>
            <p:nvPr/>
          </p:nvSpPr>
          <p:spPr>
            <a:xfrm rot="8718291">
              <a:off x="1988705" y="4915556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6" name="Google Shape;4456;p48"/>
            <p:cNvSpPr/>
            <p:nvPr/>
          </p:nvSpPr>
          <p:spPr>
            <a:xfrm rot="8716661">
              <a:off x="2650651" y="5021657"/>
              <a:ext cx="177824" cy="117642"/>
            </a:xfrm>
            <a:custGeom>
              <a:rect b="b" l="l" r="r" t="t"/>
              <a:pathLst>
                <a:path extrusionOk="0" h="117559" w="177699">
                  <a:moveTo>
                    <a:pt x="6986" y="117559"/>
                  </a:moveTo>
                  <a:lnTo>
                    <a:pt x="0" y="107886"/>
                  </a:lnTo>
                  <a:lnTo>
                    <a:pt x="114658" y="0"/>
                  </a:lnTo>
                  <a:lnTo>
                    <a:pt x="177699" y="43698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7" name="Google Shape;4457;p48"/>
            <p:cNvSpPr/>
            <p:nvPr/>
          </p:nvSpPr>
          <p:spPr>
            <a:xfrm rot="8714346">
              <a:off x="2573630" y="492781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8" name="Google Shape;4458;p48"/>
            <p:cNvSpPr/>
            <p:nvPr/>
          </p:nvSpPr>
          <p:spPr>
            <a:xfrm rot="8713740">
              <a:off x="2330321" y="495798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9" name="Google Shape;4459;p48"/>
            <p:cNvSpPr/>
            <p:nvPr/>
          </p:nvSpPr>
          <p:spPr>
            <a:xfrm rot="8714346">
              <a:off x="2507836" y="479879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0" name="Google Shape;4460;p48"/>
            <p:cNvSpPr/>
            <p:nvPr/>
          </p:nvSpPr>
          <p:spPr>
            <a:xfrm rot="8713740">
              <a:off x="1518425" y="386536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1" name="Google Shape;4461;p48"/>
            <p:cNvSpPr/>
            <p:nvPr/>
          </p:nvSpPr>
          <p:spPr>
            <a:xfrm rot="8713740">
              <a:off x="1607970" y="3894627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2" name="Google Shape;4462;p48"/>
            <p:cNvSpPr/>
            <p:nvPr/>
          </p:nvSpPr>
          <p:spPr>
            <a:xfrm rot="8713740">
              <a:off x="1563022" y="3808202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3" name="Google Shape;4463;p48"/>
            <p:cNvSpPr/>
            <p:nvPr/>
          </p:nvSpPr>
          <p:spPr>
            <a:xfrm rot="8713740">
              <a:off x="1406074" y="395368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4" name="Google Shape;4464;p48"/>
            <p:cNvSpPr/>
            <p:nvPr/>
          </p:nvSpPr>
          <p:spPr>
            <a:xfrm rot="8719330">
              <a:off x="1281289" y="374490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5" name="Google Shape;4465;p48"/>
            <p:cNvSpPr/>
            <p:nvPr/>
          </p:nvSpPr>
          <p:spPr>
            <a:xfrm rot="8713013">
              <a:off x="1268858" y="3606284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6" name="Google Shape;4466;p48"/>
            <p:cNvSpPr/>
            <p:nvPr/>
          </p:nvSpPr>
          <p:spPr>
            <a:xfrm rot="8713740">
              <a:off x="1496315" y="3994844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7" name="Google Shape;4467;p48"/>
            <p:cNvSpPr/>
            <p:nvPr/>
          </p:nvSpPr>
          <p:spPr>
            <a:xfrm rot="8713740">
              <a:off x="1807524" y="361521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8" name="Google Shape;4468;p48"/>
            <p:cNvSpPr/>
            <p:nvPr/>
          </p:nvSpPr>
          <p:spPr>
            <a:xfrm rot="8713740">
              <a:off x="1897069" y="364447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9" name="Google Shape;4469;p48"/>
            <p:cNvSpPr/>
            <p:nvPr/>
          </p:nvSpPr>
          <p:spPr>
            <a:xfrm rot="8713740">
              <a:off x="1695173" y="370353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0" name="Google Shape;4470;p48"/>
            <p:cNvSpPr/>
            <p:nvPr/>
          </p:nvSpPr>
          <p:spPr>
            <a:xfrm rot="8719330">
              <a:off x="1570389" y="349475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1" name="Google Shape;4471;p48"/>
            <p:cNvSpPr/>
            <p:nvPr/>
          </p:nvSpPr>
          <p:spPr>
            <a:xfrm rot="8713740">
              <a:off x="1785415" y="374469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2" name="Google Shape;4472;p48"/>
            <p:cNvSpPr/>
            <p:nvPr/>
          </p:nvSpPr>
          <p:spPr>
            <a:xfrm rot="8718291">
              <a:off x="1544020" y="3594883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3" name="Google Shape;4473;p48"/>
            <p:cNvSpPr/>
            <p:nvPr/>
          </p:nvSpPr>
          <p:spPr>
            <a:xfrm rot="7480670">
              <a:off x="1890406" y="393595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4" name="Google Shape;4474;p48"/>
            <p:cNvSpPr/>
            <p:nvPr/>
          </p:nvSpPr>
          <p:spPr>
            <a:xfrm rot="-8510566">
              <a:off x="1995192" y="3902726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5" name="Google Shape;4475;p48"/>
            <p:cNvSpPr/>
            <p:nvPr/>
          </p:nvSpPr>
          <p:spPr>
            <a:xfrm rot="8706722">
              <a:off x="2180775" y="3711056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6" name="Google Shape;4476;p48"/>
            <p:cNvSpPr/>
            <p:nvPr/>
          </p:nvSpPr>
          <p:spPr>
            <a:xfrm rot="8714346">
              <a:off x="2128945" y="360714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7" name="Google Shape;4477;p48"/>
            <p:cNvSpPr/>
            <p:nvPr/>
          </p:nvSpPr>
          <p:spPr>
            <a:xfrm rot="8713740">
              <a:off x="1885636" y="36373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8" name="Google Shape;4478;p48"/>
            <p:cNvSpPr/>
            <p:nvPr/>
          </p:nvSpPr>
          <p:spPr>
            <a:xfrm rot="8714346">
              <a:off x="2063151" y="3478123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9" name="Google Shape;4479;p48"/>
            <p:cNvSpPr/>
            <p:nvPr/>
          </p:nvSpPr>
          <p:spPr>
            <a:xfrm rot="8713740">
              <a:off x="1741592" y="4525064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0" name="Google Shape;4480;p48"/>
            <p:cNvSpPr/>
            <p:nvPr/>
          </p:nvSpPr>
          <p:spPr>
            <a:xfrm rot="8713740">
              <a:off x="1831137" y="4554326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1" name="Google Shape;4481;p48"/>
            <p:cNvSpPr/>
            <p:nvPr/>
          </p:nvSpPr>
          <p:spPr>
            <a:xfrm rot="8713740">
              <a:off x="1786189" y="4467901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2" name="Google Shape;4482;p48"/>
            <p:cNvSpPr/>
            <p:nvPr/>
          </p:nvSpPr>
          <p:spPr>
            <a:xfrm rot="8713740">
              <a:off x="1629241" y="4613382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3" name="Google Shape;4483;p48"/>
            <p:cNvSpPr/>
            <p:nvPr/>
          </p:nvSpPr>
          <p:spPr>
            <a:xfrm rot="8719330">
              <a:off x="1504456" y="440460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4" name="Google Shape;4484;p48"/>
            <p:cNvSpPr/>
            <p:nvPr/>
          </p:nvSpPr>
          <p:spPr>
            <a:xfrm rot="8713013">
              <a:off x="1492025" y="4265983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5" name="Google Shape;4485;p48"/>
            <p:cNvSpPr/>
            <p:nvPr/>
          </p:nvSpPr>
          <p:spPr>
            <a:xfrm rot="8713740">
              <a:off x="1719482" y="465454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6" name="Google Shape;4486;p48"/>
            <p:cNvSpPr/>
            <p:nvPr/>
          </p:nvSpPr>
          <p:spPr>
            <a:xfrm rot="8713740">
              <a:off x="2030691" y="4274912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7" name="Google Shape;4487;p48"/>
            <p:cNvSpPr/>
            <p:nvPr/>
          </p:nvSpPr>
          <p:spPr>
            <a:xfrm rot="8713740">
              <a:off x="2120236" y="4304174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8" name="Google Shape;4488;p48"/>
            <p:cNvSpPr/>
            <p:nvPr/>
          </p:nvSpPr>
          <p:spPr>
            <a:xfrm rot="8713740">
              <a:off x="1918340" y="436323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9" name="Google Shape;4489;p48"/>
            <p:cNvSpPr/>
            <p:nvPr/>
          </p:nvSpPr>
          <p:spPr>
            <a:xfrm rot="8719330">
              <a:off x="1793556" y="415445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0" name="Google Shape;4490;p48"/>
            <p:cNvSpPr/>
            <p:nvPr/>
          </p:nvSpPr>
          <p:spPr>
            <a:xfrm rot="8713740">
              <a:off x="2008582" y="4404392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1" name="Google Shape;4491;p48"/>
            <p:cNvSpPr/>
            <p:nvPr/>
          </p:nvSpPr>
          <p:spPr>
            <a:xfrm rot="8718291">
              <a:off x="1767187" y="4254582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2" name="Google Shape;4492;p48"/>
            <p:cNvSpPr/>
            <p:nvPr/>
          </p:nvSpPr>
          <p:spPr>
            <a:xfrm rot="7480670">
              <a:off x="2113573" y="459565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3" name="Google Shape;4493;p48"/>
            <p:cNvSpPr/>
            <p:nvPr/>
          </p:nvSpPr>
          <p:spPr>
            <a:xfrm rot="-8510566">
              <a:off x="2218359" y="4562425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4" name="Google Shape;4494;p48"/>
            <p:cNvSpPr/>
            <p:nvPr/>
          </p:nvSpPr>
          <p:spPr>
            <a:xfrm rot="8706722">
              <a:off x="2403942" y="4370755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5" name="Google Shape;4495;p48"/>
            <p:cNvSpPr/>
            <p:nvPr/>
          </p:nvSpPr>
          <p:spPr>
            <a:xfrm rot="8714346">
              <a:off x="2352112" y="4266843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6" name="Google Shape;4496;p48"/>
            <p:cNvSpPr/>
            <p:nvPr/>
          </p:nvSpPr>
          <p:spPr>
            <a:xfrm rot="8713740">
              <a:off x="2108803" y="429701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7" name="Google Shape;4497;p48"/>
            <p:cNvSpPr/>
            <p:nvPr/>
          </p:nvSpPr>
          <p:spPr>
            <a:xfrm rot="8714346">
              <a:off x="2286318" y="4137822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8" name="Google Shape;4498;p48"/>
            <p:cNvSpPr/>
            <p:nvPr/>
          </p:nvSpPr>
          <p:spPr>
            <a:xfrm rot="8713740">
              <a:off x="855070" y="188629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9" name="Google Shape;4499;p48"/>
            <p:cNvSpPr/>
            <p:nvPr/>
          </p:nvSpPr>
          <p:spPr>
            <a:xfrm rot="8713740">
              <a:off x="944615" y="1915558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0" name="Google Shape;4500;p48"/>
            <p:cNvSpPr/>
            <p:nvPr/>
          </p:nvSpPr>
          <p:spPr>
            <a:xfrm rot="8713740">
              <a:off x="899667" y="1829133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1" name="Google Shape;4501;p48"/>
            <p:cNvSpPr/>
            <p:nvPr/>
          </p:nvSpPr>
          <p:spPr>
            <a:xfrm rot="8713740">
              <a:off x="742719" y="197461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2" name="Google Shape;4502;p48"/>
            <p:cNvSpPr/>
            <p:nvPr/>
          </p:nvSpPr>
          <p:spPr>
            <a:xfrm rot="8719330">
              <a:off x="617934" y="176583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3" name="Google Shape;4503;p48"/>
            <p:cNvSpPr/>
            <p:nvPr/>
          </p:nvSpPr>
          <p:spPr>
            <a:xfrm rot="8713013">
              <a:off x="605503" y="1627215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4" name="Google Shape;4504;p48"/>
            <p:cNvSpPr/>
            <p:nvPr/>
          </p:nvSpPr>
          <p:spPr>
            <a:xfrm rot="8713740">
              <a:off x="832960" y="201577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5" name="Google Shape;4505;p48"/>
            <p:cNvSpPr/>
            <p:nvPr/>
          </p:nvSpPr>
          <p:spPr>
            <a:xfrm rot="8713740">
              <a:off x="1144169" y="1636144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6" name="Google Shape;4506;p48"/>
            <p:cNvSpPr/>
            <p:nvPr/>
          </p:nvSpPr>
          <p:spPr>
            <a:xfrm rot="8713740">
              <a:off x="1233714" y="1665406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7" name="Google Shape;4507;p48"/>
            <p:cNvSpPr/>
            <p:nvPr/>
          </p:nvSpPr>
          <p:spPr>
            <a:xfrm rot="8713740">
              <a:off x="1031818" y="1724462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8" name="Google Shape;4508;p48"/>
            <p:cNvSpPr/>
            <p:nvPr/>
          </p:nvSpPr>
          <p:spPr>
            <a:xfrm rot="8719330">
              <a:off x="907034" y="151568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9" name="Google Shape;4509;p48"/>
            <p:cNvSpPr/>
            <p:nvPr/>
          </p:nvSpPr>
          <p:spPr>
            <a:xfrm rot="8713740">
              <a:off x="1122060" y="1765624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0" name="Google Shape;4510;p48"/>
            <p:cNvSpPr/>
            <p:nvPr/>
          </p:nvSpPr>
          <p:spPr>
            <a:xfrm rot="8718291">
              <a:off x="880665" y="1615814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1" name="Google Shape;4511;p48"/>
            <p:cNvSpPr/>
            <p:nvPr/>
          </p:nvSpPr>
          <p:spPr>
            <a:xfrm rot="7480670">
              <a:off x="1227051" y="195688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2" name="Google Shape;4512;p48"/>
            <p:cNvSpPr/>
            <p:nvPr/>
          </p:nvSpPr>
          <p:spPr>
            <a:xfrm rot="-8510566">
              <a:off x="1331837" y="1923657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3" name="Google Shape;4513;p48"/>
            <p:cNvSpPr/>
            <p:nvPr/>
          </p:nvSpPr>
          <p:spPr>
            <a:xfrm rot="8706722">
              <a:off x="1517420" y="1731987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4" name="Google Shape;4514;p48"/>
            <p:cNvSpPr/>
            <p:nvPr/>
          </p:nvSpPr>
          <p:spPr>
            <a:xfrm rot="8714346">
              <a:off x="1465590" y="162807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5" name="Google Shape;4515;p48"/>
            <p:cNvSpPr/>
            <p:nvPr/>
          </p:nvSpPr>
          <p:spPr>
            <a:xfrm rot="8713740">
              <a:off x="1222281" y="165824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6" name="Google Shape;4516;p48"/>
            <p:cNvSpPr/>
            <p:nvPr/>
          </p:nvSpPr>
          <p:spPr>
            <a:xfrm rot="8714346">
              <a:off x="1399796" y="149905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7" name="Google Shape;4517;p48"/>
            <p:cNvSpPr/>
            <p:nvPr/>
          </p:nvSpPr>
          <p:spPr>
            <a:xfrm rot="8713740">
              <a:off x="631903" y="122659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8" name="Google Shape;4518;p48"/>
            <p:cNvSpPr/>
            <p:nvPr/>
          </p:nvSpPr>
          <p:spPr>
            <a:xfrm rot="8713740">
              <a:off x="721448" y="125585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9" name="Google Shape;4519;p48"/>
            <p:cNvSpPr/>
            <p:nvPr/>
          </p:nvSpPr>
          <p:spPr>
            <a:xfrm rot="8713740">
              <a:off x="676500" y="1169434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0" name="Google Shape;4520;p48"/>
            <p:cNvSpPr/>
            <p:nvPr/>
          </p:nvSpPr>
          <p:spPr>
            <a:xfrm rot="8713740">
              <a:off x="519552" y="13149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1" name="Google Shape;4521;p48"/>
            <p:cNvSpPr/>
            <p:nvPr/>
          </p:nvSpPr>
          <p:spPr>
            <a:xfrm rot="8719330">
              <a:off x="394767" y="110613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2" name="Google Shape;4522;p48"/>
            <p:cNvSpPr/>
            <p:nvPr/>
          </p:nvSpPr>
          <p:spPr>
            <a:xfrm rot="8713013">
              <a:off x="382336" y="967516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3" name="Google Shape;4523;p48"/>
            <p:cNvSpPr/>
            <p:nvPr/>
          </p:nvSpPr>
          <p:spPr>
            <a:xfrm rot="8713740">
              <a:off x="609793" y="135607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4" name="Google Shape;4524;p48"/>
            <p:cNvSpPr/>
            <p:nvPr/>
          </p:nvSpPr>
          <p:spPr>
            <a:xfrm rot="8713740">
              <a:off x="921002" y="97644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5" name="Google Shape;4525;p48"/>
            <p:cNvSpPr/>
            <p:nvPr/>
          </p:nvSpPr>
          <p:spPr>
            <a:xfrm rot="8713740">
              <a:off x="1010547" y="1005707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6" name="Google Shape;4526;p48"/>
            <p:cNvSpPr/>
            <p:nvPr/>
          </p:nvSpPr>
          <p:spPr>
            <a:xfrm rot="8713740">
              <a:off x="808651" y="106476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7" name="Google Shape;4527;p48"/>
            <p:cNvSpPr/>
            <p:nvPr/>
          </p:nvSpPr>
          <p:spPr>
            <a:xfrm rot="8719330">
              <a:off x="683867" y="85598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8" name="Google Shape;4528;p48"/>
            <p:cNvSpPr/>
            <p:nvPr/>
          </p:nvSpPr>
          <p:spPr>
            <a:xfrm rot="8713740">
              <a:off x="898893" y="110592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9" name="Google Shape;4529;p48"/>
            <p:cNvSpPr/>
            <p:nvPr/>
          </p:nvSpPr>
          <p:spPr>
            <a:xfrm rot="8718291">
              <a:off x="657498" y="956115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0" name="Google Shape;4530;p48"/>
            <p:cNvSpPr/>
            <p:nvPr/>
          </p:nvSpPr>
          <p:spPr>
            <a:xfrm rot="7480670">
              <a:off x="1003884" y="129718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1" name="Google Shape;4531;p48"/>
            <p:cNvSpPr/>
            <p:nvPr/>
          </p:nvSpPr>
          <p:spPr>
            <a:xfrm rot="-8510566">
              <a:off x="1108670" y="1263958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2" name="Google Shape;4532;p48"/>
            <p:cNvSpPr/>
            <p:nvPr/>
          </p:nvSpPr>
          <p:spPr>
            <a:xfrm rot="8706722">
              <a:off x="1294253" y="1072288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3" name="Google Shape;4533;p48"/>
            <p:cNvSpPr/>
            <p:nvPr/>
          </p:nvSpPr>
          <p:spPr>
            <a:xfrm rot="8714346">
              <a:off x="1242423" y="96837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4" name="Google Shape;4534;p48"/>
            <p:cNvSpPr/>
            <p:nvPr/>
          </p:nvSpPr>
          <p:spPr>
            <a:xfrm rot="8713740">
              <a:off x="999114" y="99854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5" name="Google Shape;4535;p48"/>
            <p:cNvSpPr/>
            <p:nvPr/>
          </p:nvSpPr>
          <p:spPr>
            <a:xfrm rot="8714346">
              <a:off x="1176629" y="83935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6" name="Google Shape;4536;p48"/>
            <p:cNvSpPr/>
            <p:nvPr/>
          </p:nvSpPr>
          <p:spPr>
            <a:xfrm rot="8713740">
              <a:off x="412964" y="56453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7" name="Google Shape;4537;p48"/>
            <p:cNvSpPr/>
            <p:nvPr/>
          </p:nvSpPr>
          <p:spPr>
            <a:xfrm rot="8713740">
              <a:off x="502509" y="59380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8" name="Google Shape;4538;p48"/>
            <p:cNvSpPr/>
            <p:nvPr/>
          </p:nvSpPr>
          <p:spPr>
            <a:xfrm rot="8713740">
              <a:off x="457561" y="50737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9" name="Google Shape;4539;p48"/>
            <p:cNvSpPr/>
            <p:nvPr/>
          </p:nvSpPr>
          <p:spPr>
            <a:xfrm rot="8713740">
              <a:off x="300613" y="65285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0" name="Google Shape;4540;p48"/>
            <p:cNvSpPr/>
            <p:nvPr/>
          </p:nvSpPr>
          <p:spPr>
            <a:xfrm rot="8719330">
              <a:off x="175828" y="44408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1" name="Google Shape;4541;p48"/>
            <p:cNvSpPr/>
            <p:nvPr/>
          </p:nvSpPr>
          <p:spPr>
            <a:xfrm rot="8713013">
              <a:off x="163397" y="305458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2" name="Google Shape;4542;p48"/>
            <p:cNvSpPr/>
            <p:nvPr/>
          </p:nvSpPr>
          <p:spPr>
            <a:xfrm rot="8713740">
              <a:off x="390854" y="69401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3" name="Google Shape;4543;p48"/>
            <p:cNvSpPr/>
            <p:nvPr/>
          </p:nvSpPr>
          <p:spPr>
            <a:xfrm rot="8713740">
              <a:off x="702063" y="31438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4" name="Google Shape;4544;p48"/>
            <p:cNvSpPr/>
            <p:nvPr/>
          </p:nvSpPr>
          <p:spPr>
            <a:xfrm rot="8713740">
              <a:off x="791608" y="34364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5" name="Google Shape;4545;p48"/>
            <p:cNvSpPr/>
            <p:nvPr/>
          </p:nvSpPr>
          <p:spPr>
            <a:xfrm rot="8713740">
              <a:off x="589712" y="40270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6" name="Google Shape;4546;p48"/>
            <p:cNvSpPr/>
            <p:nvPr/>
          </p:nvSpPr>
          <p:spPr>
            <a:xfrm rot="8719330">
              <a:off x="464928" y="19392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7" name="Google Shape;4547;p48"/>
            <p:cNvSpPr/>
            <p:nvPr/>
          </p:nvSpPr>
          <p:spPr>
            <a:xfrm rot="8713740">
              <a:off x="679954" y="44386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8" name="Google Shape;4548;p48"/>
            <p:cNvSpPr/>
            <p:nvPr/>
          </p:nvSpPr>
          <p:spPr>
            <a:xfrm rot="8718291">
              <a:off x="438559" y="29405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9" name="Google Shape;4549;p48"/>
            <p:cNvSpPr/>
            <p:nvPr/>
          </p:nvSpPr>
          <p:spPr>
            <a:xfrm rot="7480670">
              <a:off x="784945" y="63512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0" name="Google Shape;4550;p48"/>
            <p:cNvSpPr/>
            <p:nvPr/>
          </p:nvSpPr>
          <p:spPr>
            <a:xfrm rot="-8510566">
              <a:off x="889731" y="601900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1" name="Google Shape;4551;p48"/>
            <p:cNvSpPr/>
            <p:nvPr/>
          </p:nvSpPr>
          <p:spPr>
            <a:xfrm rot="8706722">
              <a:off x="1075314" y="410230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2" name="Google Shape;4552;p48"/>
            <p:cNvSpPr/>
            <p:nvPr/>
          </p:nvSpPr>
          <p:spPr>
            <a:xfrm rot="8714346">
              <a:off x="1023484" y="30631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3" name="Google Shape;4553;p48"/>
            <p:cNvSpPr/>
            <p:nvPr/>
          </p:nvSpPr>
          <p:spPr>
            <a:xfrm rot="8713740">
              <a:off x="780175" y="33648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4" name="Google Shape;4554;p48"/>
            <p:cNvSpPr/>
            <p:nvPr/>
          </p:nvSpPr>
          <p:spPr>
            <a:xfrm rot="8714346">
              <a:off x="957690" y="17729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5" name="Google Shape;4555;p48"/>
            <p:cNvSpPr/>
            <p:nvPr/>
          </p:nvSpPr>
          <p:spPr>
            <a:xfrm rot="8716661">
              <a:off x="202223" y="-57209"/>
              <a:ext cx="142267" cy="186625"/>
            </a:xfrm>
            <a:custGeom>
              <a:rect b="b" l="l" r="r" t="t"/>
              <a:pathLst>
                <a:path extrusionOk="0" h="186494" w="142167">
                  <a:moveTo>
                    <a:pt x="142167" y="186494"/>
                  </a:moveTo>
                  <a:lnTo>
                    <a:pt x="81108" y="144170"/>
                  </a:lnTo>
                  <a:lnTo>
                    <a:pt x="81108" y="69717"/>
                  </a:lnTo>
                  <a:cubicBezTo>
                    <a:pt x="81108" y="68349"/>
                    <a:pt x="81108" y="66983"/>
                    <a:pt x="81108" y="65615"/>
                  </a:cubicBezTo>
                  <a:cubicBezTo>
                    <a:pt x="79741" y="55591"/>
                    <a:pt x="70628" y="48756"/>
                    <a:pt x="60603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8"/>
                    <a:pt x="142167" y="501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6" name="Google Shape;4556;p48"/>
            <p:cNvSpPr/>
            <p:nvPr/>
          </p:nvSpPr>
          <p:spPr>
            <a:xfrm rot="8716661">
              <a:off x="298563" y="-5475"/>
              <a:ext cx="260822" cy="180181"/>
            </a:xfrm>
            <a:custGeom>
              <a:rect b="b" l="l" r="r" t="t"/>
              <a:pathLst>
                <a:path extrusionOk="0" h="180054" w="260639">
                  <a:moveTo>
                    <a:pt x="111638" y="180054"/>
                  </a:moveTo>
                  <a:lnTo>
                    <a:pt x="51490" y="138362"/>
                  </a:ln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2" y="1425"/>
                  </a:lnTo>
                  <a:lnTo>
                    <a:pt x="104802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7" name="Google Shape;4557;p48"/>
            <p:cNvSpPr/>
            <p:nvPr/>
          </p:nvSpPr>
          <p:spPr>
            <a:xfrm rot="8716661">
              <a:off x="276874" y="-12836"/>
              <a:ext cx="36297" cy="28002"/>
            </a:xfrm>
            <a:custGeom>
              <a:rect b="b" l="l" r="r" t="t"/>
              <a:pathLst>
                <a:path extrusionOk="0" h="27982" w="36272">
                  <a:moveTo>
                    <a:pt x="36272" y="27982"/>
                  </a:moveTo>
                  <a:lnTo>
                    <a:pt x="0" y="2840"/>
                  </a:lnTo>
                  <a:lnTo>
                    <a:pt x="9543" y="0"/>
                  </a:lnTo>
                  <a:cubicBezTo>
                    <a:pt x="20479" y="0"/>
                    <a:pt x="27542" y="4784"/>
                    <a:pt x="31871" y="11392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8" name="Google Shape;4558;p48"/>
            <p:cNvSpPr/>
            <p:nvPr/>
          </p:nvSpPr>
          <p:spPr>
            <a:xfrm rot="8716661">
              <a:off x="74592" y="-9693"/>
              <a:ext cx="58109" cy="54810"/>
            </a:xfrm>
            <a:custGeom>
              <a:rect b="b" l="l" r="r" t="t"/>
              <a:pathLst>
                <a:path extrusionOk="0" h="54772" w="58068">
                  <a:moveTo>
                    <a:pt x="37436" y="54772"/>
                  </a:moveTo>
                  <a:lnTo>
                    <a:pt x="0" y="28823"/>
                  </a:lnTo>
                  <a:lnTo>
                    <a:pt x="8515" y="8658"/>
                  </a:lnTo>
                  <a:cubicBezTo>
                    <a:pt x="13983" y="3190"/>
                    <a:pt x="21273" y="0"/>
                    <a:pt x="29020" y="0"/>
                  </a:cubicBezTo>
                  <a:cubicBezTo>
                    <a:pt x="36766" y="0"/>
                    <a:pt x="44057" y="3190"/>
                    <a:pt x="49525" y="8658"/>
                  </a:cubicBezTo>
                  <a:cubicBezTo>
                    <a:pt x="60916" y="19594"/>
                    <a:pt x="60916" y="38276"/>
                    <a:pt x="49525" y="49668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9" name="Google Shape;4559;p48"/>
            <p:cNvSpPr/>
            <p:nvPr/>
          </p:nvSpPr>
          <p:spPr>
            <a:xfrm rot="8716661">
              <a:off x="13779" y="-10415"/>
              <a:ext cx="30048" cy="20829"/>
            </a:xfrm>
            <a:custGeom>
              <a:rect b="b" l="l" r="r" t="t"/>
              <a:pathLst>
                <a:path extrusionOk="0" h="20814" w="30027">
                  <a:moveTo>
                    <a:pt x="30027" y="20814"/>
                  </a:moveTo>
                  <a:lnTo>
                    <a:pt x="0" y="0"/>
                  </a:lnTo>
                  <a:lnTo>
                    <a:pt x="30027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0" name="Google Shape;4560;p48"/>
            <p:cNvSpPr/>
            <p:nvPr/>
          </p:nvSpPr>
          <p:spPr>
            <a:xfrm rot="8713740">
              <a:off x="168184" y="3060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1" name="Google Shape;4561;p48"/>
            <p:cNvSpPr/>
            <p:nvPr/>
          </p:nvSpPr>
          <p:spPr>
            <a:xfrm rot="7480670">
              <a:off x="562275" y="-2828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2" name="Google Shape;4562;p48"/>
            <p:cNvSpPr/>
            <p:nvPr/>
          </p:nvSpPr>
          <p:spPr>
            <a:xfrm rot="-8513943">
              <a:off x="775320" y="-27327"/>
              <a:ext cx="149797" cy="328459"/>
            </a:xfrm>
            <a:custGeom>
              <a:rect b="b" l="l" r="r" t="t"/>
              <a:pathLst>
                <a:path extrusionOk="0" h="328219" w="149688">
                  <a:moveTo>
                    <a:pt x="149688" y="279622"/>
                  </a:moveTo>
                  <a:lnTo>
                    <a:pt x="87835" y="328219"/>
                  </a:lnTo>
                  <a:lnTo>
                    <a:pt x="54765" y="322521"/>
                  </a:lnTo>
                  <a:cubicBezTo>
                    <a:pt x="43178" y="317693"/>
                    <a:pt x="32555" y="310382"/>
                    <a:pt x="23727" y="301277"/>
                  </a:cubicBezTo>
                  <a:cubicBezTo>
                    <a:pt x="4966" y="283069"/>
                    <a:pt x="0" y="251616"/>
                    <a:pt x="0" y="206369"/>
                  </a:cubicBez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2836" y="184850"/>
                    <a:pt x="77802" y="216302"/>
                    <a:pt x="87734" y="245547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3" name="Google Shape;4563;p48"/>
            <p:cNvSpPr/>
            <p:nvPr/>
          </p:nvSpPr>
          <p:spPr>
            <a:xfrm rot="8713740">
              <a:off x="3366648" y="56980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4" name="Google Shape;4564;p48"/>
            <p:cNvSpPr/>
            <p:nvPr/>
          </p:nvSpPr>
          <p:spPr>
            <a:xfrm rot="8716661">
              <a:off x="3236995" y="360881"/>
              <a:ext cx="203990" cy="196011"/>
            </a:xfrm>
            <a:custGeom>
              <a:rect b="b" l="l" r="r" t="t"/>
              <a:pathLst>
                <a:path extrusionOk="0" h="195873" w="203847">
                  <a:moveTo>
                    <a:pt x="90710" y="195873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52719"/>
                  </a:lnTo>
                  <a:lnTo>
                    <a:pt x="43605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5" name="Google Shape;4565;p48"/>
            <p:cNvSpPr/>
            <p:nvPr/>
          </p:nvSpPr>
          <p:spPr>
            <a:xfrm rot="8716661">
              <a:off x="3189345" y="231121"/>
              <a:ext cx="290453" cy="221498"/>
            </a:xfrm>
            <a:custGeom>
              <a:rect b="b" l="l" r="r" t="t"/>
              <a:pathLst>
                <a:path extrusionOk="0" h="221342" w="290249">
                  <a:moveTo>
                    <a:pt x="24905" y="191751"/>
                  </a:moveTo>
                  <a:cubicBezTo>
                    <a:pt x="14903" y="182043"/>
                    <a:pt x="8578" y="168805"/>
                    <a:pt x="4754" y="151964"/>
                  </a:cubicBezTo>
                  <a:lnTo>
                    <a:pt x="0" y="95252"/>
                  </a:lnTo>
                  <a:lnTo>
                    <a:pt x="78785" y="0"/>
                  </a:lnTo>
                  <a:lnTo>
                    <a:pt x="79033" y="34662"/>
                  </a:lnTo>
                  <a:cubicBezTo>
                    <a:pt x="77268" y="67610"/>
                    <a:pt x="82563" y="101145"/>
                    <a:pt x="93153" y="132328"/>
                  </a:cubicBezTo>
                  <a:cubicBezTo>
                    <a:pt x="102567" y="158215"/>
                    <a:pt x="126689" y="171159"/>
                    <a:pt x="163754" y="171159"/>
                  </a:cubicBezTo>
                  <a:cubicBezTo>
                    <a:pt x="181994" y="170570"/>
                    <a:pt x="199644" y="167040"/>
                    <a:pt x="216706" y="161745"/>
                  </a:cubicBezTo>
                  <a:cubicBezTo>
                    <a:pt x="241416" y="154096"/>
                    <a:pt x="265539" y="144095"/>
                    <a:pt x="289073" y="132328"/>
                  </a:cubicBezTo>
                  <a:cubicBezTo>
                    <a:pt x="289661" y="134681"/>
                    <a:pt x="290249" y="137623"/>
                    <a:pt x="290249" y="139976"/>
                  </a:cubicBezTo>
                  <a:lnTo>
                    <a:pt x="290249" y="145860"/>
                  </a:lnTo>
                  <a:cubicBezTo>
                    <a:pt x="227885" y="199399"/>
                    <a:pt x="146104" y="218227"/>
                    <a:pt x="97272" y="221168"/>
                  </a:cubicBezTo>
                  <a:cubicBezTo>
                    <a:pt x="70208" y="222933"/>
                    <a:pt x="43732" y="211166"/>
                    <a:pt x="24905" y="191751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6" name="Google Shape;4566;p48"/>
            <p:cNvSpPr/>
            <p:nvPr/>
          </p:nvSpPr>
          <p:spPr>
            <a:xfrm rot="8716661">
              <a:off x="3411608" y="650086"/>
              <a:ext cx="21038" cy="45677"/>
            </a:xfrm>
            <a:custGeom>
              <a:rect b="b" l="l" r="r" t="t"/>
              <a:pathLst>
                <a:path extrusionOk="0" h="45645" w="21023">
                  <a:moveTo>
                    <a:pt x="21023" y="45645"/>
                  </a:moveTo>
                  <a:lnTo>
                    <a:pt x="0" y="25418"/>
                  </a:lnTo>
                  <a:lnTo>
                    <a:pt x="21023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7" name="Google Shape;4567;p48"/>
            <p:cNvSpPr/>
            <p:nvPr/>
          </p:nvSpPr>
          <p:spPr>
            <a:xfrm rot="8716661">
              <a:off x="3298754" y="-42758"/>
              <a:ext cx="123350" cy="85502"/>
            </a:xfrm>
            <a:custGeom>
              <a:rect b="b" l="l" r="r" t="t"/>
              <a:pathLst>
                <a:path extrusionOk="0" h="85442" w="123263">
                  <a:moveTo>
                    <a:pt x="123263" y="85442"/>
                  </a:moveTo>
                  <a:lnTo>
                    <a:pt x="0" y="0"/>
                  </a:lnTo>
                  <a:lnTo>
                    <a:pt x="66305" y="0"/>
                  </a:lnTo>
                  <a:cubicBezTo>
                    <a:pt x="103214" y="0"/>
                    <a:pt x="123263" y="15948"/>
                    <a:pt x="123263" y="501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8" name="Google Shape;4568;p48"/>
            <p:cNvSpPr/>
            <p:nvPr/>
          </p:nvSpPr>
          <p:spPr>
            <a:xfrm rot="8716661">
              <a:off x="3402611" y="37468"/>
              <a:ext cx="82315" cy="93267"/>
            </a:xfrm>
            <a:custGeom>
              <a:rect b="b" l="l" r="r" t="t"/>
              <a:pathLst>
                <a:path extrusionOk="0" h="93201" w="82257">
                  <a:moveTo>
                    <a:pt x="20287" y="93201"/>
                  </a:moveTo>
                  <a:lnTo>
                    <a:pt x="20287" y="76797"/>
                  </a:lnTo>
                  <a:cubicBezTo>
                    <a:pt x="20287" y="64494"/>
                    <a:pt x="16756" y="54128"/>
                    <a:pt x="10775" y="46837"/>
                  </a:cubicBezTo>
                  <a:lnTo>
                    <a:pt x="0" y="41716"/>
                  </a:lnTo>
                  <a:lnTo>
                    <a:pt x="34504" y="0"/>
                  </a:lnTo>
                  <a:lnTo>
                    <a:pt x="38620" y="715"/>
                  </a:lnTo>
                  <a:cubicBezTo>
                    <a:pt x="66366" y="12207"/>
                    <a:pt x="82257" y="41255"/>
                    <a:pt x="82257" y="83632"/>
                  </a:cubicBezTo>
                  <a:lnTo>
                    <a:pt x="82257" y="89556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9" name="Google Shape;4569;p48"/>
            <p:cNvSpPr/>
            <p:nvPr/>
          </p:nvSpPr>
          <p:spPr>
            <a:xfrm rot="8713740">
              <a:off x="3234219" y="-5244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0" name="Google Shape;4570;p48"/>
            <p:cNvSpPr/>
            <p:nvPr/>
          </p:nvSpPr>
          <p:spPr>
            <a:xfrm rot="8713740">
              <a:off x="212331" y="304532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1" name="Google Shape;4571;p48"/>
            <p:cNvSpPr/>
            <p:nvPr/>
          </p:nvSpPr>
          <p:spPr>
            <a:xfrm rot="8713740">
              <a:off x="301876" y="307458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2" name="Google Shape;4572;p48"/>
            <p:cNvSpPr/>
            <p:nvPr/>
          </p:nvSpPr>
          <p:spPr>
            <a:xfrm rot="8713740">
              <a:off x="256928" y="2988160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3" name="Google Shape;4573;p48"/>
            <p:cNvSpPr/>
            <p:nvPr/>
          </p:nvSpPr>
          <p:spPr>
            <a:xfrm rot="8713740">
              <a:off x="99980" y="313364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4" name="Google Shape;4574;p48"/>
            <p:cNvSpPr/>
            <p:nvPr/>
          </p:nvSpPr>
          <p:spPr>
            <a:xfrm rot="8719330">
              <a:off x="-24805" y="292486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5" name="Google Shape;4575;p48"/>
            <p:cNvSpPr/>
            <p:nvPr/>
          </p:nvSpPr>
          <p:spPr>
            <a:xfrm rot="8716661">
              <a:off x="51717" y="2754396"/>
              <a:ext cx="189621" cy="351076"/>
            </a:xfrm>
            <a:custGeom>
              <a:rect b="b" l="l" r="r" t="t"/>
              <a:pathLst>
                <a:path extrusionOk="0" h="350829" w="189488">
                  <a:moveTo>
                    <a:pt x="25299" y="321238"/>
                  </a:moveTo>
                  <a:cubicBezTo>
                    <a:pt x="5295" y="301823"/>
                    <a:pt x="0" y="268286"/>
                    <a:pt x="0" y="220042"/>
                  </a:cubicBez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8" y="300646"/>
                  </a:cubicBezTo>
                  <a:lnTo>
                    <a:pt x="189488" y="296141"/>
                  </a:lnTo>
                  <a:lnTo>
                    <a:pt x="160617" y="337791"/>
                  </a:lnTo>
                  <a:lnTo>
                    <a:pt x="97666" y="350655"/>
                  </a:lnTo>
                  <a:cubicBezTo>
                    <a:pt x="70602" y="352420"/>
                    <a:pt x="44126" y="340653"/>
                    <a:pt x="25299" y="321238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6" name="Google Shape;4576;p48"/>
            <p:cNvSpPr/>
            <p:nvPr/>
          </p:nvSpPr>
          <p:spPr>
            <a:xfrm rot="8713740">
              <a:off x="190221" y="3174802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7" name="Google Shape;4577;p48"/>
            <p:cNvSpPr/>
            <p:nvPr/>
          </p:nvSpPr>
          <p:spPr>
            <a:xfrm rot="8713740">
              <a:off x="501430" y="2795171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8" name="Google Shape;4578;p48"/>
            <p:cNvSpPr/>
            <p:nvPr/>
          </p:nvSpPr>
          <p:spPr>
            <a:xfrm rot="8713740">
              <a:off x="590975" y="2824433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9" name="Google Shape;4579;p48"/>
            <p:cNvSpPr/>
            <p:nvPr/>
          </p:nvSpPr>
          <p:spPr>
            <a:xfrm rot="8713740">
              <a:off x="389079" y="288348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0" name="Google Shape;4580;p48"/>
            <p:cNvSpPr/>
            <p:nvPr/>
          </p:nvSpPr>
          <p:spPr>
            <a:xfrm rot="8719330">
              <a:off x="264295" y="267471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1" name="Google Shape;4581;p48"/>
            <p:cNvSpPr/>
            <p:nvPr/>
          </p:nvSpPr>
          <p:spPr>
            <a:xfrm rot="8713740">
              <a:off x="479321" y="2924651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2" name="Google Shape;4582;p48"/>
            <p:cNvSpPr/>
            <p:nvPr/>
          </p:nvSpPr>
          <p:spPr>
            <a:xfrm rot="8718291">
              <a:off x="237926" y="2774841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3" name="Google Shape;4583;p48"/>
            <p:cNvSpPr/>
            <p:nvPr/>
          </p:nvSpPr>
          <p:spPr>
            <a:xfrm rot="7480670">
              <a:off x="584312" y="311591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4" name="Google Shape;4584;p48"/>
            <p:cNvSpPr/>
            <p:nvPr/>
          </p:nvSpPr>
          <p:spPr>
            <a:xfrm rot="-8510566">
              <a:off x="689098" y="3082684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5" name="Google Shape;4585;p48"/>
            <p:cNvSpPr/>
            <p:nvPr/>
          </p:nvSpPr>
          <p:spPr>
            <a:xfrm rot="8706722">
              <a:off x="874681" y="2891014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6" name="Google Shape;4586;p48"/>
            <p:cNvSpPr/>
            <p:nvPr/>
          </p:nvSpPr>
          <p:spPr>
            <a:xfrm rot="8714346">
              <a:off x="822851" y="2787102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7" name="Google Shape;4587;p48"/>
            <p:cNvSpPr/>
            <p:nvPr/>
          </p:nvSpPr>
          <p:spPr>
            <a:xfrm rot="8713740">
              <a:off x="579542" y="281727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8" name="Google Shape;4588;p48"/>
            <p:cNvSpPr/>
            <p:nvPr/>
          </p:nvSpPr>
          <p:spPr>
            <a:xfrm rot="8714346">
              <a:off x="757057" y="2658081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9" name="Google Shape;4589;p48"/>
            <p:cNvSpPr/>
            <p:nvPr/>
          </p:nvSpPr>
          <p:spPr>
            <a:xfrm rot="8713740">
              <a:off x="435498" y="3705022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0" name="Google Shape;4590;p48"/>
            <p:cNvSpPr/>
            <p:nvPr/>
          </p:nvSpPr>
          <p:spPr>
            <a:xfrm rot="8713740">
              <a:off x="525043" y="3734284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1" name="Google Shape;4591;p48"/>
            <p:cNvSpPr/>
            <p:nvPr/>
          </p:nvSpPr>
          <p:spPr>
            <a:xfrm rot="8713740">
              <a:off x="480095" y="3647859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2" name="Google Shape;4592;p48"/>
            <p:cNvSpPr/>
            <p:nvPr/>
          </p:nvSpPr>
          <p:spPr>
            <a:xfrm rot="8713740">
              <a:off x="323147" y="379334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3" name="Google Shape;4593;p48"/>
            <p:cNvSpPr/>
            <p:nvPr/>
          </p:nvSpPr>
          <p:spPr>
            <a:xfrm rot="8719330">
              <a:off x="198362" y="358456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4" name="Google Shape;4594;p48"/>
            <p:cNvSpPr/>
            <p:nvPr/>
          </p:nvSpPr>
          <p:spPr>
            <a:xfrm rot="8713013">
              <a:off x="185931" y="3445941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5" name="Google Shape;4595;p48"/>
            <p:cNvSpPr/>
            <p:nvPr/>
          </p:nvSpPr>
          <p:spPr>
            <a:xfrm rot="8713740">
              <a:off x="413388" y="3834501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6" name="Google Shape;4596;p48"/>
            <p:cNvSpPr/>
            <p:nvPr/>
          </p:nvSpPr>
          <p:spPr>
            <a:xfrm rot="8713740">
              <a:off x="724597" y="3454870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7" name="Google Shape;4597;p48"/>
            <p:cNvSpPr/>
            <p:nvPr/>
          </p:nvSpPr>
          <p:spPr>
            <a:xfrm rot="8713740">
              <a:off x="814142" y="3484132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8" name="Google Shape;4598;p48"/>
            <p:cNvSpPr/>
            <p:nvPr/>
          </p:nvSpPr>
          <p:spPr>
            <a:xfrm rot="8713740">
              <a:off x="612246" y="354318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9" name="Google Shape;4599;p48"/>
            <p:cNvSpPr/>
            <p:nvPr/>
          </p:nvSpPr>
          <p:spPr>
            <a:xfrm rot="8719330">
              <a:off x="487462" y="3334412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0" name="Google Shape;4600;p48"/>
            <p:cNvSpPr/>
            <p:nvPr/>
          </p:nvSpPr>
          <p:spPr>
            <a:xfrm rot="8713740">
              <a:off x="702488" y="3584350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1" name="Google Shape;4601;p48"/>
            <p:cNvSpPr/>
            <p:nvPr/>
          </p:nvSpPr>
          <p:spPr>
            <a:xfrm rot="8718291">
              <a:off x="461093" y="3434540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2" name="Google Shape;4602;p48"/>
            <p:cNvSpPr/>
            <p:nvPr/>
          </p:nvSpPr>
          <p:spPr>
            <a:xfrm rot="7480670">
              <a:off x="807479" y="377561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3" name="Google Shape;4603;p48"/>
            <p:cNvSpPr/>
            <p:nvPr/>
          </p:nvSpPr>
          <p:spPr>
            <a:xfrm rot="-8510566">
              <a:off x="912265" y="3742383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4" name="Google Shape;4604;p48"/>
            <p:cNvSpPr/>
            <p:nvPr/>
          </p:nvSpPr>
          <p:spPr>
            <a:xfrm rot="8706722">
              <a:off x="1097848" y="3550713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5" name="Google Shape;4605;p48"/>
            <p:cNvSpPr/>
            <p:nvPr/>
          </p:nvSpPr>
          <p:spPr>
            <a:xfrm rot="8714346">
              <a:off x="1046018" y="3446801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6" name="Google Shape;4606;p48"/>
            <p:cNvSpPr/>
            <p:nvPr/>
          </p:nvSpPr>
          <p:spPr>
            <a:xfrm rot="8713740">
              <a:off x="802709" y="3476972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7" name="Google Shape;4607;p48"/>
            <p:cNvSpPr/>
            <p:nvPr/>
          </p:nvSpPr>
          <p:spPr>
            <a:xfrm rot="8714346">
              <a:off x="980224" y="3317780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8" name="Google Shape;4608;p48"/>
            <p:cNvSpPr/>
            <p:nvPr/>
          </p:nvSpPr>
          <p:spPr>
            <a:xfrm rot="8713740">
              <a:off x="654168" y="436341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9" name="Google Shape;4609;p48"/>
            <p:cNvSpPr/>
            <p:nvPr/>
          </p:nvSpPr>
          <p:spPr>
            <a:xfrm rot="8713740">
              <a:off x="743713" y="439268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0" name="Google Shape;4610;p48"/>
            <p:cNvSpPr/>
            <p:nvPr/>
          </p:nvSpPr>
          <p:spPr>
            <a:xfrm rot="8713740">
              <a:off x="698765" y="4306255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1" name="Google Shape;4611;p48"/>
            <p:cNvSpPr/>
            <p:nvPr/>
          </p:nvSpPr>
          <p:spPr>
            <a:xfrm rot="8713740">
              <a:off x="541817" y="4451736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2" name="Google Shape;4612;p48"/>
            <p:cNvSpPr/>
            <p:nvPr/>
          </p:nvSpPr>
          <p:spPr>
            <a:xfrm rot="8719330">
              <a:off x="417032" y="4242960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3" name="Google Shape;4613;p48"/>
            <p:cNvSpPr/>
            <p:nvPr/>
          </p:nvSpPr>
          <p:spPr>
            <a:xfrm rot="8713013">
              <a:off x="404601" y="4104337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4" name="Google Shape;4614;p48"/>
            <p:cNvSpPr/>
            <p:nvPr/>
          </p:nvSpPr>
          <p:spPr>
            <a:xfrm rot="8713740">
              <a:off x="632058" y="449289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5" name="Google Shape;4615;p48"/>
            <p:cNvSpPr/>
            <p:nvPr/>
          </p:nvSpPr>
          <p:spPr>
            <a:xfrm rot="8713740">
              <a:off x="943267" y="4113266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6" name="Google Shape;4616;p48"/>
            <p:cNvSpPr/>
            <p:nvPr/>
          </p:nvSpPr>
          <p:spPr>
            <a:xfrm rot="8713740">
              <a:off x="1032812" y="4142528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7" name="Google Shape;4617;p48"/>
            <p:cNvSpPr/>
            <p:nvPr/>
          </p:nvSpPr>
          <p:spPr>
            <a:xfrm rot="8713740">
              <a:off x="830916" y="4201584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8" name="Google Shape;4618;p48"/>
            <p:cNvSpPr/>
            <p:nvPr/>
          </p:nvSpPr>
          <p:spPr>
            <a:xfrm rot="8719330">
              <a:off x="706132" y="399280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9" name="Google Shape;4619;p48"/>
            <p:cNvSpPr/>
            <p:nvPr/>
          </p:nvSpPr>
          <p:spPr>
            <a:xfrm rot="8713740">
              <a:off x="921158" y="424274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0" name="Google Shape;4620;p48"/>
            <p:cNvSpPr/>
            <p:nvPr/>
          </p:nvSpPr>
          <p:spPr>
            <a:xfrm rot="8718291">
              <a:off x="679763" y="4092936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1" name="Google Shape;4621;p48"/>
            <p:cNvSpPr/>
            <p:nvPr/>
          </p:nvSpPr>
          <p:spPr>
            <a:xfrm rot="7480670">
              <a:off x="1026149" y="4434006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2" name="Google Shape;4622;p48"/>
            <p:cNvSpPr/>
            <p:nvPr/>
          </p:nvSpPr>
          <p:spPr>
            <a:xfrm rot="-8510566">
              <a:off x="1130935" y="4400779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3" name="Google Shape;4623;p48"/>
            <p:cNvSpPr/>
            <p:nvPr/>
          </p:nvSpPr>
          <p:spPr>
            <a:xfrm rot="8706722">
              <a:off x="1316518" y="4209109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4" name="Google Shape;4624;p48"/>
            <p:cNvSpPr/>
            <p:nvPr/>
          </p:nvSpPr>
          <p:spPr>
            <a:xfrm rot="8714346">
              <a:off x="1264688" y="410519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5" name="Google Shape;4625;p48"/>
            <p:cNvSpPr/>
            <p:nvPr/>
          </p:nvSpPr>
          <p:spPr>
            <a:xfrm rot="8713740">
              <a:off x="1021379" y="4135368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6" name="Google Shape;4626;p48"/>
            <p:cNvSpPr/>
            <p:nvPr/>
          </p:nvSpPr>
          <p:spPr>
            <a:xfrm rot="8714346">
              <a:off x="1198894" y="397617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7" name="Google Shape;4627;p48"/>
            <p:cNvSpPr/>
            <p:nvPr/>
          </p:nvSpPr>
          <p:spPr>
            <a:xfrm rot="8716661">
              <a:off x="849868" y="5056628"/>
              <a:ext cx="61102" cy="114464"/>
            </a:xfrm>
            <a:custGeom>
              <a:rect b="b" l="l" r="r" t="t"/>
              <a:pathLst>
                <a:path extrusionOk="0" h="114384" w="61059">
                  <a:moveTo>
                    <a:pt x="0" y="114384"/>
                  </a:moveTo>
                  <a:lnTo>
                    <a:pt x="0" y="0"/>
                  </a:lnTo>
                  <a:lnTo>
                    <a:pt x="61059" y="42324"/>
                  </a:lnTo>
                  <a:lnTo>
                    <a:pt x="61059" y="90234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8" name="Google Shape;4628;p48"/>
            <p:cNvSpPr/>
            <p:nvPr/>
          </p:nvSpPr>
          <p:spPr>
            <a:xfrm rot="8716661">
              <a:off x="1072817" y="5030666"/>
              <a:ext cx="60190" cy="142678"/>
            </a:xfrm>
            <a:custGeom>
              <a:rect b="b" l="l" r="r" t="t"/>
              <a:pathLst>
                <a:path extrusionOk="0" h="142578" w="60148">
                  <a:moveTo>
                    <a:pt x="0" y="142578"/>
                  </a:moveTo>
                  <a:lnTo>
                    <a:pt x="0" y="0"/>
                  </a:lnTo>
                  <a:lnTo>
                    <a:pt x="60148" y="41693"/>
                  </a:lnTo>
                  <a:lnTo>
                    <a:pt x="60148" y="10156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9" name="Google Shape;4629;p48"/>
            <p:cNvSpPr/>
            <p:nvPr/>
          </p:nvSpPr>
          <p:spPr>
            <a:xfrm rot="8713740">
              <a:off x="921932" y="4965954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0" name="Google Shape;4630;p48"/>
            <p:cNvSpPr/>
            <p:nvPr/>
          </p:nvSpPr>
          <p:spPr>
            <a:xfrm rot="8716661">
              <a:off x="762227" y="5108522"/>
              <a:ext cx="53780" cy="49740"/>
            </a:xfrm>
            <a:custGeom>
              <a:rect b="b" l="l" r="r" t="t"/>
              <a:pathLst>
                <a:path extrusionOk="0" h="49705" w="53742">
                  <a:moveTo>
                    <a:pt x="8658" y="41503"/>
                  </a:moveTo>
                  <a:cubicBezTo>
                    <a:pt x="3190" y="36035"/>
                    <a:pt x="0" y="28744"/>
                    <a:pt x="0" y="20999"/>
                  </a:cubicBezTo>
                  <a:lnTo>
                    <a:pt x="0" y="20542"/>
                  </a:lnTo>
                  <a:cubicBezTo>
                    <a:pt x="0" y="12796"/>
                    <a:pt x="3190" y="5506"/>
                    <a:pt x="8658" y="38"/>
                  </a:cubicBezTo>
                  <a:lnTo>
                    <a:pt x="8747" y="0"/>
                  </a:lnTo>
                  <a:lnTo>
                    <a:pt x="53742" y="31189"/>
                  </a:lnTo>
                  <a:lnTo>
                    <a:pt x="49668" y="41048"/>
                  </a:lnTo>
                  <a:cubicBezTo>
                    <a:pt x="44200" y="46516"/>
                    <a:pt x="36909" y="49705"/>
                    <a:pt x="29162" y="49705"/>
                  </a:cubicBezTo>
                  <a:cubicBezTo>
                    <a:pt x="21416" y="49705"/>
                    <a:pt x="14126" y="46971"/>
                    <a:pt x="8658" y="4150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1" name="Google Shape;4631;p48"/>
            <p:cNvSpPr/>
            <p:nvPr/>
          </p:nvSpPr>
          <p:spPr>
            <a:xfrm rot="8716661">
              <a:off x="635330" y="4902508"/>
              <a:ext cx="203990" cy="196012"/>
            </a:xfrm>
            <a:custGeom>
              <a:rect b="b" l="l" r="r" t="t"/>
              <a:pathLst>
                <a:path extrusionOk="0" h="195874" w="203847">
                  <a:moveTo>
                    <a:pt x="90709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2" name="Google Shape;4632;p48"/>
            <p:cNvSpPr/>
            <p:nvPr/>
          </p:nvSpPr>
          <p:spPr>
            <a:xfrm rot="8713013">
              <a:off x="627768" y="4764036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3" name="Google Shape;4633;p48"/>
            <p:cNvSpPr/>
            <p:nvPr/>
          </p:nvSpPr>
          <p:spPr>
            <a:xfrm rot="8713740">
              <a:off x="1166434" y="4772965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4" name="Google Shape;4634;p48"/>
            <p:cNvSpPr/>
            <p:nvPr/>
          </p:nvSpPr>
          <p:spPr>
            <a:xfrm rot="8713740">
              <a:off x="1255979" y="4802227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5" name="Google Shape;4635;p48"/>
            <p:cNvSpPr/>
            <p:nvPr/>
          </p:nvSpPr>
          <p:spPr>
            <a:xfrm rot="8713740">
              <a:off x="1054083" y="486128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6" name="Google Shape;4636;p48"/>
            <p:cNvSpPr/>
            <p:nvPr/>
          </p:nvSpPr>
          <p:spPr>
            <a:xfrm rot="8719330">
              <a:off x="929299" y="465250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7" name="Google Shape;4637;p48"/>
            <p:cNvSpPr/>
            <p:nvPr/>
          </p:nvSpPr>
          <p:spPr>
            <a:xfrm rot="8713740">
              <a:off x="1144325" y="4902445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8" name="Google Shape;4638;p48"/>
            <p:cNvSpPr/>
            <p:nvPr/>
          </p:nvSpPr>
          <p:spPr>
            <a:xfrm rot="8718291">
              <a:off x="902930" y="4752635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9" name="Google Shape;4639;p48"/>
            <p:cNvSpPr/>
            <p:nvPr/>
          </p:nvSpPr>
          <p:spPr>
            <a:xfrm rot="7483339">
              <a:off x="1313588" y="5058181"/>
              <a:ext cx="97393" cy="159715"/>
            </a:xfrm>
            <a:custGeom>
              <a:rect b="b" l="l" r="r" t="t"/>
              <a:pathLst>
                <a:path extrusionOk="0" h="159603" w="97325">
                  <a:moveTo>
                    <a:pt x="0" y="19052"/>
                  </a:moveTo>
                  <a:lnTo>
                    <a:pt x="0" y="0"/>
                  </a:lnTo>
                  <a:lnTo>
                    <a:pt x="13209" y="19052"/>
                  </a:lnTo>
                  <a:close/>
                  <a:moveTo>
                    <a:pt x="90710" y="159603"/>
                  </a:moveTo>
                  <a:lnTo>
                    <a:pt x="47847" y="79858"/>
                  </a:lnTo>
                  <a:lnTo>
                    <a:pt x="50421" y="72721"/>
                  </a:lnTo>
                  <a:lnTo>
                    <a:pt x="97325" y="14037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0" name="Google Shape;4640;p48"/>
            <p:cNvSpPr/>
            <p:nvPr/>
          </p:nvSpPr>
          <p:spPr>
            <a:xfrm rot="-8513943">
              <a:off x="1434960" y="5064286"/>
              <a:ext cx="213453" cy="83381"/>
            </a:xfrm>
            <a:custGeom>
              <a:rect b="b" l="l" r="r" t="t"/>
              <a:pathLst>
                <a:path extrusionOk="0" h="83320" w="213297">
                  <a:moveTo>
                    <a:pt x="213297" y="12691"/>
                  </a:moveTo>
                  <a:cubicBezTo>
                    <a:pt x="154807" y="62904"/>
                    <a:pt x="78108" y="80561"/>
                    <a:pt x="32310" y="83320"/>
                  </a:cubicBezTo>
                  <a:lnTo>
                    <a:pt x="0" y="77753"/>
                  </a:lnTo>
                  <a:lnTo>
                    <a:pt x="69926" y="22813"/>
                  </a:lnTo>
                  <a:lnTo>
                    <a:pt x="94662" y="36418"/>
                  </a:lnTo>
                  <a:cubicBezTo>
                    <a:pt x="111768" y="35866"/>
                    <a:pt x="128321" y="32555"/>
                    <a:pt x="144323" y="27589"/>
                  </a:cubicBezTo>
                  <a:cubicBezTo>
                    <a:pt x="167498" y="20416"/>
                    <a:pt x="190122" y="11036"/>
                    <a:pt x="212193" y="0"/>
                  </a:cubicBezTo>
                  <a:cubicBezTo>
                    <a:pt x="212745" y="2207"/>
                    <a:pt x="213297" y="4966"/>
                    <a:pt x="213297" y="717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1" name="Google Shape;4641;p48"/>
            <p:cNvSpPr/>
            <p:nvPr/>
          </p:nvSpPr>
          <p:spPr>
            <a:xfrm rot="8706722">
              <a:off x="1539685" y="4868808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2" name="Google Shape;4642;p48"/>
            <p:cNvSpPr/>
            <p:nvPr/>
          </p:nvSpPr>
          <p:spPr>
            <a:xfrm rot="8714346">
              <a:off x="1487855" y="4764896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3" name="Google Shape;4643;p48"/>
            <p:cNvSpPr/>
            <p:nvPr/>
          </p:nvSpPr>
          <p:spPr>
            <a:xfrm rot="8713740">
              <a:off x="1244546" y="479506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4" name="Google Shape;4644;p48"/>
            <p:cNvSpPr/>
            <p:nvPr/>
          </p:nvSpPr>
          <p:spPr>
            <a:xfrm rot="8714346">
              <a:off x="1422061" y="463587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5" name="Google Shape;4645;p48"/>
            <p:cNvSpPr/>
            <p:nvPr/>
          </p:nvSpPr>
          <p:spPr>
            <a:xfrm rot="8716661">
              <a:off x="-3556" y="2405872"/>
              <a:ext cx="142267" cy="208739"/>
            </a:xfrm>
            <a:custGeom>
              <a:rect b="b" l="l" r="r" t="t"/>
              <a:pathLst>
                <a:path extrusionOk="0" h="208592" w="142167">
                  <a:moveTo>
                    <a:pt x="81108" y="208592"/>
                  </a:moveTo>
                  <a:lnTo>
                    <a:pt x="81108" y="69717"/>
                  </a:lnTo>
                  <a:cubicBezTo>
                    <a:pt x="81108" y="68350"/>
                    <a:pt x="81108" y="66983"/>
                    <a:pt x="81108" y="65615"/>
                  </a:cubicBezTo>
                  <a:cubicBezTo>
                    <a:pt x="79742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10" y="0"/>
                  </a:lnTo>
                  <a:cubicBezTo>
                    <a:pt x="122118" y="0"/>
                    <a:pt x="142167" y="15948"/>
                    <a:pt x="142167" y="50123"/>
                  </a:cubicBezTo>
                  <a:lnTo>
                    <a:pt x="142167" y="120504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6" name="Google Shape;4646;p48"/>
            <p:cNvSpPr/>
            <p:nvPr/>
          </p:nvSpPr>
          <p:spPr>
            <a:xfrm rot="8713740">
              <a:off x="80358" y="241361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7" name="Google Shape;4647;p48"/>
            <p:cNvSpPr/>
            <p:nvPr/>
          </p:nvSpPr>
          <p:spPr>
            <a:xfrm rot="8713740">
              <a:off x="35410" y="232718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8" name="Google Shape;4648;p48"/>
            <p:cNvSpPr/>
            <p:nvPr/>
          </p:nvSpPr>
          <p:spPr>
            <a:xfrm rot="8716661">
              <a:off x="-20338" y="2216978"/>
              <a:ext cx="78786" cy="180792"/>
            </a:xfrm>
            <a:custGeom>
              <a:rect b="b" l="l" r="r" t="t"/>
              <a:pathLst>
                <a:path extrusionOk="0" h="180665" w="78731">
                  <a:moveTo>
                    <a:pt x="0" y="180665"/>
                  </a:moveTo>
                  <a:lnTo>
                    <a:pt x="0" y="40596"/>
                  </a:lnTo>
                  <a:lnTo>
                    <a:pt x="78250" y="0"/>
                  </a:lnTo>
                  <a:lnTo>
                    <a:pt x="78731" y="6708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9" name="Google Shape;4649;p48"/>
            <p:cNvSpPr/>
            <p:nvPr/>
          </p:nvSpPr>
          <p:spPr>
            <a:xfrm rot="8716661">
              <a:off x="-15434" y="2575123"/>
              <a:ext cx="103508" cy="152134"/>
            </a:xfrm>
            <a:custGeom>
              <a:rect b="b" l="l" r="r" t="t"/>
              <a:pathLst>
                <a:path extrusionOk="0" h="152027" w="103435">
                  <a:moveTo>
                    <a:pt x="43288" y="152027"/>
                  </a:move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65255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0" name="Google Shape;4650;p48"/>
            <p:cNvSpPr/>
            <p:nvPr/>
          </p:nvSpPr>
          <p:spPr>
            <a:xfrm rot="8713740">
              <a:off x="279912" y="213419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1" name="Google Shape;4651;p48"/>
            <p:cNvSpPr/>
            <p:nvPr/>
          </p:nvSpPr>
          <p:spPr>
            <a:xfrm rot="8713740">
              <a:off x="369457" y="216345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2" name="Google Shape;4652;p48"/>
            <p:cNvSpPr/>
            <p:nvPr/>
          </p:nvSpPr>
          <p:spPr>
            <a:xfrm rot="8713740">
              <a:off x="167561" y="22225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3" name="Google Shape;4653;p48"/>
            <p:cNvSpPr/>
            <p:nvPr/>
          </p:nvSpPr>
          <p:spPr>
            <a:xfrm rot="8719330">
              <a:off x="42777" y="201373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4" name="Google Shape;4654;p48"/>
            <p:cNvSpPr/>
            <p:nvPr/>
          </p:nvSpPr>
          <p:spPr>
            <a:xfrm rot="8713740">
              <a:off x="257803" y="226367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5" name="Google Shape;4655;p48"/>
            <p:cNvSpPr/>
            <p:nvPr/>
          </p:nvSpPr>
          <p:spPr>
            <a:xfrm rot="8718291">
              <a:off x="16408" y="211386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6" name="Google Shape;4656;p48"/>
            <p:cNvSpPr/>
            <p:nvPr/>
          </p:nvSpPr>
          <p:spPr>
            <a:xfrm rot="7480670">
              <a:off x="362794" y="245493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7" name="Google Shape;4657;p48"/>
            <p:cNvSpPr/>
            <p:nvPr/>
          </p:nvSpPr>
          <p:spPr>
            <a:xfrm rot="-8510566">
              <a:off x="467580" y="2421710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8" name="Google Shape;4658;p48"/>
            <p:cNvSpPr/>
            <p:nvPr/>
          </p:nvSpPr>
          <p:spPr>
            <a:xfrm rot="8706722">
              <a:off x="653163" y="2230040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9" name="Google Shape;4659;p48"/>
            <p:cNvSpPr/>
            <p:nvPr/>
          </p:nvSpPr>
          <p:spPr>
            <a:xfrm rot="8714346">
              <a:off x="601333" y="212612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0" name="Google Shape;4660;p48"/>
            <p:cNvSpPr/>
            <p:nvPr/>
          </p:nvSpPr>
          <p:spPr>
            <a:xfrm rot="8713740">
              <a:off x="358024" y="215629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1" name="Google Shape;4661;p48"/>
            <p:cNvSpPr/>
            <p:nvPr/>
          </p:nvSpPr>
          <p:spPr>
            <a:xfrm rot="8714346">
              <a:off x="535539" y="199710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2" name="Google Shape;4662;p48"/>
            <p:cNvSpPr/>
            <p:nvPr/>
          </p:nvSpPr>
          <p:spPr>
            <a:xfrm rot="8716661">
              <a:off x="-76209" y="1768065"/>
              <a:ext cx="197317" cy="215200"/>
            </a:xfrm>
            <a:custGeom>
              <a:rect b="b" l="l" r="r" t="t"/>
              <a:pathLst>
                <a:path extrusionOk="0" h="215049" w="197178">
                  <a:moveTo>
                    <a:pt x="51490" y="215049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4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lnTo>
                    <a:pt x="197178" y="4872"/>
                  </a:lnTo>
                  <a:lnTo>
                    <a:pt x="170795" y="42934"/>
                  </a:lnTo>
                  <a:lnTo>
                    <a:pt x="164950" y="40156"/>
                  </a:ln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128277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3" name="Google Shape;4663;p48"/>
            <p:cNvSpPr/>
            <p:nvPr/>
          </p:nvSpPr>
          <p:spPr>
            <a:xfrm rot="8713740">
              <a:off x="56745" y="147449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4" name="Google Shape;4664;p48"/>
            <p:cNvSpPr/>
            <p:nvPr/>
          </p:nvSpPr>
          <p:spPr>
            <a:xfrm rot="8713740">
              <a:off x="146290" y="150376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5" name="Google Shape;4665;p48"/>
            <p:cNvSpPr/>
            <p:nvPr/>
          </p:nvSpPr>
          <p:spPr>
            <a:xfrm rot="8716661">
              <a:off x="-21925" y="1443475"/>
              <a:ext cx="68662" cy="55362"/>
            </a:xfrm>
            <a:custGeom>
              <a:rect b="b" l="l" r="r" t="t"/>
              <a:pathLst>
                <a:path extrusionOk="0" h="55323" w="68614">
                  <a:moveTo>
                    <a:pt x="0" y="55323"/>
                  </a:moveTo>
                  <a:lnTo>
                    <a:pt x="0" y="0"/>
                  </a:lnTo>
                  <a:lnTo>
                    <a:pt x="68614" y="0"/>
                  </a:lnTo>
                  <a:lnTo>
                    <a:pt x="30266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6" name="Google Shape;4666;p48"/>
            <p:cNvSpPr/>
            <p:nvPr/>
          </p:nvSpPr>
          <p:spPr>
            <a:xfrm rot="8716661">
              <a:off x="35716" y="1617988"/>
              <a:ext cx="103508" cy="204040"/>
            </a:xfrm>
            <a:custGeom>
              <a:rect b="b" l="l" r="r" t="t"/>
              <a:pathLst>
                <a:path extrusionOk="0" h="203897" w="103435">
                  <a:moveTo>
                    <a:pt x="87556" y="203897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18098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7" name="Google Shape;4667;p48"/>
            <p:cNvSpPr/>
            <p:nvPr/>
          </p:nvSpPr>
          <p:spPr>
            <a:xfrm rot="7480670">
              <a:off x="139627" y="179523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8" name="Google Shape;4668;p48"/>
            <p:cNvSpPr/>
            <p:nvPr/>
          </p:nvSpPr>
          <p:spPr>
            <a:xfrm rot="-8510566">
              <a:off x="244413" y="1762011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9" name="Google Shape;4669;p48"/>
            <p:cNvSpPr/>
            <p:nvPr/>
          </p:nvSpPr>
          <p:spPr>
            <a:xfrm rot="8706722">
              <a:off x="429996" y="157034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0" name="Google Shape;4670;p48"/>
            <p:cNvSpPr/>
            <p:nvPr/>
          </p:nvSpPr>
          <p:spPr>
            <a:xfrm rot="8714346">
              <a:off x="378166" y="146642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1" name="Google Shape;4671;p48"/>
            <p:cNvSpPr/>
            <p:nvPr/>
          </p:nvSpPr>
          <p:spPr>
            <a:xfrm rot="8713740">
              <a:off x="134857" y="149660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2" name="Google Shape;4672;p48"/>
            <p:cNvSpPr/>
            <p:nvPr/>
          </p:nvSpPr>
          <p:spPr>
            <a:xfrm rot="8714346">
              <a:off x="312372" y="133740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3" name="Google Shape;4673;p48"/>
            <p:cNvSpPr/>
            <p:nvPr/>
          </p:nvSpPr>
          <p:spPr>
            <a:xfrm rot="8716661">
              <a:off x="-17832" y="949172"/>
              <a:ext cx="39554" cy="50158"/>
            </a:xfrm>
            <a:custGeom>
              <a:rect b="b" l="l" r="r" t="t"/>
              <a:pathLst>
                <a:path extrusionOk="0" h="50123" w="39526">
                  <a:moveTo>
                    <a:pt x="0" y="50123"/>
                  </a:moveTo>
                  <a:lnTo>
                    <a:pt x="0" y="0"/>
                  </a:lnTo>
                  <a:lnTo>
                    <a:pt x="39526" y="0"/>
                  </a:lnTo>
                  <a:lnTo>
                    <a:pt x="4782" y="501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4" name="Google Shape;4674;p48"/>
            <p:cNvSpPr/>
            <p:nvPr/>
          </p:nvSpPr>
          <p:spPr>
            <a:xfrm rot="8716661">
              <a:off x="-65203" y="834596"/>
              <a:ext cx="249825" cy="254953"/>
            </a:xfrm>
            <a:custGeom>
              <a:rect b="b" l="l" r="r" t="t"/>
              <a:pathLst>
                <a:path extrusionOk="0" h="254774" w="249650">
                  <a:moveTo>
                    <a:pt x="51490" y="254774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08922" y="-398"/>
                    <a:pt x="227718" y="7576"/>
                    <a:pt x="240647" y="22727"/>
                  </a:cubicBezTo>
                  <a:lnTo>
                    <a:pt x="249650" y="52327"/>
                  </a:lnTo>
                  <a:lnTo>
                    <a:pt x="218795" y="96841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213764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5" name="Google Shape;4675;p48"/>
            <p:cNvSpPr/>
            <p:nvPr/>
          </p:nvSpPr>
          <p:spPr>
            <a:xfrm rot="7483339">
              <a:off x="-63459" y="1172502"/>
              <a:ext cx="203991" cy="146498"/>
            </a:xfrm>
            <a:custGeom>
              <a:rect b="b" l="l" r="r" t="t"/>
              <a:pathLst>
                <a:path extrusionOk="0" h="146395" w="203848">
                  <a:moveTo>
                    <a:pt x="0" y="55323"/>
                  </a:moveTo>
                  <a:lnTo>
                    <a:pt x="0" y="0"/>
                  </a:lnTo>
                  <a:lnTo>
                    <a:pt x="203848" y="0"/>
                  </a:lnTo>
                  <a:lnTo>
                    <a:pt x="203847" y="49512"/>
                  </a:lnTo>
                  <a:lnTo>
                    <a:pt x="195466" y="55323"/>
                  </a:lnTo>
                  <a:lnTo>
                    <a:pt x="139055" y="55323"/>
                  </a:lnTo>
                  <a:lnTo>
                    <a:pt x="121388" y="106685"/>
                  </a:lnTo>
                  <a:lnTo>
                    <a:pt x="64115" y="146395"/>
                  </a:lnTo>
                  <a:lnTo>
                    <a:pt x="47847" y="116129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6" name="Google Shape;4676;p48"/>
            <p:cNvSpPr/>
            <p:nvPr/>
          </p:nvSpPr>
          <p:spPr>
            <a:xfrm rot="-8510566">
              <a:off x="25474" y="1099953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7" name="Google Shape;4677;p48"/>
            <p:cNvSpPr/>
            <p:nvPr/>
          </p:nvSpPr>
          <p:spPr>
            <a:xfrm rot="8706722">
              <a:off x="211057" y="908283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8" name="Google Shape;4678;p48"/>
            <p:cNvSpPr/>
            <p:nvPr/>
          </p:nvSpPr>
          <p:spPr>
            <a:xfrm rot="8714346">
              <a:off x="159227" y="804371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9" name="Google Shape;4679;p48"/>
            <p:cNvSpPr/>
            <p:nvPr/>
          </p:nvSpPr>
          <p:spPr>
            <a:xfrm rot="8714346">
              <a:off x="93433" y="675350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0" name="Google Shape;4680;p48"/>
            <p:cNvSpPr/>
            <p:nvPr/>
          </p:nvSpPr>
          <p:spPr>
            <a:xfrm rot="8716661">
              <a:off x="-7014" y="316690"/>
              <a:ext cx="14011" cy="20212"/>
            </a:xfrm>
            <a:custGeom>
              <a:rect b="b" l="l" r="r" t="t"/>
              <a:pathLst>
                <a:path extrusionOk="0" h="20198" w="14001">
                  <a:moveTo>
                    <a:pt x="0" y="20198"/>
                  </a:moveTo>
                  <a:lnTo>
                    <a:pt x="0" y="0"/>
                  </a:lnTo>
                  <a:lnTo>
                    <a:pt x="14001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1" name="Google Shape;4681;p48"/>
            <p:cNvSpPr/>
            <p:nvPr/>
          </p:nvSpPr>
          <p:spPr>
            <a:xfrm rot="-8513943">
              <a:off x="-81861" y="472453"/>
              <a:ext cx="173758" cy="237858"/>
            </a:xfrm>
            <a:custGeom>
              <a:rect b="b" l="l" r="r" t="t"/>
              <a:pathLst>
                <a:path extrusionOk="0" h="237684" w="173631">
                  <a:moveTo>
                    <a:pt x="173631" y="220990"/>
                  </a:moveTo>
                  <a:lnTo>
                    <a:pt x="130972" y="232382"/>
                  </a:lnTo>
                  <a:cubicBezTo>
                    <a:pt x="116428" y="235210"/>
                    <a:pt x="103047" y="236831"/>
                    <a:pt x="91597" y="237521"/>
                  </a:cubicBezTo>
                  <a:cubicBezTo>
                    <a:pt x="66215" y="239176"/>
                    <a:pt x="41384" y="228141"/>
                    <a:pt x="23727" y="209931"/>
                  </a:cubicBezTo>
                  <a:cubicBezTo>
                    <a:pt x="4966" y="191722"/>
                    <a:pt x="0" y="160270"/>
                    <a:pt x="0" y="115023"/>
                  </a:cubicBezTo>
                  <a:lnTo>
                    <a:pt x="0" y="0"/>
                  </a:lnTo>
                  <a:lnTo>
                    <a:pt x="76176" y="96953"/>
                  </a:lnTo>
                  <a:lnTo>
                    <a:pt x="76768" y="109023"/>
                  </a:lnTo>
                  <a:cubicBezTo>
                    <a:pt x="79044" y="124404"/>
                    <a:pt x="82768" y="139578"/>
                    <a:pt x="87734" y="154201"/>
                  </a:cubicBezTo>
                  <a:cubicBezTo>
                    <a:pt x="92149" y="166340"/>
                    <a:pt x="100012" y="175445"/>
                    <a:pt x="111117" y="181514"/>
                  </a:cubicBezTo>
                  <a:lnTo>
                    <a:pt x="148930" y="189552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2" name="Google Shape;4682;p48"/>
            <p:cNvSpPr/>
            <p:nvPr/>
          </p:nvSpPr>
          <p:spPr>
            <a:xfrm rot="8706722">
              <a:off x="-11613" y="244868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3" name="Google Shape;4683;p48"/>
            <p:cNvSpPr/>
            <p:nvPr/>
          </p:nvSpPr>
          <p:spPr>
            <a:xfrm rot="8716661">
              <a:off x="-30159" y="143433"/>
              <a:ext cx="77776" cy="97328"/>
            </a:xfrm>
            <a:custGeom>
              <a:rect b="b" l="l" r="r" t="t"/>
              <a:pathLst>
                <a:path extrusionOk="0" h="97260" w="77721">
                  <a:moveTo>
                    <a:pt x="15821" y="97260"/>
                  </a:moveTo>
                  <a:lnTo>
                    <a:pt x="0" y="59790"/>
                  </a:ln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lnTo>
                    <a:pt x="77721" y="796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4" name="Google Shape;4684;p48"/>
            <p:cNvSpPr/>
            <p:nvPr/>
          </p:nvSpPr>
          <p:spPr>
            <a:xfrm rot="8716661">
              <a:off x="-17843" y="3452674"/>
              <a:ext cx="58496" cy="44230"/>
            </a:xfrm>
            <a:custGeom>
              <a:rect b="b" l="l" r="r" t="t"/>
              <a:pathLst>
                <a:path extrusionOk="0" h="44199" w="58455">
                  <a:moveTo>
                    <a:pt x="0" y="44199"/>
                  </a:moveTo>
                  <a:lnTo>
                    <a:pt x="0" y="0"/>
                  </a:lnTo>
                  <a:lnTo>
                    <a:pt x="58455" y="0"/>
                  </a:lnTo>
                  <a:lnTo>
                    <a:pt x="27817" y="44199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5" name="Google Shape;4685;p48"/>
            <p:cNvSpPr/>
            <p:nvPr/>
          </p:nvSpPr>
          <p:spPr>
            <a:xfrm rot="-8513943">
              <a:off x="-91727" y="3601565"/>
              <a:ext cx="206678" cy="292868"/>
            </a:xfrm>
            <a:custGeom>
              <a:rect b="b" l="l" r="r" t="t"/>
              <a:pathLst>
                <a:path extrusionOk="0" h="292654" w="206527">
                  <a:moveTo>
                    <a:pt x="206527" y="258693"/>
                  </a:moveTo>
                  <a:lnTo>
                    <a:pt x="177331" y="274971"/>
                  </a:lnTo>
                  <a:cubicBezTo>
                    <a:pt x="145121" y="286007"/>
                    <a:pt x="114496" y="291111"/>
                    <a:pt x="91597" y="292491"/>
                  </a:cubicBezTo>
                  <a:cubicBezTo>
                    <a:pt x="66215" y="294146"/>
                    <a:pt x="41385" y="283111"/>
                    <a:pt x="23727" y="264901"/>
                  </a:cubicBezTo>
                  <a:cubicBezTo>
                    <a:pt x="4966" y="246692"/>
                    <a:pt x="0" y="215240"/>
                    <a:pt x="0" y="169993"/>
                  </a:cubicBezTo>
                  <a:lnTo>
                    <a:pt x="0" y="1698"/>
                  </a:lnTo>
                  <a:lnTo>
                    <a:pt x="3273" y="0"/>
                  </a:lnTo>
                  <a:lnTo>
                    <a:pt x="74297" y="90396"/>
                  </a:lnTo>
                  <a:lnTo>
                    <a:pt x="74492" y="117574"/>
                  </a:lnTo>
                  <a:cubicBezTo>
                    <a:pt x="72836" y="148474"/>
                    <a:pt x="77802" y="179926"/>
                    <a:pt x="87734" y="209171"/>
                  </a:cubicBezTo>
                  <a:cubicBezTo>
                    <a:pt x="96564" y="233450"/>
                    <a:pt x="119187" y="245589"/>
                    <a:pt x="153949" y="245589"/>
                  </a:cubicBezTo>
                  <a:lnTo>
                    <a:pt x="191049" y="23899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6" name="Google Shape;4686;p48"/>
            <p:cNvSpPr/>
            <p:nvPr/>
          </p:nvSpPr>
          <p:spPr>
            <a:xfrm rot="8706722">
              <a:off x="24922" y="339006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7" name="Google Shape;4687;p48"/>
            <p:cNvSpPr/>
            <p:nvPr/>
          </p:nvSpPr>
          <p:spPr>
            <a:xfrm rot="8716661">
              <a:off x="-24136" y="3281681"/>
              <a:ext cx="106117" cy="113813"/>
            </a:xfrm>
            <a:custGeom>
              <a:rect b="b" l="l" r="r" t="t"/>
              <a:pathLst>
                <a:path extrusionOk="0" h="113733" w="106042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cubicBezTo>
                    <a:pt x="74507" y="0"/>
                    <a:pt x="89224" y="6439"/>
                    <a:pt x="100262" y="17477"/>
                  </a:cubicBezTo>
                  <a:lnTo>
                    <a:pt x="106042" y="31234"/>
                  </a:lnTo>
                  <a:lnTo>
                    <a:pt x="48856" y="11373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8" name="Google Shape;4688;p48"/>
            <p:cNvSpPr/>
            <p:nvPr/>
          </p:nvSpPr>
          <p:spPr>
            <a:xfrm rot="8716661">
              <a:off x="-21964" y="3179837"/>
              <a:ext cx="45808" cy="62700"/>
            </a:xfrm>
            <a:custGeom>
              <a:rect b="b" l="l" r="r" t="t"/>
              <a:pathLst>
                <a:path extrusionOk="0" h="62656" w="45776">
                  <a:moveTo>
                    <a:pt x="2345" y="62656"/>
                  </a:moveTo>
                  <a:lnTo>
                    <a:pt x="0" y="57104"/>
                  </a:lnTo>
                  <a:lnTo>
                    <a:pt x="0" y="56183"/>
                  </a:lnTo>
                  <a:cubicBezTo>
                    <a:pt x="0" y="40547"/>
                    <a:pt x="6439" y="25829"/>
                    <a:pt x="17477" y="14791"/>
                  </a:cubicBezTo>
                  <a:cubicBezTo>
                    <a:pt x="22996" y="9272"/>
                    <a:pt x="29435" y="4903"/>
                    <a:pt x="36449" y="1913"/>
                  </a:cubicBezTo>
                  <a:lnTo>
                    <a:pt x="45776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9" name="Google Shape;4689;p48"/>
            <p:cNvSpPr/>
            <p:nvPr/>
          </p:nvSpPr>
          <p:spPr>
            <a:xfrm rot="8716661">
              <a:off x="591992" y="5123113"/>
              <a:ext cx="56940" cy="40179"/>
            </a:xfrm>
            <a:custGeom>
              <a:rect b="b" l="l" r="r" t="t"/>
              <a:pathLst>
                <a:path extrusionOk="0" h="40151" w="56900">
                  <a:moveTo>
                    <a:pt x="13826" y="23593"/>
                  </a:moveTo>
                  <a:cubicBezTo>
                    <a:pt x="8307" y="18074"/>
                    <a:pt x="3938" y="11636"/>
                    <a:pt x="948" y="4622"/>
                  </a:cubicBezTo>
                  <a:lnTo>
                    <a:pt x="0" y="0"/>
                  </a:lnTo>
                  <a:lnTo>
                    <a:pt x="56900" y="39441"/>
                  </a:lnTo>
                  <a:lnTo>
                    <a:pt x="55218" y="40151"/>
                  </a:lnTo>
                  <a:cubicBezTo>
                    <a:pt x="39581" y="40151"/>
                    <a:pt x="24864" y="34631"/>
                    <a:pt x="13826" y="2359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0" name="Google Shape;4690;p48"/>
            <p:cNvSpPr/>
            <p:nvPr/>
          </p:nvSpPr>
          <p:spPr>
            <a:xfrm rot="8716661">
              <a:off x="-21385" y="4100628"/>
              <a:ext cx="79169" cy="50158"/>
            </a:xfrm>
            <a:custGeom>
              <a:rect b="b" l="l" r="r" t="t"/>
              <a:pathLst>
                <a:path extrusionOk="0" h="50123" w="79113">
                  <a:moveTo>
                    <a:pt x="0" y="50123"/>
                  </a:moveTo>
                  <a:lnTo>
                    <a:pt x="0" y="0"/>
                  </a:lnTo>
                  <a:lnTo>
                    <a:pt x="79113" y="0"/>
                  </a:lnTo>
                  <a:lnTo>
                    <a:pt x="44369" y="501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1" name="Google Shape;4691;p48"/>
            <p:cNvSpPr/>
            <p:nvPr/>
          </p:nvSpPr>
          <p:spPr>
            <a:xfrm rot="8713740">
              <a:off x="-40114" y="3981876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2" name="Google Shape;4692;p48"/>
            <p:cNvSpPr/>
            <p:nvPr/>
          </p:nvSpPr>
          <p:spPr>
            <a:xfrm rot="7480670">
              <a:off x="-46777" y="427335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3" name="Google Shape;4693;p48"/>
            <p:cNvSpPr/>
            <p:nvPr/>
          </p:nvSpPr>
          <p:spPr>
            <a:xfrm rot="-8510566">
              <a:off x="58009" y="4240127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4" name="Google Shape;4694;p48"/>
            <p:cNvSpPr/>
            <p:nvPr/>
          </p:nvSpPr>
          <p:spPr>
            <a:xfrm rot="8706722">
              <a:off x="243592" y="4048457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5" name="Google Shape;4695;p48"/>
            <p:cNvSpPr/>
            <p:nvPr/>
          </p:nvSpPr>
          <p:spPr>
            <a:xfrm rot="8714346">
              <a:off x="191762" y="394454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6" name="Google Shape;4696;p48"/>
            <p:cNvSpPr/>
            <p:nvPr/>
          </p:nvSpPr>
          <p:spPr>
            <a:xfrm rot="8714346">
              <a:off x="125968" y="381552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7" name="Google Shape;4697;p48"/>
            <p:cNvSpPr/>
            <p:nvPr/>
          </p:nvSpPr>
          <p:spPr>
            <a:xfrm rot="8716661">
              <a:off x="-73236" y="4876693"/>
              <a:ext cx="221538" cy="253527"/>
            </a:xfrm>
            <a:custGeom>
              <a:rect b="b" l="l" r="r" t="t"/>
              <a:pathLst>
                <a:path extrusionOk="0" h="253349" w="221382">
                  <a:moveTo>
                    <a:pt x="51490" y="253349"/>
                  </a:moveTo>
                  <a:lnTo>
                    <a:pt x="51490" y="44199"/>
                  </a:lnTo>
                  <a:lnTo>
                    <a:pt x="0" y="44199"/>
                  </a:lnTo>
                  <a:lnTo>
                    <a:pt x="0" y="0"/>
                  </a:lnTo>
                  <a:lnTo>
                    <a:pt x="104803" y="0"/>
                  </a:lnTo>
                  <a:lnTo>
                    <a:pt x="104802" y="73817"/>
                  </a:lnTo>
                  <a:lnTo>
                    <a:pt x="106169" y="73817"/>
                  </a:lnTo>
                  <a:cubicBezTo>
                    <a:pt x="120751" y="30529"/>
                    <a:pt x="132142" y="13670"/>
                    <a:pt x="154014" y="4556"/>
                  </a:cubicBezTo>
                  <a:lnTo>
                    <a:pt x="174650" y="668"/>
                  </a:lnTo>
                  <a:lnTo>
                    <a:pt x="214075" y="27996"/>
                  </a:lnTo>
                  <a:lnTo>
                    <a:pt x="221382" y="33060"/>
                  </a:lnTo>
                  <a:lnTo>
                    <a:pt x="195540" y="70341"/>
                  </a:lnTo>
                  <a:lnTo>
                    <a:pt x="189157" y="50236"/>
                  </a:lnTo>
                  <a:cubicBezTo>
                    <a:pt x="183177" y="42946"/>
                    <a:pt x="174747" y="38731"/>
                    <a:pt x="164950" y="38731"/>
                  </a:cubicBezTo>
                  <a:cubicBezTo>
                    <a:pt x="135788" y="38731"/>
                    <a:pt x="111638" y="77463"/>
                    <a:pt x="111638" y="126218"/>
                  </a:cubicBezTo>
                  <a:lnTo>
                    <a:pt x="111638" y="191383"/>
                  </a:lnTo>
                  <a:lnTo>
                    <a:pt x="84096" y="231117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8" name="Google Shape;4698;p48"/>
            <p:cNvSpPr/>
            <p:nvPr/>
          </p:nvSpPr>
          <p:spPr>
            <a:xfrm rot="8713740">
              <a:off x="93508" y="461231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9" name="Google Shape;4699;p48"/>
            <p:cNvSpPr/>
            <p:nvPr/>
          </p:nvSpPr>
          <p:spPr>
            <a:xfrm rot="8713740">
              <a:off x="183053" y="464157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0" name="Google Shape;4700;p48"/>
            <p:cNvSpPr/>
            <p:nvPr/>
          </p:nvSpPr>
          <p:spPr>
            <a:xfrm rot="8716661">
              <a:off x="-14566" y="4699602"/>
              <a:ext cx="50032" cy="54276"/>
            </a:xfrm>
            <a:custGeom>
              <a:rect b="b" l="l" r="r" t="t"/>
              <a:pathLst>
                <a:path extrusionOk="0" h="54238" w="49997">
                  <a:moveTo>
                    <a:pt x="8658" y="50123"/>
                  </a:moveTo>
                  <a:cubicBezTo>
                    <a:pt x="3190" y="44655"/>
                    <a:pt x="0" y="37365"/>
                    <a:pt x="0" y="29619"/>
                  </a:cubicBezTo>
                  <a:lnTo>
                    <a:pt x="0" y="29162"/>
                  </a:lnTo>
                  <a:cubicBezTo>
                    <a:pt x="0" y="21417"/>
                    <a:pt x="3190" y="14126"/>
                    <a:pt x="8658" y="8658"/>
                  </a:cubicBezTo>
                  <a:cubicBezTo>
                    <a:pt x="14126" y="3190"/>
                    <a:pt x="21416" y="0"/>
                    <a:pt x="29163" y="0"/>
                  </a:cubicBezTo>
                  <a:cubicBezTo>
                    <a:pt x="36909" y="0"/>
                    <a:pt x="44200" y="3190"/>
                    <a:pt x="49668" y="8658"/>
                  </a:cubicBezTo>
                  <a:lnTo>
                    <a:pt x="49997" y="9441"/>
                  </a:lnTo>
                  <a:lnTo>
                    <a:pt x="18945" y="54238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1" name="Google Shape;4701;p48"/>
            <p:cNvSpPr/>
            <p:nvPr/>
          </p:nvSpPr>
          <p:spPr>
            <a:xfrm rot="8716661">
              <a:off x="-30414" y="4579725"/>
              <a:ext cx="113426" cy="71074"/>
            </a:xfrm>
            <a:custGeom>
              <a:rect b="b" l="l" r="r" t="t"/>
              <a:pathLst>
                <a:path extrusionOk="0" h="71024" w="113346">
                  <a:moveTo>
                    <a:pt x="0" y="55323"/>
                  </a:moveTo>
                  <a:lnTo>
                    <a:pt x="0" y="0"/>
                  </a:lnTo>
                  <a:lnTo>
                    <a:pt x="113346" y="0"/>
                  </a:lnTo>
                  <a:lnTo>
                    <a:pt x="64114" y="71024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2" name="Google Shape;4702;p48"/>
            <p:cNvSpPr/>
            <p:nvPr/>
          </p:nvSpPr>
          <p:spPr>
            <a:xfrm rot="8713740">
              <a:off x="71399" y="474179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3" name="Google Shape;4703;p48"/>
            <p:cNvSpPr/>
            <p:nvPr/>
          </p:nvSpPr>
          <p:spPr>
            <a:xfrm rot="7483339">
              <a:off x="171896" y="4933516"/>
              <a:ext cx="203990" cy="196012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170341" y="0"/>
                  </a:lnTo>
                  <a:lnTo>
                    <a:pt x="203847" y="48325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4" name="Google Shape;4704;p48"/>
            <p:cNvSpPr/>
            <p:nvPr/>
          </p:nvSpPr>
          <p:spPr>
            <a:xfrm rot="-8513943">
              <a:off x="312969" y="4906910"/>
              <a:ext cx="272783" cy="221882"/>
            </a:xfrm>
            <a:custGeom>
              <a:rect b="b" l="l" r="r" t="t"/>
              <a:pathLst>
                <a:path extrusionOk="0" h="221720" w="272584">
                  <a:moveTo>
                    <a:pt x="272584" y="150928"/>
                  </a:moveTo>
                  <a:cubicBezTo>
                    <a:pt x="214094" y="201141"/>
                    <a:pt x="137395" y="218798"/>
                    <a:pt x="91597" y="221557"/>
                  </a:cubicBezTo>
                  <a:cubicBezTo>
                    <a:pt x="66215" y="223213"/>
                    <a:pt x="41384" y="212177"/>
                    <a:pt x="23727" y="193967"/>
                  </a:cubicBezTo>
                  <a:cubicBezTo>
                    <a:pt x="4966" y="175759"/>
                    <a:pt x="0" y="144306"/>
                    <a:pt x="0" y="99060"/>
                  </a:cubicBezTo>
                  <a:lnTo>
                    <a:pt x="0" y="58265"/>
                  </a:lnTo>
                  <a:lnTo>
                    <a:pt x="74157" y="0"/>
                  </a:lnTo>
                  <a:lnTo>
                    <a:pt x="74492" y="46640"/>
                  </a:lnTo>
                  <a:cubicBezTo>
                    <a:pt x="72836" y="77540"/>
                    <a:pt x="77802" y="108992"/>
                    <a:pt x="87734" y="138237"/>
                  </a:cubicBezTo>
                  <a:cubicBezTo>
                    <a:pt x="96563" y="162515"/>
                    <a:pt x="119186" y="174655"/>
                    <a:pt x="153949" y="174655"/>
                  </a:cubicBezTo>
                  <a:cubicBezTo>
                    <a:pt x="171055" y="174103"/>
                    <a:pt x="187608" y="170792"/>
                    <a:pt x="203610" y="165826"/>
                  </a:cubicBezTo>
                  <a:cubicBezTo>
                    <a:pt x="226785" y="158653"/>
                    <a:pt x="249409" y="149273"/>
                    <a:pt x="271480" y="138237"/>
                  </a:cubicBezTo>
                  <a:cubicBezTo>
                    <a:pt x="272032" y="140444"/>
                    <a:pt x="272584" y="143203"/>
                    <a:pt x="272584" y="14541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5" name="Google Shape;4705;p48"/>
            <p:cNvSpPr/>
            <p:nvPr/>
          </p:nvSpPr>
          <p:spPr>
            <a:xfrm rot="8706722">
              <a:off x="466759" y="4708156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6" name="Google Shape;4706;p48"/>
            <p:cNvSpPr/>
            <p:nvPr/>
          </p:nvSpPr>
          <p:spPr>
            <a:xfrm rot="8714346">
              <a:off x="414929" y="460424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7" name="Google Shape;4707;p48"/>
            <p:cNvSpPr/>
            <p:nvPr/>
          </p:nvSpPr>
          <p:spPr>
            <a:xfrm rot="8713740">
              <a:off x="171620" y="46344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8" name="Google Shape;4708;p48"/>
            <p:cNvSpPr/>
            <p:nvPr/>
          </p:nvSpPr>
          <p:spPr>
            <a:xfrm rot="8714346">
              <a:off x="349135" y="4475223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09" name="Google Shape;4709;p48"/>
          <p:cNvSpPr txBox="1"/>
          <p:nvPr>
            <p:ph idx="1" type="body"/>
          </p:nvPr>
        </p:nvSpPr>
        <p:spPr>
          <a:xfrm>
            <a:off x="429470" y="3802408"/>
            <a:ext cx="1080000" cy="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710" name="Google Shape;4710;p48"/>
          <p:cNvSpPr txBox="1"/>
          <p:nvPr>
            <p:ph idx="3" type="body"/>
          </p:nvPr>
        </p:nvSpPr>
        <p:spPr>
          <a:xfrm>
            <a:off x="1512561" y="3802408"/>
            <a:ext cx="1080000" cy="4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711" name="Google Shape;4711;p48"/>
          <p:cNvSpPr txBox="1"/>
          <p:nvPr>
            <p:ph idx="4" type="body"/>
          </p:nvPr>
        </p:nvSpPr>
        <p:spPr>
          <a:xfrm>
            <a:off x="443993" y="482179"/>
            <a:ext cx="2496000" cy="302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712" name="Google Shape;4712;p48"/>
          <p:cNvSpPr txBox="1"/>
          <p:nvPr>
            <p:ph idx="12" type="sldNum"/>
          </p:nvPr>
        </p:nvSpPr>
        <p:spPr>
          <a:xfrm>
            <a:off x="3048000" y="2811362"/>
            <a:ext cx="519600" cy="233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ayures / Texte + Image">
  <p:cSld name="Rayures / Texte + Image">
    <p:bg>
      <p:bgPr>
        <a:solidFill>
          <a:schemeClr val="dk2"/>
        </a:solidFill>
      </p:bgPr>
    </p:bg>
    <p:spTree>
      <p:nvGrpSpPr>
        <p:cNvPr id="4713" name="Shape 4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4" name="Google Shape;4714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34163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5" name="Google Shape;4715;p49"/>
          <p:cNvSpPr/>
          <p:nvPr>
            <p:ph idx="2" type="pic"/>
          </p:nvPr>
        </p:nvSpPr>
        <p:spPr>
          <a:xfrm>
            <a:off x="3246551" y="-1"/>
            <a:ext cx="589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716" name="Google Shape;4716;p49"/>
          <p:cNvSpPr txBox="1"/>
          <p:nvPr>
            <p:ph idx="1" type="body"/>
          </p:nvPr>
        </p:nvSpPr>
        <p:spPr>
          <a:xfrm>
            <a:off x="429470" y="3802408"/>
            <a:ext cx="1080000" cy="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717" name="Google Shape;4717;p49"/>
          <p:cNvSpPr txBox="1"/>
          <p:nvPr>
            <p:ph idx="3" type="body"/>
          </p:nvPr>
        </p:nvSpPr>
        <p:spPr>
          <a:xfrm>
            <a:off x="1512561" y="3802408"/>
            <a:ext cx="1080000" cy="4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718" name="Google Shape;4718;p49"/>
          <p:cNvSpPr txBox="1"/>
          <p:nvPr>
            <p:ph idx="4" type="body"/>
          </p:nvPr>
        </p:nvSpPr>
        <p:spPr>
          <a:xfrm>
            <a:off x="443993" y="482179"/>
            <a:ext cx="2496000" cy="302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719" name="Google Shape;4719;p49"/>
          <p:cNvSpPr txBox="1"/>
          <p:nvPr>
            <p:ph idx="12" type="sldNum"/>
          </p:nvPr>
        </p:nvSpPr>
        <p:spPr>
          <a:xfrm>
            <a:off x="3048000" y="2811362"/>
            <a:ext cx="519600" cy="233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&amp; Réseaux sociaux - Fond foncé">
  <p:cSld name="Contact &amp; Réseaux sociaux - Fond foncé">
    <p:bg>
      <p:bgPr>
        <a:solidFill>
          <a:schemeClr val="dk1"/>
        </a:solidFill>
      </p:bgPr>
    </p:bg>
    <p:spTree>
      <p:nvGrpSpPr>
        <p:cNvPr id="4720" name="Shape 4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1" name="Google Shape;4721;p50">
            <a:hlinkClick r:id="rId2"/>
          </p:cNvPr>
          <p:cNvSpPr/>
          <p:nvPr/>
        </p:nvSpPr>
        <p:spPr>
          <a:xfrm>
            <a:off x="3294590" y="1121624"/>
            <a:ext cx="909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@univbordeaux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22" name="Google Shape;4722;p5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9202" y="702273"/>
            <a:ext cx="360003" cy="360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3" name="Google Shape;4723;p50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94972" y="702273"/>
            <a:ext cx="360003" cy="360003"/>
          </a:xfrm>
          <a:prstGeom prst="rect">
            <a:avLst/>
          </a:prstGeom>
          <a:noFill/>
          <a:ln>
            <a:noFill/>
          </a:ln>
        </p:spPr>
      </p:pic>
      <p:sp>
        <p:nvSpPr>
          <p:cNvPr id="4724" name="Google Shape;4724;p50">
            <a:hlinkClick r:id="rId7"/>
          </p:cNvPr>
          <p:cNvSpPr/>
          <p:nvPr/>
        </p:nvSpPr>
        <p:spPr>
          <a:xfrm>
            <a:off x="6620360" y="1121624"/>
            <a:ext cx="909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@univbordeaux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5" name="Google Shape;4725;p50">
            <a:hlinkClick r:id="rId8"/>
          </p:cNvPr>
          <p:cNvSpPr/>
          <p:nvPr/>
        </p:nvSpPr>
        <p:spPr>
          <a:xfrm>
            <a:off x="2277866" y="2154670"/>
            <a:ext cx="127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@universitedebordeaux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26" name="Google Shape;4726;p50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736022" y="1735319"/>
            <a:ext cx="360003" cy="360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7" name="Google Shape;4727;p50">
            <a:hlinkClick r:id="rId11"/>
          </p:cNvPr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232820" y="702273"/>
            <a:ext cx="360003" cy="360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8" name="Google Shape;4728;p50">
            <a:hlinkClick r:id="rId13"/>
          </p:cNvPr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904363" y="702273"/>
            <a:ext cx="360003" cy="360003"/>
          </a:xfrm>
          <a:prstGeom prst="rect">
            <a:avLst/>
          </a:prstGeom>
          <a:noFill/>
          <a:ln>
            <a:noFill/>
          </a:ln>
        </p:spPr>
      </p:pic>
      <p:sp>
        <p:nvSpPr>
          <p:cNvPr id="4729" name="Google Shape;4729;p50">
            <a:hlinkClick r:id="rId15"/>
          </p:cNvPr>
          <p:cNvSpPr/>
          <p:nvPr/>
        </p:nvSpPr>
        <p:spPr>
          <a:xfrm>
            <a:off x="1560019" y="1121624"/>
            <a:ext cx="104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www.u-bordeaux.fr</a:t>
            </a:r>
            <a:endParaRPr/>
          </a:p>
        </p:txBody>
      </p:sp>
      <p:pic>
        <p:nvPicPr>
          <p:cNvPr id="4730" name="Google Shape;4730;p50">
            <a:hlinkClick r:id="rId16"/>
          </p:cNvPr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060942" y="1735319"/>
            <a:ext cx="360003" cy="360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1" name="Google Shape;4731;p5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400221" y="1735319"/>
            <a:ext cx="360003" cy="360003"/>
          </a:xfrm>
          <a:prstGeom prst="rect">
            <a:avLst/>
          </a:prstGeom>
          <a:noFill/>
          <a:ln>
            <a:noFill/>
          </a:ln>
        </p:spPr>
      </p:pic>
      <p:sp>
        <p:nvSpPr>
          <p:cNvPr id="4732" name="Google Shape;4732;p50"/>
          <p:cNvSpPr/>
          <p:nvPr/>
        </p:nvSpPr>
        <p:spPr>
          <a:xfrm>
            <a:off x="4029281" y="2154670"/>
            <a:ext cx="108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Appli mobile U&amp;me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3" name="Google Shape;4733;p50"/>
          <p:cNvSpPr/>
          <p:nvPr/>
        </p:nvSpPr>
        <p:spPr>
          <a:xfrm>
            <a:off x="5780492" y="2154670"/>
            <a:ext cx="909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@univbordeaux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4" name="Google Shape;4734;p50">
            <a:hlinkClick r:id="rId19"/>
          </p:cNvPr>
          <p:cNvSpPr/>
          <p:nvPr/>
        </p:nvSpPr>
        <p:spPr>
          <a:xfrm>
            <a:off x="4774665" y="1121624"/>
            <a:ext cx="127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@universitedebordeaux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35" name="Google Shape;4735;p5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242261" y="3601712"/>
            <a:ext cx="2659481" cy="793651"/>
          </a:xfrm>
          <a:prstGeom prst="rect">
            <a:avLst/>
          </a:prstGeom>
          <a:noFill/>
          <a:ln>
            <a:noFill/>
          </a:ln>
        </p:spPr>
      </p:pic>
      <p:sp>
        <p:nvSpPr>
          <p:cNvPr id="4736" name="Google Shape;4736;p50"/>
          <p:cNvSpPr txBox="1"/>
          <p:nvPr>
            <p:ph idx="1" type="body"/>
          </p:nvPr>
        </p:nvSpPr>
        <p:spPr>
          <a:xfrm>
            <a:off x="1614417" y="2973427"/>
            <a:ext cx="59151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737" name="Google Shape;4737;p50"/>
          <p:cNvSpPr txBox="1"/>
          <p:nvPr>
            <p:ph idx="2" type="body"/>
          </p:nvPr>
        </p:nvSpPr>
        <p:spPr>
          <a:xfrm>
            <a:off x="445689" y="1"/>
            <a:ext cx="457500" cy="2017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grpSp>
        <p:nvGrpSpPr>
          <p:cNvPr id="4738" name="Google Shape;4738;p50"/>
          <p:cNvGrpSpPr/>
          <p:nvPr/>
        </p:nvGrpSpPr>
        <p:grpSpPr>
          <a:xfrm flipH="1" rot="10800000">
            <a:off x="-160065" y="-25318"/>
            <a:ext cx="1153796" cy="5252287"/>
            <a:chOff x="-160065" y="-81110"/>
            <a:chExt cx="1153796" cy="5252287"/>
          </a:xfrm>
        </p:grpSpPr>
        <p:sp>
          <p:nvSpPr>
            <p:cNvPr id="4739" name="Google Shape;4739;p50"/>
            <p:cNvSpPr/>
            <p:nvPr/>
          </p:nvSpPr>
          <p:spPr>
            <a:xfrm rot="8716661">
              <a:off x="617653" y="1780243"/>
              <a:ext cx="152833" cy="196011"/>
            </a:xfrm>
            <a:custGeom>
              <a:rect b="b" l="l" r="r" t="t"/>
              <a:pathLst>
                <a:path extrusionOk="0" h="195873" w="152726">
                  <a:moveTo>
                    <a:pt x="39589" y="195873"/>
                  </a:moveTo>
                  <a:lnTo>
                    <a:pt x="0" y="122219"/>
                  </a:lnTo>
                  <a:lnTo>
                    <a:pt x="101089" y="0"/>
                  </a:lnTo>
                  <a:lnTo>
                    <a:pt x="152726" y="0"/>
                  </a:lnTo>
                  <a:lnTo>
                    <a:pt x="152726" y="55323"/>
                  </a:lnTo>
                  <a:lnTo>
                    <a:pt x="87934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0" name="Google Shape;4740;p50"/>
            <p:cNvSpPr/>
            <p:nvPr/>
          </p:nvSpPr>
          <p:spPr>
            <a:xfrm rot="8716661">
              <a:off x="534249" y="1654325"/>
              <a:ext cx="263049" cy="103307"/>
            </a:xfrm>
            <a:custGeom>
              <a:rect b="b" l="l" r="r" t="t"/>
              <a:pathLst>
                <a:path extrusionOk="0" h="103234" w="262864">
                  <a:moveTo>
                    <a:pt x="0" y="75341"/>
                  </a:moveTo>
                  <a:lnTo>
                    <a:pt x="62316" y="0"/>
                  </a:lnTo>
                  <a:lnTo>
                    <a:pt x="65768" y="14220"/>
                  </a:lnTo>
                  <a:cubicBezTo>
                    <a:pt x="75182" y="40107"/>
                    <a:pt x="99304" y="53051"/>
                    <a:pt x="136369" y="53051"/>
                  </a:cubicBezTo>
                  <a:cubicBezTo>
                    <a:pt x="154609" y="52462"/>
                    <a:pt x="172259" y="48932"/>
                    <a:pt x="189321" y="43637"/>
                  </a:cubicBezTo>
                  <a:cubicBezTo>
                    <a:pt x="214031" y="35988"/>
                    <a:pt x="238154" y="25987"/>
                    <a:pt x="261688" y="14220"/>
                  </a:cubicBezTo>
                  <a:cubicBezTo>
                    <a:pt x="262276" y="16573"/>
                    <a:pt x="262864" y="19515"/>
                    <a:pt x="262864" y="21868"/>
                  </a:cubicBezTo>
                  <a:lnTo>
                    <a:pt x="262864" y="27752"/>
                  </a:lnTo>
                  <a:cubicBezTo>
                    <a:pt x="200500" y="81291"/>
                    <a:pt x="118719" y="100119"/>
                    <a:pt x="69887" y="103060"/>
                  </a:cubicBezTo>
                  <a:cubicBezTo>
                    <a:pt x="56355" y="103943"/>
                    <a:pt x="42970" y="101442"/>
                    <a:pt x="30615" y="96294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1" name="Google Shape;4741;p50"/>
            <p:cNvSpPr/>
            <p:nvPr/>
          </p:nvSpPr>
          <p:spPr>
            <a:xfrm rot="8716661">
              <a:off x="632601" y="1232295"/>
              <a:ext cx="121643" cy="232551"/>
            </a:xfrm>
            <a:custGeom>
              <a:rect b="b" l="l" r="r" t="t"/>
              <a:pathLst>
                <a:path extrusionOk="0" h="232388" w="121558">
                  <a:moveTo>
                    <a:pt x="60499" y="232388"/>
                  </a:moveTo>
                  <a:lnTo>
                    <a:pt x="60499" y="69717"/>
                  </a:lnTo>
                  <a:cubicBezTo>
                    <a:pt x="60499" y="68349"/>
                    <a:pt x="60499" y="66983"/>
                    <a:pt x="60499" y="65615"/>
                  </a:cubicBezTo>
                  <a:cubicBezTo>
                    <a:pt x="59133" y="55591"/>
                    <a:pt x="50019" y="48756"/>
                    <a:pt x="39995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64601" y="0"/>
                  </a:lnTo>
                  <a:cubicBezTo>
                    <a:pt x="101509" y="0"/>
                    <a:pt x="121558" y="15948"/>
                    <a:pt x="121558" y="50123"/>
                  </a:cubicBezTo>
                  <a:lnTo>
                    <a:pt x="121558" y="20823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2" name="Google Shape;4742;p50"/>
            <p:cNvSpPr/>
            <p:nvPr/>
          </p:nvSpPr>
          <p:spPr>
            <a:xfrm rot="8716661">
              <a:off x="763442" y="1474776"/>
              <a:ext cx="14153" cy="14329"/>
            </a:xfrm>
            <a:custGeom>
              <a:rect b="b" l="l" r="r" t="t"/>
              <a:pathLst>
                <a:path extrusionOk="0" h="14319" w="14143">
                  <a:moveTo>
                    <a:pt x="0" y="14319"/>
                  </a:moveTo>
                  <a:lnTo>
                    <a:pt x="11843" y="0"/>
                  </a:lnTo>
                  <a:lnTo>
                    <a:pt x="14143" y="7563"/>
                  </a:lnTo>
                  <a:lnTo>
                    <a:pt x="14143" y="1348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3" name="Google Shape;4743;p50"/>
            <p:cNvSpPr/>
            <p:nvPr/>
          </p:nvSpPr>
          <p:spPr>
            <a:xfrm rot="8716661">
              <a:off x="672733" y="1171513"/>
              <a:ext cx="184093" cy="137715"/>
            </a:xfrm>
            <a:custGeom>
              <a:rect b="b" l="l" r="r" t="t"/>
              <a:pathLst>
                <a:path extrusionOk="0" h="137618" w="183964">
                  <a:moveTo>
                    <a:pt x="0" y="137618"/>
                  </a:moveTo>
                  <a:lnTo>
                    <a:pt x="53346" y="73121"/>
                  </a:lnTo>
                  <a:lnTo>
                    <a:pt x="101034" y="28251"/>
                  </a:lnTo>
                  <a:cubicBezTo>
                    <a:pt x="114703" y="12303"/>
                    <a:pt x="134297" y="2278"/>
                    <a:pt x="155713" y="0"/>
                  </a:cubicBezTo>
                  <a:cubicBezTo>
                    <a:pt x="177585" y="0"/>
                    <a:pt x="183964" y="19138"/>
                    <a:pt x="183964" y="33719"/>
                  </a:cubicBezTo>
                  <a:cubicBezTo>
                    <a:pt x="182597" y="49667"/>
                    <a:pt x="172117" y="62881"/>
                    <a:pt x="157536" y="69261"/>
                  </a:cubicBezTo>
                  <a:lnTo>
                    <a:pt x="157991" y="69261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4" name="Google Shape;4744;p50"/>
            <p:cNvSpPr/>
            <p:nvPr/>
          </p:nvSpPr>
          <p:spPr>
            <a:xfrm rot="8713740">
              <a:off x="519552" y="13149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5" name="Google Shape;4745;p50"/>
            <p:cNvSpPr/>
            <p:nvPr/>
          </p:nvSpPr>
          <p:spPr>
            <a:xfrm rot="8719330">
              <a:off x="394767" y="110613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6" name="Google Shape;4746;p50"/>
            <p:cNvSpPr/>
            <p:nvPr/>
          </p:nvSpPr>
          <p:spPr>
            <a:xfrm rot="8713013">
              <a:off x="382336" y="967516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7" name="Google Shape;4747;p50"/>
            <p:cNvSpPr/>
            <p:nvPr/>
          </p:nvSpPr>
          <p:spPr>
            <a:xfrm rot="8713740">
              <a:off x="609793" y="135607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8" name="Google Shape;4748;p50"/>
            <p:cNvSpPr/>
            <p:nvPr/>
          </p:nvSpPr>
          <p:spPr>
            <a:xfrm rot="8716661">
              <a:off x="683291" y="869460"/>
              <a:ext cx="156110" cy="196011"/>
            </a:xfrm>
            <a:custGeom>
              <a:rect b="b" l="l" r="r" t="t"/>
              <a:pathLst>
                <a:path extrusionOk="0" h="195873" w="156000">
                  <a:moveTo>
                    <a:pt x="42863" y="195873"/>
                  </a:moveTo>
                  <a:lnTo>
                    <a:pt x="0" y="116129"/>
                  </a:lnTo>
                  <a:lnTo>
                    <a:pt x="5100" y="101988"/>
                  </a:lnTo>
                  <a:lnTo>
                    <a:pt x="89456" y="0"/>
                  </a:lnTo>
                  <a:lnTo>
                    <a:pt x="156000" y="0"/>
                  </a:lnTo>
                  <a:lnTo>
                    <a:pt x="156000" y="55323"/>
                  </a:lnTo>
                  <a:lnTo>
                    <a:pt x="91208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9" name="Google Shape;4749;p50"/>
            <p:cNvSpPr/>
            <p:nvPr/>
          </p:nvSpPr>
          <p:spPr>
            <a:xfrm rot="8718291">
              <a:off x="657498" y="956115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0" name="Google Shape;4750;p50"/>
            <p:cNvSpPr/>
            <p:nvPr/>
          </p:nvSpPr>
          <p:spPr>
            <a:xfrm rot="8713740">
              <a:off x="412964" y="56453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1" name="Google Shape;4751;p50"/>
            <p:cNvSpPr/>
            <p:nvPr/>
          </p:nvSpPr>
          <p:spPr>
            <a:xfrm rot="8713740">
              <a:off x="502509" y="59380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2" name="Google Shape;4752;p50"/>
            <p:cNvSpPr/>
            <p:nvPr/>
          </p:nvSpPr>
          <p:spPr>
            <a:xfrm rot="8713740">
              <a:off x="457561" y="50737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3" name="Google Shape;4753;p50"/>
            <p:cNvSpPr/>
            <p:nvPr/>
          </p:nvSpPr>
          <p:spPr>
            <a:xfrm rot="8713740">
              <a:off x="300613" y="65285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4" name="Google Shape;4754;p50"/>
            <p:cNvSpPr/>
            <p:nvPr/>
          </p:nvSpPr>
          <p:spPr>
            <a:xfrm rot="8719330">
              <a:off x="175828" y="44408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5" name="Google Shape;4755;p50"/>
            <p:cNvSpPr/>
            <p:nvPr/>
          </p:nvSpPr>
          <p:spPr>
            <a:xfrm rot="8713013">
              <a:off x="163397" y="305458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6" name="Google Shape;4756;p50"/>
            <p:cNvSpPr/>
            <p:nvPr/>
          </p:nvSpPr>
          <p:spPr>
            <a:xfrm rot="8713740">
              <a:off x="390854" y="69401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7" name="Google Shape;4757;p50"/>
            <p:cNvSpPr/>
            <p:nvPr/>
          </p:nvSpPr>
          <p:spPr>
            <a:xfrm rot="8716661">
              <a:off x="701891" y="317324"/>
              <a:ext cx="131352" cy="232551"/>
            </a:xfrm>
            <a:custGeom>
              <a:rect b="b" l="l" r="r" t="t"/>
              <a:pathLst>
                <a:path extrusionOk="0" h="232388" w="131260">
                  <a:moveTo>
                    <a:pt x="70201" y="232388"/>
                  </a:moveTo>
                  <a:lnTo>
                    <a:pt x="70201" y="69717"/>
                  </a:lnTo>
                  <a:cubicBezTo>
                    <a:pt x="70201" y="68349"/>
                    <a:pt x="70201" y="66983"/>
                    <a:pt x="70201" y="65615"/>
                  </a:cubicBezTo>
                  <a:cubicBezTo>
                    <a:pt x="68835" y="55591"/>
                    <a:pt x="59721" y="48756"/>
                    <a:pt x="49697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74303" y="0"/>
                  </a:lnTo>
                  <a:cubicBezTo>
                    <a:pt x="111211" y="0"/>
                    <a:pt x="131260" y="15948"/>
                    <a:pt x="131260" y="50123"/>
                  </a:cubicBezTo>
                  <a:lnTo>
                    <a:pt x="131260" y="20823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8" name="Google Shape;4758;p50"/>
            <p:cNvSpPr/>
            <p:nvPr/>
          </p:nvSpPr>
          <p:spPr>
            <a:xfrm rot="8716661">
              <a:off x="834958" y="558345"/>
              <a:ext cx="24358" cy="23512"/>
            </a:xfrm>
            <a:custGeom>
              <a:rect b="b" l="l" r="r" t="t"/>
              <a:pathLst>
                <a:path extrusionOk="0" h="23495" w="24341">
                  <a:moveTo>
                    <a:pt x="0" y="23495"/>
                  </a:moveTo>
                  <a:lnTo>
                    <a:pt x="19433" y="0"/>
                  </a:lnTo>
                  <a:lnTo>
                    <a:pt x="24341" y="16139"/>
                  </a:lnTo>
                  <a:lnTo>
                    <a:pt x="24341" y="2206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9" name="Google Shape;4759;p50"/>
            <p:cNvSpPr/>
            <p:nvPr/>
          </p:nvSpPr>
          <p:spPr>
            <a:xfrm rot="8713740">
              <a:off x="589712" y="40270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0" name="Google Shape;4760;p50"/>
            <p:cNvSpPr/>
            <p:nvPr/>
          </p:nvSpPr>
          <p:spPr>
            <a:xfrm rot="8719330">
              <a:off x="464928" y="19392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1" name="Google Shape;4761;p50"/>
            <p:cNvSpPr/>
            <p:nvPr/>
          </p:nvSpPr>
          <p:spPr>
            <a:xfrm rot="8713740">
              <a:off x="679954" y="44386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2" name="Google Shape;4762;p50"/>
            <p:cNvSpPr/>
            <p:nvPr/>
          </p:nvSpPr>
          <p:spPr>
            <a:xfrm rot="8718291">
              <a:off x="438559" y="29405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3" name="Google Shape;4763;p50"/>
            <p:cNvSpPr/>
            <p:nvPr/>
          </p:nvSpPr>
          <p:spPr>
            <a:xfrm rot="7483339">
              <a:off x="811643" y="658864"/>
              <a:ext cx="31100" cy="46173"/>
            </a:xfrm>
            <a:custGeom>
              <a:rect b="b" l="l" r="r" t="t"/>
              <a:pathLst>
                <a:path extrusionOk="0" h="46141" w="31078">
                  <a:moveTo>
                    <a:pt x="15207" y="46141"/>
                  </a:moveTo>
                  <a:lnTo>
                    <a:pt x="0" y="17849"/>
                  </a:lnTo>
                  <a:lnTo>
                    <a:pt x="31078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4" name="Google Shape;4764;p50"/>
            <p:cNvSpPr/>
            <p:nvPr/>
          </p:nvSpPr>
          <p:spPr>
            <a:xfrm rot="8713740">
              <a:off x="780175" y="33648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5" name="Google Shape;4765;p50"/>
            <p:cNvSpPr/>
            <p:nvPr/>
          </p:nvSpPr>
          <p:spPr>
            <a:xfrm rot="8716661">
              <a:off x="202223" y="-57209"/>
              <a:ext cx="142267" cy="186625"/>
            </a:xfrm>
            <a:custGeom>
              <a:rect b="b" l="l" r="r" t="t"/>
              <a:pathLst>
                <a:path extrusionOk="0" h="186494" w="142167">
                  <a:moveTo>
                    <a:pt x="142167" y="186494"/>
                  </a:moveTo>
                  <a:lnTo>
                    <a:pt x="81108" y="144170"/>
                  </a:lnTo>
                  <a:lnTo>
                    <a:pt x="81108" y="69717"/>
                  </a:lnTo>
                  <a:cubicBezTo>
                    <a:pt x="81108" y="68349"/>
                    <a:pt x="81108" y="66983"/>
                    <a:pt x="81108" y="65615"/>
                  </a:cubicBezTo>
                  <a:cubicBezTo>
                    <a:pt x="79741" y="55591"/>
                    <a:pt x="70628" y="48756"/>
                    <a:pt x="60603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8"/>
                    <a:pt x="142167" y="501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6" name="Google Shape;4766;p50"/>
            <p:cNvSpPr/>
            <p:nvPr/>
          </p:nvSpPr>
          <p:spPr>
            <a:xfrm rot="8716661">
              <a:off x="298563" y="-5475"/>
              <a:ext cx="260822" cy="180181"/>
            </a:xfrm>
            <a:custGeom>
              <a:rect b="b" l="l" r="r" t="t"/>
              <a:pathLst>
                <a:path extrusionOk="0" h="180054" w="260639">
                  <a:moveTo>
                    <a:pt x="111638" y="180054"/>
                  </a:moveTo>
                  <a:lnTo>
                    <a:pt x="51490" y="138362"/>
                  </a:ln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2" y="1425"/>
                  </a:lnTo>
                  <a:lnTo>
                    <a:pt x="104802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7" name="Google Shape;4767;p50"/>
            <p:cNvSpPr/>
            <p:nvPr/>
          </p:nvSpPr>
          <p:spPr>
            <a:xfrm rot="8716661">
              <a:off x="276874" y="-12836"/>
              <a:ext cx="36297" cy="28002"/>
            </a:xfrm>
            <a:custGeom>
              <a:rect b="b" l="l" r="r" t="t"/>
              <a:pathLst>
                <a:path extrusionOk="0" h="27982" w="36272">
                  <a:moveTo>
                    <a:pt x="36272" y="27982"/>
                  </a:moveTo>
                  <a:lnTo>
                    <a:pt x="0" y="2840"/>
                  </a:lnTo>
                  <a:lnTo>
                    <a:pt x="9543" y="0"/>
                  </a:lnTo>
                  <a:cubicBezTo>
                    <a:pt x="20479" y="0"/>
                    <a:pt x="27542" y="4784"/>
                    <a:pt x="31871" y="11392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8" name="Google Shape;4768;p50"/>
            <p:cNvSpPr/>
            <p:nvPr/>
          </p:nvSpPr>
          <p:spPr>
            <a:xfrm rot="8716661">
              <a:off x="74592" y="-9693"/>
              <a:ext cx="58109" cy="54810"/>
            </a:xfrm>
            <a:custGeom>
              <a:rect b="b" l="l" r="r" t="t"/>
              <a:pathLst>
                <a:path extrusionOk="0" h="54772" w="58068">
                  <a:moveTo>
                    <a:pt x="37436" y="54772"/>
                  </a:moveTo>
                  <a:lnTo>
                    <a:pt x="0" y="28823"/>
                  </a:lnTo>
                  <a:lnTo>
                    <a:pt x="8515" y="8658"/>
                  </a:lnTo>
                  <a:cubicBezTo>
                    <a:pt x="13983" y="3190"/>
                    <a:pt x="21273" y="0"/>
                    <a:pt x="29020" y="0"/>
                  </a:cubicBezTo>
                  <a:cubicBezTo>
                    <a:pt x="36766" y="0"/>
                    <a:pt x="44057" y="3190"/>
                    <a:pt x="49525" y="8658"/>
                  </a:cubicBezTo>
                  <a:cubicBezTo>
                    <a:pt x="60916" y="19594"/>
                    <a:pt x="60916" y="38276"/>
                    <a:pt x="49525" y="49668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9" name="Google Shape;4769;p50"/>
            <p:cNvSpPr/>
            <p:nvPr/>
          </p:nvSpPr>
          <p:spPr>
            <a:xfrm rot="8716661">
              <a:off x="13779" y="-10415"/>
              <a:ext cx="30048" cy="20829"/>
            </a:xfrm>
            <a:custGeom>
              <a:rect b="b" l="l" r="r" t="t"/>
              <a:pathLst>
                <a:path extrusionOk="0" h="20814" w="30027">
                  <a:moveTo>
                    <a:pt x="30027" y="20814"/>
                  </a:moveTo>
                  <a:lnTo>
                    <a:pt x="0" y="0"/>
                  </a:lnTo>
                  <a:lnTo>
                    <a:pt x="30027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0" name="Google Shape;4770;p50"/>
            <p:cNvSpPr/>
            <p:nvPr/>
          </p:nvSpPr>
          <p:spPr>
            <a:xfrm rot="8713740">
              <a:off x="168184" y="3060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1" name="Google Shape;4771;p50"/>
            <p:cNvSpPr/>
            <p:nvPr/>
          </p:nvSpPr>
          <p:spPr>
            <a:xfrm rot="7480670">
              <a:off x="562275" y="-2828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2" name="Google Shape;4772;p50"/>
            <p:cNvSpPr/>
            <p:nvPr/>
          </p:nvSpPr>
          <p:spPr>
            <a:xfrm rot="-8513943">
              <a:off x="766937" y="-3050"/>
              <a:ext cx="149797" cy="301287"/>
            </a:xfrm>
            <a:custGeom>
              <a:rect b="b" l="l" r="r" t="t"/>
              <a:pathLst>
                <a:path extrusionOk="0" h="301067" w="149688">
                  <a:moveTo>
                    <a:pt x="149688" y="279622"/>
                  </a:moveTo>
                  <a:lnTo>
                    <a:pt x="122393" y="301067"/>
                  </a:lnTo>
                  <a:lnTo>
                    <a:pt x="0" y="114672"/>
                  </a:ln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2836" y="184850"/>
                    <a:pt x="77802" y="216302"/>
                    <a:pt x="87734" y="245547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3" name="Google Shape;4773;p50"/>
            <p:cNvSpPr/>
            <p:nvPr/>
          </p:nvSpPr>
          <p:spPr>
            <a:xfrm rot="8713740">
              <a:off x="212331" y="304532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4" name="Google Shape;4774;p50"/>
            <p:cNvSpPr/>
            <p:nvPr/>
          </p:nvSpPr>
          <p:spPr>
            <a:xfrm rot="8713740">
              <a:off x="301876" y="307458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5" name="Google Shape;4775;p50"/>
            <p:cNvSpPr/>
            <p:nvPr/>
          </p:nvSpPr>
          <p:spPr>
            <a:xfrm rot="8713740">
              <a:off x="256928" y="2988160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6" name="Google Shape;4776;p50"/>
            <p:cNvSpPr/>
            <p:nvPr/>
          </p:nvSpPr>
          <p:spPr>
            <a:xfrm rot="8713740">
              <a:off x="99980" y="313364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7" name="Google Shape;4777;p50"/>
            <p:cNvSpPr/>
            <p:nvPr/>
          </p:nvSpPr>
          <p:spPr>
            <a:xfrm rot="8719330">
              <a:off x="-24805" y="292486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8" name="Google Shape;4778;p50"/>
            <p:cNvSpPr/>
            <p:nvPr/>
          </p:nvSpPr>
          <p:spPr>
            <a:xfrm rot="8716661">
              <a:off x="51717" y="2754396"/>
              <a:ext cx="189621" cy="351076"/>
            </a:xfrm>
            <a:custGeom>
              <a:rect b="b" l="l" r="r" t="t"/>
              <a:pathLst>
                <a:path extrusionOk="0" h="350829" w="189488">
                  <a:moveTo>
                    <a:pt x="25299" y="321238"/>
                  </a:moveTo>
                  <a:cubicBezTo>
                    <a:pt x="5295" y="301823"/>
                    <a:pt x="0" y="268286"/>
                    <a:pt x="0" y="220042"/>
                  </a:cubicBez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8" y="300646"/>
                  </a:cubicBezTo>
                  <a:lnTo>
                    <a:pt x="189488" y="296141"/>
                  </a:lnTo>
                  <a:lnTo>
                    <a:pt x="160617" y="337791"/>
                  </a:lnTo>
                  <a:lnTo>
                    <a:pt x="97666" y="350655"/>
                  </a:lnTo>
                  <a:cubicBezTo>
                    <a:pt x="70602" y="352420"/>
                    <a:pt x="44126" y="340653"/>
                    <a:pt x="25299" y="321238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9" name="Google Shape;4779;p50"/>
            <p:cNvSpPr/>
            <p:nvPr/>
          </p:nvSpPr>
          <p:spPr>
            <a:xfrm rot="8713740">
              <a:off x="190221" y="3174802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0" name="Google Shape;4780;p50"/>
            <p:cNvSpPr/>
            <p:nvPr/>
          </p:nvSpPr>
          <p:spPr>
            <a:xfrm rot="8716661">
              <a:off x="502484" y="2801999"/>
              <a:ext cx="117671" cy="232551"/>
            </a:xfrm>
            <a:custGeom>
              <a:rect b="b" l="l" r="r" t="t"/>
              <a:pathLst>
                <a:path extrusionOk="0" h="232388" w="117588">
                  <a:moveTo>
                    <a:pt x="56529" y="232388"/>
                  </a:moveTo>
                  <a:lnTo>
                    <a:pt x="56529" y="69717"/>
                  </a:lnTo>
                  <a:cubicBezTo>
                    <a:pt x="56529" y="68349"/>
                    <a:pt x="56529" y="66983"/>
                    <a:pt x="56529" y="65615"/>
                  </a:cubicBezTo>
                  <a:cubicBezTo>
                    <a:pt x="55163" y="55591"/>
                    <a:pt x="46049" y="48756"/>
                    <a:pt x="36025" y="50123"/>
                  </a:cubicBezTo>
                  <a:lnTo>
                    <a:pt x="0" y="50123"/>
                  </a:lnTo>
                  <a:lnTo>
                    <a:pt x="41458" y="0"/>
                  </a:lnTo>
                  <a:lnTo>
                    <a:pt x="60630" y="0"/>
                  </a:lnTo>
                  <a:cubicBezTo>
                    <a:pt x="97539" y="0"/>
                    <a:pt x="117588" y="15948"/>
                    <a:pt x="117588" y="50123"/>
                  </a:cubicBezTo>
                  <a:lnTo>
                    <a:pt x="117588" y="20823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1" name="Google Shape;4781;p50"/>
            <p:cNvSpPr/>
            <p:nvPr/>
          </p:nvSpPr>
          <p:spPr>
            <a:xfrm rot="8713740">
              <a:off x="389079" y="288348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2" name="Google Shape;4782;p50"/>
            <p:cNvSpPr/>
            <p:nvPr/>
          </p:nvSpPr>
          <p:spPr>
            <a:xfrm rot="8719330">
              <a:off x="264295" y="267471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3" name="Google Shape;4783;p50"/>
            <p:cNvSpPr/>
            <p:nvPr/>
          </p:nvSpPr>
          <p:spPr>
            <a:xfrm rot="8713740">
              <a:off x="479321" y="2924651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4" name="Google Shape;4784;p50"/>
            <p:cNvSpPr/>
            <p:nvPr/>
          </p:nvSpPr>
          <p:spPr>
            <a:xfrm rot="8718291">
              <a:off x="237926" y="2774841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5" name="Google Shape;4785;p50"/>
            <p:cNvSpPr/>
            <p:nvPr/>
          </p:nvSpPr>
          <p:spPr>
            <a:xfrm rot="7483339">
              <a:off x="609959" y="3142818"/>
              <a:ext cx="20896" cy="31023"/>
            </a:xfrm>
            <a:custGeom>
              <a:rect b="b" l="l" r="r" t="t"/>
              <a:pathLst>
                <a:path extrusionOk="0" h="31001" w="20881">
                  <a:moveTo>
                    <a:pt x="10218" y="31001"/>
                  </a:moveTo>
                  <a:lnTo>
                    <a:pt x="0" y="11992"/>
                  </a:lnTo>
                  <a:lnTo>
                    <a:pt x="20881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6" name="Google Shape;4786;p50"/>
            <p:cNvSpPr/>
            <p:nvPr/>
          </p:nvSpPr>
          <p:spPr>
            <a:xfrm rot="8713740">
              <a:off x="579542" y="281727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7" name="Google Shape;4787;p50"/>
            <p:cNvSpPr/>
            <p:nvPr/>
          </p:nvSpPr>
          <p:spPr>
            <a:xfrm rot="8716661">
              <a:off x="437890" y="3716095"/>
              <a:ext cx="102751" cy="232551"/>
            </a:xfrm>
            <a:custGeom>
              <a:rect b="b" l="l" r="r" t="t"/>
              <a:pathLst>
                <a:path extrusionOk="0" h="232388" w="102679">
                  <a:moveTo>
                    <a:pt x="41620" y="232388"/>
                  </a:moveTo>
                  <a:lnTo>
                    <a:pt x="41620" y="69717"/>
                  </a:lnTo>
                  <a:cubicBezTo>
                    <a:pt x="41620" y="68349"/>
                    <a:pt x="41620" y="66983"/>
                    <a:pt x="41620" y="65615"/>
                  </a:cubicBezTo>
                  <a:cubicBezTo>
                    <a:pt x="40254" y="55591"/>
                    <a:pt x="31140" y="48756"/>
                    <a:pt x="21116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45721" y="0"/>
                  </a:lnTo>
                  <a:cubicBezTo>
                    <a:pt x="82630" y="0"/>
                    <a:pt x="102679" y="15948"/>
                    <a:pt x="102679" y="50123"/>
                  </a:cubicBezTo>
                  <a:lnTo>
                    <a:pt x="102679" y="20823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8" name="Google Shape;4788;p50"/>
            <p:cNvSpPr/>
            <p:nvPr/>
          </p:nvSpPr>
          <p:spPr>
            <a:xfrm rot="8716661">
              <a:off x="482592" y="3669905"/>
              <a:ext cx="154672" cy="124985"/>
            </a:xfrm>
            <a:custGeom>
              <a:rect b="b" l="l" r="r" t="t"/>
              <a:pathLst>
                <a:path extrusionOk="0" h="124897" w="154563">
                  <a:moveTo>
                    <a:pt x="0" y="124897"/>
                  </a:moveTo>
                  <a:lnTo>
                    <a:pt x="95474" y="9467"/>
                  </a:lnTo>
                  <a:lnTo>
                    <a:pt x="96067" y="9000"/>
                  </a:lnTo>
                  <a:cubicBezTo>
                    <a:pt x="105351" y="4215"/>
                    <a:pt x="115604" y="1139"/>
                    <a:pt x="126312" y="0"/>
                  </a:cubicBezTo>
                  <a:cubicBezTo>
                    <a:pt x="148184" y="0"/>
                    <a:pt x="154563" y="19138"/>
                    <a:pt x="154563" y="33719"/>
                  </a:cubicBezTo>
                  <a:cubicBezTo>
                    <a:pt x="153196" y="49668"/>
                    <a:pt x="142715" y="62882"/>
                    <a:pt x="128135" y="69261"/>
                  </a:cubicBezTo>
                  <a:lnTo>
                    <a:pt x="128590" y="69261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9" name="Google Shape;4789;p50"/>
            <p:cNvSpPr/>
            <p:nvPr/>
          </p:nvSpPr>
          <p:spPr>
            <a:xfrm rot="8713740">
              <a:off x="323147" y="379334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0" name="Google Shape;4790;p50"/>
            <p:cNvSpPr/>
            <p:nvPr/>
          </p:nvSpPr>
          <p:spPr>
            <a:xfrm rot="8719330">
              <a:off x="198362" y="358456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1" name="Google Shape;4791;p50"/>
            <p:cNvSpPr/>
            <p:nvPr/>
          </p:nvSpPr>
          <p:spPr>
            <a:xfrm rot="8713013">
              <a:off x="185931" y="3445941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2" name="Google Shape;4792;p50"/>
            <p:cNvSpPr/>
            <p:nvPr/>
          </p:nvSpPr>
          <p:spPr>
            <a:xfrm rot="8716661">
              <a:off x="410114" y="3834585"/>
              <a:ext cx="103508" cy="219328"/>
            </a:xfrm>
            <a:custGeom>
              <a:rect b="b" l="l" r="r" t="t"/>
              <a:pathLst>
                <a:path extrusionOk="0" h="219174" w="103435">
                  <a:moveTo>
                    <a:pt x="103435" y="219174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16028"/>
                  </a:lnTo>
                  <a:lnTo>
                    <a:pt x="11583" y="2023"/>
                  </a:lnTo>
                  <a:lnTo>
                    <a:pt x="103435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3" name="Google Shape;4793;p50"/>
            <p:cNvSpPr/>
            <p:nvPr/>
          </p:nvSpPr>
          <p:spPr>
            <a:xfrm rot="8716661">
              <a:off x="487320" y="3349262"/>
              <a:ext cx="151268" cy="196011"/>
            </a:xfrm>
            <a:custGeom>
              <a:rect b="b" l="l" r="r" t="t"/>
              <a:pathLst>
                <a:path extrusionOk="0" h="195873" w="151162">
                  <a:moveTo>
                    <a:pt x="38025" y="195873"/>
                  </a:moveTo>
                  <a:lnTo>
                    <a:pt x="0" y="125130"/>
                  </a:lnTo>
                  <a:lnTo>
                    <a:pt x="103497" y="0"/>
                  </a:lnTo>
                  <a:lnTo>
                    <a:pt x="151162" y="0"/>
                  </a:lnTo>
                  <a:lnTo>
                    <a:pt x="151162" y="55323"/>
                  </a:lnTo>
                  <a:lnTo>
                    <a:pt x="86370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4" name="Google Shape;4794;p50"/>
            <p:cNvSpPr/>
            <p:nvPr/>
          </p:nvSpPr>
          <p:spPr>
            <a:xfrm rot="8718291">
              <a:off x="461093" y="3434540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5" name="Google Shape;4795;p50"/>
            <p:cNvSpPr/>
            <p:nvPr/>
          </p:nvSpPr>
          <p:spPr>
            <a:xfrm rot="8716661">
              <a:off x="417206" y="4258812"/>
              <a:ext cx="147741" cy="196012"/>
            </a:xfrm>
            <a:custGeom>
              <a:rect b="b" l="l" r="r" t="t"/>
              <a:pathLst>
                <a:path extrusionOk="0" h="195874" w="147637">
                  <a:moveTo>
                    <a:pt x="34500" y="195874"/>
                  </a:moveTo>
                  <a:lnTo>
                    <a:pt x="0" y="131688"/>
                  </a:lnTo>
                  <a:lnTo>
                    <a:pt x="108921" y="0"/>
                  </a:lnTo>
                  <a:lnTo>
                    <a:pt x="147637" y="0"/>
                  </a:lnTo>
                  <a:lnTo>
                    <a:pt x="147637" y="55323"/>
                  </a:lnTo>
                  <a:lnTo>
                    <a:pt x="82845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6" name="Google Shape;4796;p50"/>
            <p:cNvSpPr/>
            <p:nvPr/>
          </p:nvSpPr>
          <p:spPr>
            <a:xfrm rot="8716661">
              <a:off x="330649" y="4134881"/>
              <a:ext cx="254792" cy="91221"/>
            </a:xfrm>
            <a:custGeom>
              <a:rect b="b" l="l" r="r" t="t"/>
              <a:pathLst>
                <a:path extrusionOk="0" h="91157" w="254613">
                  <a:moveTo>
                    <a:pt x="0" y="68911"/>
                  </a:moveTo>
                  <a:lnTo>
                    <a:pt x="56997" y="0"/>
                  </a:lnTo>
                  <a:lnTo>
                    <a:pt x="57517" y="2143"/>
                  </a:lnTo>
                  <a:cubicBezTo>
                    <a:pt x="66931" y="28030"/>
                    <a:pt x="91053" y="40974"/>
                    <a:pt x="128118" y="40974"/>
                  </a:cubicBezTo>
                  <a:cubicBezTo>
                    <a:pt x="146357" y="40385"/>
                    <a:pt x="164008" y="36855"/>
                    <a:pt x="181070" y="31560"/>
                  </a:cubicBezTo>
                  <a:cubicBezTo>
                    <a:pt x="205780" y="23912"/>
                    <a:pt x="229903" y="13910"/>
                    <a:pt x="253437" y="2143"/>
                  </a:cubicBezTo>
                  <a:cubicBezTo>
                    <a:pt x="254025" y="4496"/>
                    <a:pt x="254613" y="7438"/>
                    <a:pt x="254613" y="9791"/>
                  </a:cubicBezTo>
                  <a:lnTo>
                    <a:pt x="254613" y="15674"/>
                  </a:lnTo>
                  <a:cubicBezTo>
                    <a:pt x="192249" y="69215"/>
                    <a:pt x="110468" y="88042"/>
                    <a:pt x="61636" y="90983"/>
                  </a:cubicBezTo>
                  <a:cubicBezTo>
                    <a:pt x="48104" y="91866"/>
                    <a:pt x="34719" y="89365"/>
                    <a:pt x="22363" y="84217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7" name="Google Shape;4797;p50"/>
            <p:cNvSpPr/>
            <p:nvPr/>
          </p:nvSpPr>
          <p:spPr>
            <a:xfrm rot="8716661">
              <a:off x="-3556" y="2405872"/>
              <a:ext cx="142267" cy="208739"/>
            </a:xfrm>
            <a:custGeom>
              <a:rect b="b" l="l" r="r" t="t"/>
              <a:pathLst>
                <a:path extrusionOk="0" h="208592" w="142167">
                  <a:moveTo>
                    <a:pt x="81108" y="208592"/>
                  </a:moveTo>
                  <a:lnTo>
                    <a:pt x="81108" y="69717"/>
                  </a:lnTo>
                  <a:cubicBezTo>
                    <a:pt x="81108" y="68350"/>
                    <a:pt x="81108" y="66983"/>
                    <a:pt x="81108" y="65615"/>
                  </a:cubicBezTo>
                  <a:cubicBezTo>
                    <a:pt x="79742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10" y="0"/>
                  </a:lnTo>
                  <a:cubicBezTo>
                    <a:pt x="122118" y="0"/>
                    <a:pt x="142167" y="15948"/>
                    <a:pt x="142167" y="50123"/>
                  </a:cubicBezTo>
                  <a:lnTo>
                    <a:pt x="142167" y="12050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8" name="Google Shape;4798;p50"/>
            <p:cNvSpPr/>
            <p:nvPr/>
          </p:nvSpPr>
          <p:spPr>
            <a:xfrm rot="8713740">
              <a:off x="80358" y="241361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9" name="Google Shape;4799;p50"/>
            <p:cNvSpPr/>
            <p:nvPr/>
          </p:nvSpPr>
          <p:spPr>
            <a:xfrm rot="8713740">
              <a:off x="35410" y="232718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0" name="Google Shape;4800;p50"/>
            <p:cNvSpPr/>
            <p:nvPr/>
          </p:nvSpPr>
          <p:spPr>
            <a:xfrm rot="8716661">
              <a:off x="-20338" y="2216978"/>
              <a:ext cx="78786" cy="180792"/>
            </a:xfrm>
            <a:custGeom>
              <a:rect b="b" l="l" r="r" t="t"/>
              <a:pathLst>
                <a:path extrusionOk="0" h="180665" w="78731">
                  <a:moveTo>
                    <a:pt x="0" y="180665"/>
                  </a:moveTo>
                  <a:lnTo>
                    <a:pt x="0" y="40596"/>
                  </a:lnTo>
                  <a:lnTo>
                    <a:pt x="78250" y="0"/>
                  </a:lnTo>
                  <a:lnTo>
                    <a:pt x="78731" y="6708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1" name="Google Shape;4801;p50"/>
            <p:cNvSpPr/>
            <p:nvPr/>
          </p:nvSpPr>
          <p:spPr>
            <a:xfrm rot="8716661">
              <a:off x="-15434" y="2575123"/>
              <a:ext cx="103508" cy="152134"/>
            </a:xfrm>
            <a:custGeom>
              <a:rect b="b" l="l" r="r" t="t"/>
              <a:pathLst>
                <a:path extrusionOk="0" h="152027" w="103435">
                  <a:moveTo>
                    <a:pt x="43288" y="152027"/>
                  </a:move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65255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2" name="Google Shape;4802;p50"/>
            <p:cNvSpPr/>
            <p:nvPr/>
          </p:nvSpPr>
          <p:spPr>
            <a:xfrm rot="8713740">
              <a:off x="279912" y="213419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3" name="Google Shape;4803;p50"/>
            <p:cNvSpPr/>
            <p:nvPr/>
          </p:nvSpPr>
          <p:spPr>
            <a:xfrm rot="8713740">
              <a:off x="369457" y="216345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4" name="Google Shape;4804;p50"/>
            <p:cNvSpPr/>
            <p:nvPr/>
          </p:nvSpPr>
          <p:spPr>
            <a:xfrm rot="8713740">
              <a:off x="167561" y="22225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5" name="Google Shape;4805;p50"/>
            <p:cNvSpPr/>
            <p:nvPr/>
          </p:nvSpPr>
          <p:spPr>
            <a:xfrm rot="8719330">
              <a:off x="42777" y="201373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6" name="Google Shape;4806;p50"/>
            <p:cNvSpPr/>
            <p:nvPr/>
          </p:nvSpPr>
          <p:spPr>
            <a:xfrm rot="8713740">
              <a:off x="257803" y="226367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7" name="Google Shape;4807;p50"/>
            <p:cNvSpPr/>
            <p:nvPr/>
          </p:nvSpPr>
          <p:spPr>
            <a:xfrm rot="8718291">
              <a:off x="16408" y="211386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8" name="Google Shape;4808;p50"/>
            <p:cNvSpPr/>
            <p:nvPr/>
          </p:nvSpPr>
          <p:spPr>
            <a:xfrm rot="7480670">
              <a:off x="362794" y="245493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9" name="Google Shape;4809;p50"/>
            <p:cNvSpPr/>
            <p:nvPr/>
          </p:nvSpPr>
          <p:spPr>
            <a:xfrm rot="-8513943">
              <a:off x="463130" y="2426139"/>
              <a:ext cx="272783" cy="319297"/>
            </a:xfrm>
            <a:custGeom>
              <a:rect b="b" l="l" r="r" t="t"/>
              <a:pathLst>
                <a:path extrusionOk="0" h="319064" w="272584">
                  <a:moveTo>
                    <a:pt x="80445" y="215518"/>
                  </a:moveTo>
                  <a:lnTo>
                    <a:pt x="0" y="93007"/>
                  </a:ln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3664" y="169400"/>
                    <a:pt x="74492" y="184988"/>
                    <a:pt x="76768" y="200369"/>
                  </a:cubicBezTo>
                  <a:close/>
                  <a:moveTo>
                    <a:pt x="272584" y="258238"/>
                  </a:moveTo>
                  <a:cubicBezTo>
                    <a:pt x="243339" y="283344"/>
                    <a:pt x="209542" y="300312"/>
                    <a:pt x="177331" y="311347"/>
                  </a:cubicBezTo>
                  <a:lnTo>
                    <a:pt x="148437" y="319064"/>
                  </a:lnTo>
                  <a:lnTo>
                    <a:pt x="119231" y="274585"/>
                  </a:lnTo>
                  <a:lnTo>
                    <a:pt x="153949" y="281965"/>
                  </a:lnTo>
                  <a:cubicBezTo>
                    <a:pt x="171055" y="281413"/>
                    <a:pt x="187609" y="278102"/>
                    <a:pt x="203610" y="273136"/>
                  </a:cubicBezTo>
                  <a:cubicBezTo>
                    <a:pt x="226785" y="265963"/>
                    <a:pt x="249409" y="256583"/>
                    <a:pt x="271481" y="245547"/>
                  </a:cubicBezTo>
                  <a:cubicBezTo>
                    <a:pt x="272032" y="247754"/>
                    <a:pt x="272584" y="250513"/>
                    <a:pt x="272584" y="25272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0" name="Google Shape;4810;p50"/>
            <p:cNvSpPr/>
            <p:nvPr/>
          </p:nvSpPr>
          <p:spPr>
            <a:xfrm rot="8716661">
              <a:off x="675834" y="2357302"/>
              <a:ext cx="38039" cy="45784"/>
            </a:xfrm>
            <a:custGeom>
              <a:rect b="b" l="l" r="r" t="t"/>
              <a:pathLst>
                <a:path extrusionOk="0" h="45752" w="38012">
                  <a:moveTo>
                    <a:pt x="0" y="45752"/>
                  </a:moveTo>
                  <a:lnTo>
                    <a:pt x="37842" y="0"/>
                  </a:lnTo>
                  <a:lnTo>
                    <a:pt x="38012" y="641"/>
                  </a:lnTo>
                  <a:cubicBezTo>
                    <a:pt x="36400" y="19451"/>
                    <a:pt x="24039" y="35036"/>
                    <a:pt x="6841" y="42560"/>
                  </a:cubicBezTo>
                  <a:lnTo>
                    <a:pt x="7378" y="4256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1" name="Google Shape;4811;p50"/>
            <p:cNvSpPr/>
            <p:nvPr/>
          </p:nvSpPr>
          <p:spPr>
            <a:xfrm rot="8714346">
              <a:off x="601333" y="212612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2" name="Google Shape;4812;p50"/>
            <p:cNvSpPr/>
            <p:nvPr/>
          </p:nvSpPr>
          <p:spPr>
            <a:xfrm rot="8713740">
              <a:off x="358024" y="215629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3" name="Google Shape;4813;p50"/>
            <p:cNvSpPr/>
            <p:nvPr/>
          </p:nvSpPr>
          <p:spPr>
            <a:xfrm rot="8714346">
              <a:off x="535539" y="199710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4" name="Google Shape;4814;p50"/>
            <p:cNvSpPr/>
            <p:nvPr/>
          </p:nvSpPr>
          <p:spPr>
            <a:xfrm rot="8716661">
              <a:off x="-76209" y="1768065"/>
              <a:ext cx="197317" cy="215200"/>
            </a:xfrm>
            <a:custGeom>
              <a:rect b="b" l="l" r="r" t="t"/>
              <a:pathLst>
                <a:path extrusionOk="0" h="215049" w="197178">
                  <a:moveTo>
                    <a:pt x="51490" y="215049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4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lnTo>
                    <a:pt x="197178" y="4872"/>
                  </a:lnTo>
                  <a:lnTo>
                    <a:pt x="170795" y="42934"/>
                  </a:lnTo>
                  <a:lnTo>
                    <a:pt x="164950" y="40156"/>
                  </a:ln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12827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5" name="Google Shape;4815;p50"/>
            <p:cNvSpPr/>
            <p:nvPr/>
          </p:nvSpPr>
          <p:spPr>
            <a:xfrm rot="8713740">
              <a:off x="56745" y="147449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6" name="Google Shape;4816;p50"/>
            <p:cNvSpPr/>
            <p:nvPr/>
          </p:nvSpPr>
          <p:spPr>
            <a:xfrm rot="8713740">
              <a:off x="146290" y="150376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7" name="Google Shape;4817;p50"/>
            <p:cNvSpPr/>
            <p:nvPr/>
          </p:nvSpPr>
          <p:spPr>
            <a:xfrm rot="8716661">
              <a:off x="-21925" y="1443475"/>
              <a:ext cx="68662" cy="55362"/>
            </a:xfrm>
            <a:custGeom>
              <a:rect b="b" l="l" r="r" t="t"/>
              <a:pathLst>
                <a:path extrusionOk="0" h="55323" w="68614">
                  <a:moveTo>
                    <a:pt x="0" y="55323"/>
                  </a:moveTo>
                  <a:lnTo>
                    <a:pt x="0" y="0"/>
                  </a:lnTo>
                  <a:lnTo>
                    <a:pt x="68614" y="0"/>
                  </a:lnTo>
                  <a:lnTo>
                    <a:pt x="30266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8" name="Google Shape;4818;p50"/>
            <p:cNvSpPr/>
            <p:nvPr/>
          </p:nvSpPr>
          <p:spPr>
            <a:xfrm rot="8716661">
              <a:off x="35716" y="1617988"/>
              <a:ext cx="103508" cy="204040"/>
            </a:xfrm>
            <a:custGeom>
              <a:rect b="b" l="l" r="r" t="t"/>
              <a:pathLst>
                <a:path extrusionOk="0" h="203897" w="103435">
                  <a:moveTo>
                    <a:pt x="87556" y="203897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18098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9" name="Google Shape;4819;p50"/>
            <p:cNvSpPr/>
            <p:nvPr/>
          </p:nvSpPr>
          <p:spPr>
            <a:xfrm rot="7480670">
              <a:off x="139627" y="179523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0" name="Google Shape;4820;p50"/>
            <p:cNvSpPr/>
            <p:nvPr/>
          </p:nvSpPr>
          <p:spPr>
            <a:xfrm rot="-8510566">
              <a:off x="244413" y="1762011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1" name="Google Shape;4821;p50"/>
            <p:cNvSpPr/>
            <p:nvPr/>
          </p:nvSpPr>
          <p:spPr>
            <a:xfrm rot="8706722">
              <a:off x="429996" y="157034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2" name="Google Shape;4822;p50"/>
            <p:cNvSpPr/>
            <p:nvPr/>
          </p:nvSpPr>
          <p:spPr>
            <a:xfrm rot="8714346">
              <a:off x="378166" y="146642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3" name="Google Shape;4823;p50"/>
            <p:cNvSpPr/>
            <p:nvPr/>
          </p:nvSpPr>
          <p:spPr>
            <a:xfrm rot="8713740">
              <a:off x="134857" y="149660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4" name="Google Shape;4824;p50"/>
            <p:cNvSpPr/>
            <p:nvPr/>
          </p:nvSpPr>
          <p:spPr>
            <a:xfrm rot="8714346">
              <a:off x="312372" y="133740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5" name="Google Shape;4825;p50"/>
            <p:cNvSpPr/>
            <p:nvPr/>
          </p:nvSpPr>
          <p:spPr>
            <a:xfrm rot="8716661">
              <a:off x="-17832" y="949172"/>
              <a:ext cx="39554" cy="50158"/>
            </a:xfrm>
            <a:custGeom>
              <a:rect b="b" l="l" r="r" t="t"/>
              <a:pathLst>
                <a:path extrusionOk="0" h="50123" w="39526">
                  <a:moveTo>
                    <a:pt x="0" y="50123"/>
                  </a:moveTo>
                  <a:lnTo>
                    <a:pt x="0" y="0"/>
                  </a:lnTo>
                  <a:lnTo>
                    <a:pt x="39526" y="0"/>
                  </a:lnTo>
                  <a:lnTo>
                    <a:pt x="4782" y="501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6" name="Google Shape;4826;p50"/>
            <p:cNvSpPr/>
            <p:nvPr/>
          </p:nvSpPr>
          <p:spPr>
            <a:xfrm rot="8716661">
              <a:off x="-65203" y="834596"/>
              <a:ext cx="249825" cy="254953"/>
            </a:xfrm>
            <a:custGeom>
              <a:rect b="b" l="l" r="r" t="t"/>
              <a:pathLst>
                <a:path extrusionOk="0" h="254774" w="249650">
                  <a:moveTo>
                    <a:pt x="51490" y="254774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08922" y="-398"/>
                    <a:pt x="227718" y="7576"/>
                    <a:pt x="240647" y="22727"/>
                  </a:cubicBezTo>
                  <a:lnTo>
                    <a:pt x="249650" y="52327"/>
                  </a:lnTo>
                  <a:lnTo>
                    <a:pt x="218795" y="96841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21376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7" name="Google Shape;4827;p50"/>
            <p:cNvSpPr/>
            <p:nvPr/>
          </p:nvSpPr>
          <p:spPr>
            <a:xfrm rot="7483339">
              <a:off x="-63459" y="1172502"/>
              <a:ext cx="203991" cy="146498"/>
            </a:xfrm>
            <a:custGeom>
              <a:rect b="b" l="l" r="r" t="t"/>
              <a:pathLst>
                <a:path extrusionOk="0" h="146395" w="203848">
                  <a:moveTo>
                    <a:pt x="0" y="55323"/>
                  </a:moveTo>
                  <a:lnTo>
                    <a:pt x="0" y="0"/>
                  </a:lnTo>
                  <a:lnTo>
                    <a:pt x="203848" y="0"/>
                  </a:lnTo>
                  <a:lnTo>
                    <a:pt x="203847" y="49512"/>
                  </a:lnTo>
                  <a:lnTo>
                    <a:pt x="195466" y="55323"/>
                  </a:lnTo>
                  <a:lnTo>
                    <a:pt x="139055" y="55323"/>
                  </a:lnTo>
                  <a:lnTo>
                    <a:pt x="121388" y="106685"/>
                  </a:lnTo>
                  <a:lnTo>
                    <a:pt x="64115" y="146395"/>
                  </a:lnTo>
                  <a:lnTo>
                    <a:pt x="47847" y="116129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8" name="Google Shape;4828;p50"/>
            <p:cNvSpPr/>
            <p:nvPr/>
          </p:nvSpPr>
          <p:spPr>
            <a:xfrm rot="-8510566">
              <a:off x="25474" y="1099953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9" name="Google Shape;4829;p50"/>
            <p:cNvSpPr/>
            <p:nvPr/>
          </p:nvSpPr>
          <p:spPr>
            <a:xfrm rot="8706722">
              <a:off x="211057" y="908283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0" name="Google Shape;4830;p50"/>
            <p:cNvSpPr/>
            <p:nvPr/>
          </p:nvSpPr>
          <p:spPr>
            <a:xfrm rot="8714346">
              <a:off x="159227" y="804371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1" name="Google Shape;4831;p50"/>
            <p:cNvSpPr/>
            <p:nvPr/>
          </p:nvSpPr>
          <p:spPr>
            <a:xfrm rot="8714346">
              <a:off x="93433" y="675350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2" name="Google Shape;4832;p50"/>
            <p:cNvSpPr/>
            <p:nvPr/>
          </p:nvSpPr>
          <p:spPr>
            <a:xfrm rot="8716661">
              <a:off x="-7014" y="316690"/>
              <a:ext cx="14011" cy="20212"/>
            </a:xfrm>
            <a:custGeom>
              <a:rect b="b" l="l" r="r" t="t"/>
              <a:pathLst>
                <a:path extrusionOk="0" h="20198" w="14001">
                  <a:moveTo>
                    <a:pt x="0" y="20198"/>
                  </a:moveTo>
                  <a:lnTo>
                    <a:pt x="0" y="0"/>
                  </a:lnTo>
                  <a:lnTo>
                    <a:pt x="14001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3" name="Google Shape;4833;p50"/>
            <p:cNvSpPr/>
            <p:nvPr/>
          </p:nvSpPr>
          <p:spPr>
            <a:xfrm rot="-8513943">
              <a:off x="-81861" y="472453"/>
              <a:ext cx="173758" cy="237858"/>
            </a:xfrm>
            <a:custGeom>
              <a:rect b="b" l="l" r="r" t="t"/>
              <a:pathLst>
                <a:path extrusionOk="0" h="237684" w="173631">
                  <a:moveTo>
                    <a:pt x="173631" y="220990"/>
                  </a:moveTo>
                  <a:lnTo>
                    <a:pt x="130972" y="232382"/>
                  </a:lnTo>
                  <a:cubicBezTo>
                    <a:pt x="116428" y="235210"/>
                    <a:pt x="103047" y="236831"/>
                    <a:pt x="91597" y="237521"/>
                  </a:cubicBezTo>
                  <a:cubicBezTo>
                    <a:pt x="66215" y="239176"/>
                    <a:pt x="41384" y="228141"/>
                    <a:pt x="23727" y="209931"/>
                  </a:cubicBezTo>
                  <a:cubicBezTo>
                    <a:pt x="4966" y="191722"/>
                    <a:pt x="0" y="160270"/>
                    <a:pt x="0" y="115023"/>
                  </a:cubicBezTo>
                  <a:lnTo>
                    <a:pt x="0" y="0"/>
                  </a:lnTo>
                  <a:lnTo>
                    <a:pt x="76176" y="96953"/>
                  </a:lnTo>
                  <a:lnTo>
                    <a:pt x="76768" y="109023"/>
                  </a:lnTo>
                  <a:cubicBezTo>
                    <a:pt x="79044" y="124404"/>
                    <a:pt x="82768" y="139578"/>
                    <a:pt x="87734" y="154201"/>
                  </a:cubicBezTo>
                  <a:cubicBezTo>
                    <a:pt x="92149" y="166340"/>
                    <a:pt x="100012" y="175445"/>
                    <a:pt x="111117" y="181514"/>
                  </a:cubicBezTo>
                  <a:lnTo>
                    <a:pt x="148930" y="189552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4" name="Google Shape;4834;p50"/>
            <p:cNvSpPr/>
            <p:nvPr/>
          </p:nvSpPr>
          <p:spPr>
            <a:xfrm rot="8706722">
              <a:off x="-11613" y="244868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5" name="Google Shape;4835;p50"/>
            <p:cNvSpPr/>
            <p:nvPr/>
          </p:nvSpPr>
          <p:spPr>
            <a:xfrm rot="8716661">
              <a:off x="-30159" y="143433"/>
              <a:ext cx="77776" cy="97328"/>
            </a:xfrm>
            <a:custGeom>
              <a:rect b="b" l="l" r="r" t="t"/>
              <a:pathLst>
                <a:path extrusionOk="0" h="97260" w="77721">
                  <a:moveTo>
                    <a:pt x="15821" y="97260"/>
                  </a:moveTo>
                  <a:lnTo>
                    <a:pt x="0" y="59790"/>
                  </a:ln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lnTo>
                    <a:pt x="77721" y="796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6" name="Google Shape;4836;p50"/>
            <p:cNvSpPr/>
            <p:nvPr/>
          </p:nvSpPr>
          <p:spPr>
            <a:xfrm rot="8716661">
              <a:off x="-17843" y="3452674"/>
              <a:ext cx="58496" cy="44230"/>
            </a:xfrm>
            <a:custGeom>
              <a:rect b="b" l="l" r="r" t="t"/>
              <a:pathLst>
                <a:path extrusionOk="0" h="44199" w="58455">
                  <a:moveTo>
                    <a:pt x="0" y="44199"/>
                  </a:moveTo>
                  <a:lnTo>
                    <a:pt x="0" y="0"/>
                  </a:lnTo>
                  <a:lnTo>
                    <a:pt x="58455" y="0"/>
                  </a:lnTo>
                  <a:lnTo>
                    <a:pt x="27817" y="4419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7" name="Google Shape;4837;p50"/>
            <p:cNvSpPr/>
            <p:nvPr/>
          </p:nvSpPr>
          <p:spPr>
            <a:xfrm rot="-8513943">
              <a:off x="-91727" y="3601565"/>
              <a:ext cx="206678" cy="292868"/>
            </a:xfrm>
            <a:custGeom>
              <a:rect b="b" l="l" r="r" t="t"/>
              <a:pathLst>
                <a:path extrusionOk="0" h="292654" w="206527">
                  <a:moveTo>
                    <a:pt x="206527" y="258693"/>
                  </a:moveTo>
                  <a:lnTo>
                    <a:pt x="177331" y="274971"/>
                  </a:lnTo>
                  <a:cubicBezTo>
                    <a:pt x="145121" y="286007"/>
                    <a:pt x="114496" y="291111"/>
                    <a:pt x="91597" y="292491"/>
                  </a:cubicBezTo>
                  <a:cubicBezTo>
                    <a:pt x="66215" y="294146"/>
                    <a:pt x="41385" y="283111"/>
                    <a:pt x="23727" y="264901"/>
                  </a:cubicBezTo>
                  <a:cubicBezTo>
                    <a:pt x="4966" y="246692"/>
                    <a:pt x="0" y="215240"/>
                    <a:pt x="0" y="169993"/>
                  </a:cubicBezTo>
                  <a:lnTo>
                    <a:pt x="0" y="1698"/>
                  </a:lnTo>
                  <a:lnTo>
                    <a:pt x="3273" y="0"/>
                  </a:lnTo>
                  <a:lnTo>
                    <a:pt x="74297" y="90396"/>
                  </a:lnTo>
                  <a:lnTo>
                    <a:pt x="74492" y="117574"/>
                  </a:lnTo>
                  <a:cubicBezTo>
                    <a:pt x="72836" y="148474"/>
                    <a:pt x="77802" y="179926"/>
                    <a:pt x="87734" y="209171"/>
                  </a:cubicBezTo>
                  <a:cubicBezTo>
                    <a:pt x="96564" y="233450"/>
                    <a:pt x="119187" y="245589"/>
                    <a:pt x="153949" y="245589"/>
                  </a:cubicBezTo>
                  <a:lnTo>
                    <a:pt x="191049" y="23899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8" name="Google Shape;4838;p50"/>
            <p:cNvSpPr/>
            <p:nvPr/>
          </p:nvSpPr>
          <p:spPr>
            <a:xfrm rot="8706722">
              <a:off x="24922" y="339006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9" name="Google Shape;4839;p50"/>
            <p:cNvSpPr/>
            <p:nvPr/>
          </p:nvSpPr>
          <p:spPr>
            <a:xfrm rot="8716661">
              <a:off x="-24136" y="3281681"/>
              <a:ext cx="106117" cy="113813"/>
            </a:xfrm>
            <a:custGeom>
              <a:rect b="b" l="l" r="r" t="t"/>
              <a:pathLst>
                <a:path extrusionOk="0" h="113733" w="106042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cubicBezTo>
                    <a:pt x="74507" y="0"/>
                    <a:pt x="89224" y="6439"/>
                    <a:pt x="100262" y="17477"/>
                  </a:cubicBezTo>
                  <a:lnTo>
                    <a:pt x="106042" y="31234"/>
                  </a:lnTo>
                  <a:lnTo>
                    <a:pt x="48856" y="11373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0" name="Google Shape;4840;p50"/>
            <p:cNvSpPr/>
            <p:nvPr/>
          </p:nvSpPr>
          <p:spPr>
            <a:xfrm rot="8716661">
              <a:off x="-21964" y="3179837"/>
              <a:ext cx="45808" cy="62700"/>
            </a:xfrm>
            <a:custGeom>
              <a:rect b="b" l="l" r="r" t="t"/>
              <a:pathLst>
                <a:path extrusionOk="0" h="62656" w="45776">
                  <a:moveTo>
                    <a:pt x="2345" y="62656"/>
                  </a:moveTo>
                  <a:lnTo>
                    <a:pt x="0" y="57104"/>
                  </a:lnTo>
                  <a:lnTo>
                    <a:pt x="0" y="56183"/>
                  </a:lnTo>
                  <a:cubicBezTo>
                    <a:pt x="0" y="40547"/>
                    <a:pt x="6439" y="25829"/>
                    <a:pt x="17477" y="14791"/>
                  </a:cubicBezTo>
                  <a:cubicBezTo>
                    <a:pt x="22996" y="9272"/>
                    <a:pt x="29435" y="4903"/>
                    <a:pt x="36449" y="1913"/>
                  </a:cubicBezTo>
                  <a:lnTo>
                    <a:pt x="45776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1" name="Google Shape;4841;p50"/>
            <p:cNvSpPr/>
            <p:nvPr/>
          </p:nvSpPr>
          <p:spPr>
            <a:xfrm rot="8716661">
              <a:off x="-21385" y="4100628"/>
              <a:ext cx="79169" cy="50158"/>
            </a:xfrm>
            <a:custGeom>
              <a:rect b="b" l="l" r="r" t="t"/>
              <a:pathLst>
                <a:path extrusionOk="0" h="50123" w="79113">
                  <a:moveTo>
                    <a:pt x="0" y="50123"/>
                  </a:moveTo>
                  <a:lnTo>
                    <a:pt x="0" y="0"/>
                  </a:lnTo>
                  <a:lnTo>
                    <a:pt x="79113" y="0"/>
                  </a:lnTo>
                  <a:lnTo>
                    <a:pt x="44369" y="501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2" name="Google Shape;4842;p50"/>
            <p:cNvSpPr/>
            <p:nvPr/>
          </p:nvSpPr>
          <p:spPr>
            <a:xfrm rot="8713740">
              <a:off x="-40114" y="3981876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3" name="Google Shape;4843;p50"/>
            <p:cNvSpPr/>
            <p:nvPr/>
          </p:nvSpPr>
          <p:spPr>
            <a:xfrm rot="7480670">
              <a:off x="-46777" y="427335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4" name="Google Shape;4844;p50"/>
            <p:cNvSpPr/>
            <p:nvPr/>
          </p:nvSpPr>
          <p:spPr>
            <a:xfrm rot="-8510566">
              <a:off x="58009" y="4240127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5" name="Google Shape;4845;p50"/>
            <p:cNvSpPr/>
            <p:nvPr/>
          </p:nvSpPr>
          <p:spPr>
            <a:xfrm rot="8706722">
              <a:off x="243592" y="4048457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6" name="Google Shape;4846;p50"/>
            <p:cNvSpPr/>
            <p:nvPr/>
          </p:nvSpPr>
          <p:spPr>
            <a:xfrm rot="8714346">
              <a:off x="191762" y="394454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7" name="Google Shape;4847;p50"/>
            <p:cNvSpPr/>
            <p:nvPr/>
          </p:nvSpPr>
          <p:spPr>
            <a:xfrm rot="8714346">
              <a:off x="125968" y="381552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8" name="Google Shape;4848;p50"/>
            <p:cNvSpPr/>
            <p:nvPr/>
          </p:nvSpPr>
          <p:spPr>
            <a:xfrm rot="8716661">
              <a:off x="-73236" y="4876693"/>
              <a:ext cx="221538" cy="253527"/>
            </a:xfrm>
            <a:custGeom>
              <a:rect b="b" l="l" r="r" t="t"/>
              <a:pathLst>
                <a:path extrusionOk="0" h="253349" w="221382">
                  <a:moveTo>
                    <a:pt x="51490" y="253349"/>
                  </a:moveTo>
                  <a:lnTo>
                    <a:pt x="51490" y="44199"/>
                  </a:lnTo>
                  <a:lnTo>
                    <a:pt x="0" y="44199"/>
                  </a:lnTo>
                  <a:lnTo>
                    <a:pt x="0" y="0"/>
                  </a:lnTo>
                  <a:lnTo>
                    <a:pt x="104803" y="0"/>
                  </a:lnTo>
                  <a:lnTo>
                    <a:pt x="104802" y="73817"/>
                  </a:lnTo>
                  <a:lnTo>
                    <a:pt x="106169" y="73817"/>
                  </a:lnTo>
                  <a:cubicBezTo>
                    <a:pt x="120751" y="30529"/>
                    <a:pt x="132142" y="13670"/>
                    <a:pt x="154014" y="4556"/>
                  </a:cubicBezTo>
                  <a:lnTo>
                    <a:pt x="174650" y="668"/>
                  </a:lnTo>
                  <a:lnTo>
                    <a:pt x="214075" y="27996"/>
                  </a:lnTo>
                  <a:lnTo>
                    <a:pt x="221382" y="33060"/>
                  </a:lnTo>
                  <a:lnTo>
                    <a:pt x="195540" y="70341"/>
                  </a:lnTo>
                  <a:lnTo>
                    <a:pt x="189157" y="50236"/>
                  </a:lnTo>
                  <a:cubicBezTo>
                    <a:pt x="183177" y="42946"/>
                    <a:pt x="174747" y="38731"/>
                    <a:pt x="164950" y="38731"/>
                  </a:cubicBezTo>
                  <a:cubicBezTo>
                    <a:pt x="135788" y="38731"/>
                    <a:pt x="111638" y="77463"/>
                    <a:pt x="111638" y="126218"/>
                  </a:cubicBezTo>
                  <a:lnTo>
                    <a:pt x="111638" y="191383"/>
                  </a:lnTo>
                  <a:lnTo>
                    <a:pt x="84096" y="23111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9" name="Google Shape;4849;p50"/>
            <p:cNvSpPr/>
            <p:nvPr/>
          </p:nvSpPr>
          <p:spPr>
            <a:xfrm rot="8713740">
              <a:off x="93508" y="461231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0" name="Google Shape;4850;p50"/>
            <p:cNvSpPr/>
            <p:nvPr/>
          </p:nvSpPr>
          <p:spPr>
            <a:xfrm rot="8713740">
              <a:off x="183053" y="464157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1" name="Google Shape;4851;p50"/>
            <p:cNvSpPr/>
            <p:nvPr/>
          </p:nvSpPr>
          <p:spPr>
            <a:xfrm rot="8716661">
              <a:off x="-14566" y="4699602"/>
              <a:ext cx="50032" cy="54276"/>
            </a:xfrm>
            <a:custGeom>
              <a:rect b="b" l="l" r="r" t="t"/>
              <a:pathLst>
                <a:path extrusionOk="0" h="54238" w="49997">
                  <a:moveTo>
                    <a:pt x="8658" y="50123"/>
                  </a:moveTo>
                  <a:cubicBezTo>
                    <a:pt x="3190" y="44655"/>
                    <a:pt x="0" y="37365"/>
                    <a:pt x="0" y="29619"/>
                  </a:cubicBezTo>
                  <a:lnTo>
                    <a:pt x="0" y="29162"/>
                  </a:lnTo>
                  <a:cubicBezTo>
                    <a:pt x="0" y="21417"/>
                    <a:pt x="3190" y="14126"/>
                    <a:pt x="8658" y="8658"/>
                  </a:cubicBezTo>
                  <a:cubicBezTo>
                    <a:pt x="14126" y="3190"/>
                    <a:pt x="21416" y="0"/>
                    <a:pt x="29163" y="0"/>
                  </a:cubicBezTo>
                  <a:cubicBezTo>
                    <a:pt x="36909" y="0"/>
                    <a:pt x="44200" y="3190"/>
                    <a:pt x="49668" y="8658"/>
                  </a:cubicBezTo>
                  <a:lnTo>
                    <a:pt x="49997" y="9441"/>
                  </a:lnTo>
                  <a:lnTo>
                    <a:pt x="18945" y="5423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2" name="Google Shape;4852;p50"/>
            <p:cNvSpPr/>
            <p:nvPr/>
          </p:nvSpPr>
          <p:spPr>
            <a:xfrm rot="8716661">
              <a:off x="-30414" y="4579725"/>
              <a:ext cx="113426" cy="71074"/>
            </a:xfrm>
            <a:custGeom>
              <a:rect b="b" l="l" r="r" t="t"/>
              <a:pathLst>
                <a:path extrusionOk="0" h="71024" w="113346">
                  <a:moveTo>
                    <a:pt x="0" y="55323"/>
                  </a:moveTo>
                  <a:lnTo>
                    <a:pt x="0" y="0"/>
                  </a:lnTo>
                  <a:lnTo>
                    <a:pt x="113346" y="0"/>
                  </a:lnTo>
                  <a:lnTo>
                    <a:pt x="64114" y="71024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3" name="Google Shape;4853;p50"/>
            <p:cNvSpPr/>
            <p:nvPr/>
          </p:nvSpPr>
          <p:spPr>
            <a:xfrm rot="8713740">
              <a:off x="71399" y="474179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4" name="Google Shape;4854;p50"/>
            <p:cNvSpPr/>
            <p:nvPr/>
          </p:nvSpPr>
          <p:spPr>
            <a:xfrm rot="7483339">
              <a:off x="171896" y="4933516"/>
              <a:ext cx="203990" cy="196012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170341" y="0"/>
                  </a:lnTo>
                  <a:lnTo>
                    <a:pt x="203847" y="48325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5" name="Google Shape;4855;p50"/>
            <p:cNvSpPr/>
            <p:nvPr/>
          </p:nvSpPr>
          <p:spPr>
            <a:xfrm rot="-8513943">
              <a:off x="313308" y="4906085"/>
              <a:ext cx="221989" cy="205248"/>
            </a:xfrm>
            <a:custGeom>
              <a:rect b="b" l="l" r="r" t="t"/>
              <a:pathLst>
                <a:path extrusionOk="0" h="205098" w="221827">
                  <a:moveTo>
                    <a:pt x="24153" y="55168"/>
                  </a:moveTo>
                  <a:lnTo>
                    <a:pt x="0" y="18385"/>
                  </a:lnTo>
                  <a:lnTo>
                    <a:pt x="23400" y="0"/>
                  </a:lnTo>
                  <a:lnTo>
                    <a:pt x="23735" y="46640"/>
                  </a:lnTo>
                  <a:close/>
                  <a:moveTo>
                    <a:pt x="221827" y="150928"/>
                  </a:moveTo>
                  <a:cubicBezTo>
                    <a:pt x="192582" y="176035"/>
                    <a:pt x="158785" y="193002"/>
                    <a:pt x="126574" y="204038"/>
                  </a:cubicBezTo>
                  <a:lnTo>
                    <a:pt x="122603" y="205098"/>
                  </a:lnTo>
                  <a:lnTo>
                    <a:pt x="102519" y="174512"/>
                  </a:lnTo>
                  <a:lnTo>
                    <a:pt x="103192" y="174655"/>
                  </a:lnTo>
                  <a:cubicBezTo>
                    <a:pt x="120298" y="174103"/>
                    <a:pt x="136851" y="170792"/>
                    <a:pt x="152853" y="165826"/>
                  </a:cubicBezTo>
                  <a:cubicBezTo>
                    <a:pt x="176028" y="158653"/>
                    <a:pt x="198652" y="149273"/>
                    <a:pt x="220723" y="138237"/>
                  </a:cubicBezTo>
                  <a:cubicBezTo>
                    <a:pt x="221275" y="140444"/>
                    <a:pt x="221827" y="143203"/>
                    <a:pt x="221827" y="14541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6" name="Google Shape;4856;p50"/>
            <p:cNvSpPr/>
            <p:nvPr/>
          </p:nvSpPr>
          <p:spPr>
            <a:xfrm rot="8716661">
              <a:off x="406275" y="4600545"/>
              <a:ext cx="113735" cy="117199"/>
            </a:xfrm>
            <a:custGeom>
              <a:rect b="b" l="l" r="r" t="t"/>
              <a:pathLst>
                <a:path extrusionOk="0" h="117117" w="113655">
                  <a:moveTo>
                    <a:pt x="13623" y="100559"/>
                  </a:moveTo>
                  <a:lnTo>
                    <a:pt x="0" y="68296"/>
                  </a:lnTo>
                  <a:lnTo>
                    <a:pt x="56488" y="0"/>
                  </a:lnTo>
                  <a:lnTo>
                    <a:pt x="96408" y="16856"/>
                  </a:lnTo>
                  <a:cubicBezTo>
                    <a:pt x="119404" y="38931"/>
                    <a:pt x="119404" y="76644"/>
                    <a:pt x="96408" y="99640"/>
                  </a:cubicBezTo>
                  <a:cubicBezTo>
                    <a:pt x="85370" y="110678"/>
                    <a:pt x="70653" y="117116"/>
                    <a:pt x="55015" y="117117"/>
                  </a:cubicBezTo>
                  <a:cubicBezTo>
                    <a:pt x="39378" y="117117"/>
                    <a:pt x="24661" y="111597"/>
                    <a:pt x="13623" y="100559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7" name="Google Shape;4857;p50"/>
            <p:cNvSpPr/>
            <p:nvPr/>
          </p:nvSpPr>
          <p:spPr>
            <a:xfrm rot="8713740">
              <a:off x="171620" y="46344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8" name="Google Shape;4858;p50"/>
            <p:cNvSpPr/>
            <p:nvPr/>
          </p:nvSpPr>
          <p:spPr>
            <a:xfrm rot="8714346">
              <a:off x="349135" y="4475223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&amp; Réseaux sociaux - Fond clair">
  <p:cSld name="Contact &amp; Réseaux sociaux - Fond clair">
    <p:bg>
      <p:bgPr>
        <a:solidFill>
          <a:srgbClr val="3A1B0B"/>
        </a:solidFill>
      </p:bgPr>
    </p:bg>
    <p:spTree>
      <p:nvGrpSpPr>
        <p:cNvPr id="4859" name="Shape 4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0" name="Google Shape;4860;p51"/>
          <p:cNvSpPr/>
          <p:nvPr/>
        </p:nvSpPr>
        <p:spPr>
          <a:xfrm>
            <a:off x="448701" y="0"/>
            <a:ext cx="8695299" cy="5143500"/>
          </a:xfrm>
          <a:custGeom>
            <a:rect b="b" l="l" r="r" t="t"/>
            <a:pathLst>
              <a:path extrusionOk="0" h="5143500" w="8695299">
                <a:moveTo>
                  <a:pt x="0" y="0"/>
                </a:moveTo>
                <a:lnTo>
                  <a:pt x="8695299" y="0"/>
                </a:lnTo>
                <a:lnTo>
                  <a:pt x="8695299" y="5143500"/>
                </a:lnTo>
                <a:lnTo>
                  <a:pt x="444304" y="5143500"/>
                </a:lnTo>
                <a:lnTo>
                  <a:pt x="171091" y="1980633"/>
                </a:lnTo>
                <a:lnTo>
                  <a:pt x="443837" y="1"/>
                </a:lnTo>
                <a:lnTo>
                  <a:pt x="262116" y="1"/>
                </a:lnTo>
                <a:lnTo>
                  <a:pt x="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61" name="Google Shape;4861;p51"/>
          <p:cNvGrpSpPr/>
          <p:nvPr/>
        </p:nvGrpSpPr>
        <p:grpSpPr>
          <a:xfrm>
            <a:off x="3242261" y="3601412"/>
            <a:ext cx="2665786" cy="796167"/>
            <a:chOff x="5898130" y="3867608"/>
            <a:chExt cx="2665786" cy="796167"/>
          </a:xfrm>
        </p:grpSpPr>
        <p:sp>
          <p:nvSpPr>
            <p:cNvPr id="4862" name="Google Shape;4862;p51"/>
            <p:cNvSpPr/>
            <p:nvPr/>
          </p:nvSpPr>
          <p:spPr>
            <a:xfrm>
              <a:off x="5898130" y="4006913"/>
              <a:ext cx="93070" cy="153115"/>
            </a:xfrm>
            <a:custGeom>
              <a:rect b="b" l="l" r="r" t="t"/>
              <a:pathLst>
                <a:path extrusionOk="0" h="153115" w="93070">
                  <a:moveTo>
                    <a:pt x="93671" y="33025"/>
                  </a:moveTo>
                  <a:lnTo>
                    <a:pt x="93671" y="137203"/>
                  </a:lnTo>
                  <a:lnTo>
                    <a:pt x="53440" y="153115"/>
                  </a:lnTo>
                  <a:lnTo>
                    <a:pt x="53440" y="45935"/>
                  </a:lnTo>
                  <a:cubicBezTo>
                    <a:pt x="53440" y="45034"/>
                    <a:pt x="53440" y="44133"/>
                    <a:pt x="53440" y="43233"/>
                  </a:cubicBezTo>
                  <a:cubicBezTo>
                    <a:pt x="52540" y="36628"/>
                    <a:pt x="46535" y="32124"/>
                    <a:pt x="39930" y="33025"/>
                  </a:cubicBezTo>
                  <a:lnTo>
                    <a:pt x="0" y="33025"/>
                  </a:lnTo>
                  <a:lnTo>
                    <a:pt x="0" y="0"/>
                  </a:lnTo>
                  <a:lnTo>
                    <a:pt x="56142" y="0"/>
                  </a:lnTo>
                  <a:cubicBezTo>
                    <a:pt x="80461" y="0"/>
                    <a:pt x="93671" y="10508"/>
                    <a:pt x="93671" y="33025"/>
                  </a:cubicBezTo>
                  <a:close/>
                </a:path>
              </a:pathLst>
            </a:custGeom>
            <a:solidFill>
              <a:srgbClr val="009F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3" name="Google Shape;4863;p51"/>
            <p:cNvSpPr/>
            <p:nvPr/>
          </p:nvSpPr>
          <p:spPr>
            <a:xfrm>
              <a:off x="7134164" y="4001471"/>
              <a:ext cx="171129" cy="165124"/>
            </a:xfrm>
            <a:custGeom>
              <a:rect b="b" l="l" r="r" t="t"/>
              <a:pathLst>
                <a:path extrusionOk="0" h="165124" w="171129">
                  <a:moveTo>
                    <a:pt x="171730" y="58282"/>
                  </a:moveTo>
                  <a:lnTo>
                    <a:pt x="171730" y="62185"/>
                  </a:lnTo>
                  <a:lnTo>
                    <a:pt x="130899" y="64587"/>
                  </a:lnTo>
                  <a:lnTo>
                    <a:pt x="130899" y="53778"/>
                  </a:lnTo>
                  <a:cubicBezTo>
                    <a:pt x="130899" y="37566"/>
                    <a:pt x="121592" y="26458"/>
                    <a:pt x="108682" y="26458"/>
                  </a:cubicBezTo>
                  <a:cubicBezTo>
                    <a:pt x="89468" y="26458"/>
                    <a:pt x="73556" y="51977"/>
                    <a:pt x="73556" y="84101"/>
                  </a:cubicBezTo>
                  <a:lnTo>
                    <a:pt x="73556" y="140844"/>
                  </a:lnTo>
                  <a:lnTo>
                    <a:pt x="33926" y="167864"/>
                  </a:lnTo>
                  <a:lnTo>
                    <a:pt x="33926" y="30061"/>
                  </a:lnTo>
                  <a:lnTo>
                    <a:pt x="0" y="30061"/>
                  </a:lnTo>
                  <a:lnTo>
                    <a:pt x="0" y="939"/>
                  </a:lnTo>
                  <a:lnTo>
                    <a:pt x="69052" y="939"/>
                  </a:lnTo>
                  <a:lnTo>
                    <a:pt x="69052" y="49575"/>
                  </a:lnTo>
                  <a:lnTo>
                    <a:pt x="69953" y="49575"/>
                  </a:lnTo>
                  <a:cubicBezTo>
                    <a:pt x="79560" y="21054"/>
                    <a:pt x="87066" y="9945"/>
                    <a:pt x="101477" y="3941"/>
                  </a:cubicBezTo>
                  <a:cubicBezTo>
                    <a:pt x="108082" y="1239"/>
                    <a:pt x="114987" y="-262"/>
                    <a:pt x="122192" y="38"/>
                  </a:cubicBezTo>
                  <a:cubicBezTo>
                    <a:pt x="153116" y="-563"/>
                    <a:pt x="171730" y="21054"/>
                    <a:pt x="171730" y="58282"/>
                  </a:cubicBezTo>
                  <a:close/>
                </a:path>
              </a:pathLst>
            </a:custGeom>
            <a:solidFill>
              <a:srgbClr val="009F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4" name="Google Shape;4864;p51"/>
            <p:cNvSpPr/>
            <p:nvPr/>
          </p:nvSpPr>
          <p:spPr>
            <a:xfrm>
              <a:off x="7993113" y="3867608"/>
              <a:ext cx="123092" cy="90067"/>
            </a:xfrm>
            <a:custGeom>
              <a:rect b="b" l="l" r="r" t="t"/>
              <a:pathLst>
                <a:path extrusionOk="0" h="90067" w="123092">
                  <a:moveTo>
                    <a:pt x="108382" y="45634"/>
                  </a:moveTo>
                  <a:lnTo>
                    <a:pt x="108682" y="45634"/>
                  </a:lnTo>
                  <a:lnTo>
                    <a:pt x="3903" y="90969"/>
                  </a:lnTo>
                  <a:lnTo>
                    <a:pt x="0" y="85565"/>
                  </a:lnTo>
                  <a:lnTo>
                    <a:pt x="71154" y="18614"/>
                  </a:lnTo>
                  <a:cubicBezTo>
                    <a:pt x="80161" y="8106"/>
                    <a:pt x="93070" y="1501"/>
                    <a:pt x="107181" y="0"/>
                  </a:cubicBezTo>
                  <a:cubicBezTo>
                    <a:pt x="121592" y="0"/>
                    <a:pt x="125795" y="12610"/>
                    <a:pt x="125795" y="22217"/>
                  </a:cubicBezTo>
                  <a:cubicBezTo>
                    <a:pt x="124894" y="32725"/>
                    <a:pt x="117989" y="41431"/>
                    <a:pt x="108382" y="45634"/>
                  </a:cubicBezTo>
                  <a:close/>
                </a:path>
              </a:pathLst>
            </a:custGeom>
            <a:solidFill>
              <a:srgbClr val="009F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5" name="Google Shape;4865;p51"/>
            <p:cNvSpPr/>
            <p:nvPr/>
          </p:nvSpPr>
          <p:spPr>
            <a:xfrm>
              <a:off x="6523803" y="3918346"/>
              <a:ext cx="36027" cy="36027"/>
            </a:xfrm>
            <a:custGeom>
              <a:rect b="b" l="l" r="r" t="t"/>
              <a:pathLst>
                <a:path extrusionOk="0" h="36027" w="36027">
                  <a:moveTo>
                    <a:pt x="32725" y="32725"/>
                  </a:moveTo>
                  <a:cubicBezTo>
                    <a:pt x="29122" y="36327"/>
                    <a:pt x="24318" y="38429"/>
                    <a:pt x="19215" y="38429"/>
                  </a:cubicBezTo>
                  <a:cubicBezTo>
                    <a:pt x="14111" y="38429"/>
                    <a:pt x="9307" y="36628"/>
                    <a:pt x="5704" y="33025"/>
                  </a:cubicBezTo>
                  <a:cubicBezTo>
                    <a:pt x="2102" y="29422"/>
                    <a:pt x="0" y="24619"/>
                    <a:pt x="0" y="19515"/>
                  </a:cubicBezTo>
                  <a:lnTo>
                    <a:pt x="0" y="19214"/>
                  </a:lnTo>
                  <a:cubicBezTo>
                    <a:pt x="0" y="14111"/>
                    <a:pt x="2102" y="9307"/>
                    <a:pt x="5704" y="5704"/>
                  </a:cubicBezTo>
                  <a:cubicBezTo>
                    <a:pt x="9307" y="2102"/>
                    <a:pt x="14111" y="0"/>
                    <a:pt x="19215" y="0"/>
                  </a:cubicBezTo>
                  <a:cubicBezTo>
                    <a:pt x="24318" y="0"/>
                    <a:pt x="29122" y="2102"/>
                    <a:pt x="32725" y="5704"/>
                  </a:cubicBezTo>
                  <a:cubicBezTo>
                    <a:pt x="40230" y="12910"/>
                    <a:pt x="40230" y="25219"/>
                    <a:pt x="32725" y="32725"/>
                  </a:cubicBezTo>
                  <a:close/>
                </a:path>
              </a:pathLst>
            </a:custGeom>
            <a:solidFill>
              <a:srgbClr val="009F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6" name="Google Shape;4866;p51"/>
            <p:cNvSpPr/>
            <p:nvPr/>
          </p:nvSpPr>
          <p:spPr>
            <a:xfrm>
              <a:off x="6763083" y="4006913"/>
              <a:ext cx="120090" cy="117088"/>
            </a:xfrm>
            <a:custGeom>
              <a:rect b="b" l="l" r="r" t="t"/>
              <a:pathLst>
                <a:path extrusionOk="0" h="117088" w="120090">
                  <a:moveTo>
                    <a:pt x="122793" y="0"/>
                  </a:moveTo>
                  <a:lnTo>
                    <a:pt x="122793" y="33325"/>
                  </a:lnTo>
                  <a:lnTo>
                    <a:pt x="83763" y="33325"/>
                  </a:lnTo>
                  <a:lnTo>
                    <a:pt x="54641" y="117989"/>
                  </a:lnTo>
                  <a:lnTo>
                    <a:pt x="28822" y="69953"/>
                  </a:lnTo>
                  <a:lnTo>
                    <a:pt x="42032" y="33325"/>
                  </a:lnTo>
                  <a:lnTo>
                    <a:pt x="0" y="333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F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7" name="Google Shape;4867;p51"/>
            <p:cNvSpPr/>
            <p:nvPr/>
          </p:nvSpPr>
          <p:spPr>
            <a:xfrm>
              <a:off x="7314421" y="4184121"/>
              <a:ext cx="120090" cy="114086"/>
            </a:xfrm>
            <a:custGeom>
              <a:rect b="b" l="l" r="r" t="t"/>
              <a:pathLst>
                <a:path extrusionOk="0" h="114086" w="120090">
                  <a:moveTo>
                    <a:pt x="121170" y="114311"/>
                  </a:moveTo>
                  <a:lnTo>
                    <a:pt x="118168" y="114311"/>
                  </a:lnTo>
                  <a:cubicBezTo>
                    <a:pt x="46114" y="114311"/>
                    <a:pt x="179" y="65675"/>
                    <a:pt x="179" y="33250"/>
                  </a:cubicBezTo>
                  <a:cubicBezTo>
                    <a:pt x="-1622" y="16738"/>
                    <a:pt x="10387" y="2027"/>
                    <a:pt x="26899" y="225"/>
                  </a:cubicBezTo>
                  <a:cubicBezTo>
                    <a:pt x="28700" y="-75"/>
                    <a:pt x="30802" y="-75"/>
                    <a:pt x="32603" y="225"/>
                  </a:cubicBezTo>
                  <a:cubicBezTo>
                    <a:pt x="46414" y="1426"/>
                    <a:pt x="57222" y="11934"/>
                    <a:pt x="59324" y="25144"/>
                  </a:cubicBezTo>
                  <a:cubicBezTo>
                    <a:pt x="59924" y="37753"/>
                    <a:pt x="51518" y="48862"/>
                    <a:pt x="39208" y="52164"/>
                  </a:cubicBezTo>
                  <a:lnTo>
                    <a:pt x="121170" y="114311"/>
                  </a:lnTo>
                  <a:close/>
                </a:path>
              </a:pathLst>
            </a:custGeom>
            <a:solidFill>
              <a:srgbClr val="009F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8" name="Google Shape;4868;p51"/>
            <p:cNvSpPr/>
            <p:nvPr/>
          </p:nvSpPr>
          <p:spPr>
            <a:xfrm>
              <a:off x="7744225" y="4120699"/>
              <a:ext cx="147111" cy="177133"/>
            </a:xfrm>
            <a:custGeom>
              <a:rect b="b" l="l" r="r" t="t"/>
              <a:pathLst>
                <a:path extrusionOk="0" h="177133" w="147111">
                  <a:moveTo>
                    <a:pt x="148312" y="137504"/>
                  </a:moveTo>
                  <a:lnTo>
                    <a:pt x="148312" y="140506"/>
                  </a:lnTo>
                  <a:cubicBezTo>
                    <a:pt x="116488" y="167827"/>
                    <a:pt x="74756" y="177434"/>
                    <a:pt x="49838" y="178935"/>
                  </a:cubicBezTo>
                  <a:cubicBezTo>
                    <a:pt x="36027" y="179836"/>
                    <a:pt x="22517" y="173831"/>
                    <a:pt x="12910" y="163924"/>
                  </a:cubicBezTo>
                  <a:cubicBezTo>
                    <a:pt x="2702" y="154016"/>
                    <a:pt x="0" y="136903"/>
                    <a:pt x="0" y="112285"/>
                  </a:cubicBezTo>
                  <a:lnTo>
                    <a:pt x="0" y="20716"/>
                  </a:lnTo>
                  <a:lnTo>
                    <a:pt x="39930" y="0"/>
                  </a:lnTo>
                  <a:lnTo>
                    <a:pt x="40531" y="83763"/>
                  </a:lnTo>
                  <a:cubicBezTo>
                    <a:pt x="39630" y="100576"/>
                    <a:pt x="42332" y="117689"/>
                    <a:pt x="47736" y="133601"/>
                  </a:cubicBezTo>
                  <a:cubicBezTo>
                    <a:pt x="52540" y="146811"/>
                    <a:pt x="64849" y="153416"/>
                    <a:pt x="83763" y="153416"/>
                  </a:cubicBezTo>
                  <a:cubicBezTo>
                    <a:pt x="93070" y="153115"/>
                    <a:pt x="102077" y="151314"/>
                    <a:pt x="110784" y="148612"/>
                  </a:cubicBezTo>
                  <a:cubicBezTo>
                    <a:pt x="123393" y="144709"/>
                    <a:pt x="135702" y="139605"/>
                    <a:pt x="147711" y="133601"/>
                  </a:cubicBezTo>
                  <a:cubicBezTo>
                    <a:pt x="148012" y="134802"/>
                    <a:pt x="148312" y="136303"/>
                    <a:pt x="148312" y="137504"/>
                  </a:cubicBezTo>
                  <a:close/>
                </a:path>
              </a:pathLst>
            </a:custGeom>
            <a:solidFill>
              <a:srgbClr val="009F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9" name="Google Shape;4869;p51"/>
            <p:cNvSpPr/>
            <p:nvPr/>
          </p:nvSpPr>
          <p:spPr>
            <a:xfrm>
              <a:off x="5951546" y="4012317"/>
              <a:ext cx="195147" cy="288217"/>
            </a:xfrm>
            <a:custGeom>
              <a:rect b="b" l="l" r="r" t="t"/>
              <a:pathLst>
                <a:path extrusionOk="0" h="288217" w="195147">
                  <a:moveTo>
                    <a:pt x="190368" y="0"/>
                  </a:moveTo>
                  <a:lnTo>
                    <a:pt x="161847" y="0"/>
                  </a:lnTo>
                  <a:cubicBezTo>
                    <a:pt x="157944" y="0"/>
                    <a:pt x="156443" y="1501"/>
                    <a:pt x="156443" y="5404"/>
                  </a:cubicBezTo>
                  <a:lnTo>
                    <a:pt x="156443" y="190344"/>
                  </a:lnTo>
                  <a:cubicBezTo>
                    <a:pt x="156443" y="205955"/>
                    <a:pt x="150138" y="220967"/>
                    <a:pt x="138729" y="231775"/>
                  </a:cubicBezTo>
                  <a:cubicBezTo>
                    <a:pt x="128221" y="243183"/>
                    <a:pt x="113510" y="249188"/>
                    <a:pt x="98199" y="248888"/>
                  </a:cubicBezTo>
                  <a:cubicBezTo>
                    <a:pt x="82587" y="249188"/>
                    <a:pt x="67575" y="243183"/>
                    <a:pt x="57067" y="231775"/>
                  </a:cubicBezTo>
                  <a:cubicBezTo>
                    <a:pt x="45959" y="220967"/>
                    <a:pt x="39654" y="205955"/>
                    <a:pt x="39955" y="190344"/>
                  </a:cubicBezTo>
                  <a:lnTo>
                    <a:pt x="39955" y="131499"/>
                  </a:lnTo>
                  <a:lnTo>
                    <a:pt x="24" y="147711"/>
                  </a:lnTo>
                  <a:lnTo>
                    <a:pt x="24" y="190644"/>
                  </a:lnTo>
                  <a:cubicBezTo>
                    <a:pt x="-576" y="216763"/>
                    <a:pt x="9932" y="241982"/>
                    <a:pt x="28546" y="260597"/>
                  </a:cubicBezTo>
                  <a:cubicBezTo>
                    <a:pt x="46860" y="279511"/>
                    <a:pt x="71779" y="290019"/>
                    <a:pt x="98199" y="290019"/>
                  </a:cubicBezTo>
                  <a:cubicBezTo>
                    <a:pt x="124318" y="290019"/>
                    <a:pt x="149237" y="279511"/>
                    <a:pt x="167251" y="260296"/>
                  </a:cubicBezTo>
                  <a:cubicBezTo>
                    <a:pt x="186165" y="241982"/>
                    <a:pt x="196673" y="216763"/>
                    <a:pt x="196373" y="190344"/>
                  </a:cubicBezTo>
                  <a:lnTo>
                    <a:pt x="196373" y="5404"/>
                  </a:lnTo>
                  <a:cubicBezTo>
                    <a:pt x="196073" y="1501"/>
                    <a:pt x="193971" y="0"/>
                    <a:pt x="190368" y="0"/>
                  </a:cubicBez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0" name="Google Shape;4870;p51"/>
            <p:cNvSpPr/>
            <p:nvPr/>
          </p:nvSpPr>
          <p:spPr>
            <a:xfrm>
              <a:off x="6234678" y="3999143"/>
              <a:ext cx="198149" cy="288217"/>
            </a:xfrm>
            <a:custGeom>
              <a:rect b="b" l="l" r="r" t="t"/>
              <a:pathLst>
                <a:path extrusionOk="0" h="288217" w="198149">
                  <a:moveTo>
                    <a:pt x="192452" y="289382"/>
                  </a:moveTo>
                  <a:lnTo>
                    <a:pt x="164230" y="289382"/>
                  </a:lnTo>
                  <a:cubicBezTo>
                    <a:pt x="161228" y="289682"/>
                    <a:pt x="158526" y="287580"/>
                    <a:pt x="158226" y="284578"/>
                  </a:cubicBezTo>
                  <a:cubicBezTo>
                    <a:pt x="158226" y="284278"/>
                    <a:pt x="158226" y="283677"/>
                    <a:pt x="158226" y="283377"/>
                  </a:cubicBezTo>
                  <a:lnTo>
                    <a:pt x="158226" y="98438"/>
                  </a:lnTo>
                  <a:cubicBezTo>
                    <a:pt x="158526" y="82826"/>
                    <a:pt x="152221" y="68115"/>
                    <a:pt x="140813" y="57307"/>
                  </a:cubicBezTo>
                  <a:cubicBezTo>
                    <a:pt x="117995" y="34490"/>
                    <a:pt x="80767" y="34490"/>
                    <a:pt x="57950" y="57006"/>
                  </a:cubicBezTo>
                  <a:cubicBezTo>
                    <a:pt x="57950" y="57006"/>
                    <a:pt x="57650" y="57307"/>
                    <a:pt x="57650" y="57307"/>
                  </a:cubicBezTo>
                  <a:cubicBezTo>
                    <a:pt x="46842" y="68115"/>
                    <a:pt x="40837" y="83126"/>
                    <a:pt x="41137" y="98438"/>
                  </a:cubicBezTo>
                  <a:lnTo>
                    <a:pt x="41137" y="283377"/>
                  </a:lnTo>
                  <a:cubicBezTo>
                    <a:pt x="41738" y="286380"/>
                    <a:pt x="39636" y="289082"/>
                    <a:pt x="36634" y="289382"/>
                  </a:cubicBezTo>
                  <a:cubicBezTo>
                    <a:pt x="36033" y="289382"/>
                    <a:pt x="35433" y="289382"/>
                    <a:pt x="34833" y="289382"/>
                  </a:cubicBezTo>
                  <a:lnTo>
                    <a:pt x="6011" y="289382"/>
                  </a:lnTo>
                  <a:cubicBezTo>
                    <a:pt x="3009" y="289682"/>
                    <a:pt x="306" y="287580"/>
                    <a:pt x="6" y="284578"/>
                  </a:cubicBezTo>
                  <a:cubicBezTo>
                    <a:pt x="6" y="284278"/>
                    <a:pt x="6" y="283677"/>
                    <a:pt x="6" y="283377"/>
                  </a:cubicBezTo>
                  <a:lnTo>
                    <a:pt x="6" y="98438"/>
                  </a:lnTo>
                  <a:cubicBezTo>
                    <a:pt x="-294" y="72318"/>
                    <a:pt x="10214" y="47099"/>
                    <a:pt x="29428" y="28785"/>
                  </a:cubicBezTo>
                  <a:cubicBezTo>
                    <a:pt x="67858" y="-9344"/>
                    <a:pt x="130004" y="-9644"/>
                    <a:pt x="168734" y="28185"/>
                  </a:cubicBezTo>
                  <a:cubicBezTo>
                    <a:pt x="169034" y="28485"/>
                    <a:pt x="169034" y="28485"/>
                    <a:pt x="169334" y="28785"/>
                  </a:cubicBezTo>
                  <a:cubicBezTo>
                    <a:pt x="188248" y="47099"/>
                    <a:pt x="198756" y="72318"/>
                    <a:pt x="198456" y="98438"/>
                  </a:cubicBezTo>
                  <a:lnTo>
                    <a:pt x="198456" y="283377"/>
                  </a:lnTo>
                  <a:cubicBezTo>
                    <a:pt x="198756" y="286380"/>
                    <a:pt x="196355" y="289082"/>
                    <a:pt x="193352" y="289382"/>
                  </a:cubicBezTo>
                  <a:cubicBezTo>
                    <a:pt x="193052" y="289382"/>
                    <a:pt x="192752" y="289382"/>
                    <a:pt x="192452" y="289382"/>
                  </a:cubicBezTo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1" name="Google Shape;4871;p51"/>
            <p:cNvSpPr/>
            <p:nvPr/>
          </p:nvSpPr>
          <p:spPr>
            <a:xfrm>
              <a:off x="6523803" y="4111091"/>
              <a:ext cx="39029" cy="177133"/>
            </a:xfrm>
            <a:custGeom>
              <a:rect b="b" l="l" r="r" t="t"/>
              <a:pathLst>
                <a:path extrusionOk="0" h="177133" w="39029">
                  <a:moveTo>
                    <a:pt x="39930" y="37528"/>
                  </a:moveTo>
                  <a:lnTo>
                    <a:pt x="39930" y="173231"/>
                  </a:lnTo>
                  <a:cubicBezTo>
                    <a:pt x="40230" y="176233"/>
                    <a:pt x="38129" y="178935"/>
                    <a:pt x="34826" y="179235"/>
                  </a:cubicBezTo>
                  <a:cubicBezTo>
                    <a:pt x="34526" y="179235"/>
                    <a:pt x="34226" y="179235"/>
                    <a:pt x="33625" y="179235"/>
                  </a:cubicBezTo>
                  <a:lnTo>
                    <a:pt x="6005" y="179235"/>
                  </a:lnTo>
                  <a:cubicBezTo>
                    <a:pt x="3002" y="179836"/>
                    <a:pt x="300" y="177734"/>
                    <a:pt x="0" y="174732"/>
                  </a:cubicBezTo>
                  <a:cubicBezTo>
                    <a:pt x="0" y="174131"/>
                    <a:pt x="0" y="173531"/>
                    <a:pt x="0" y="172930"/>
                  </a:cubicBezTo>
                  <a:lnTo>
                    <a:pt x="0" y="0"/>
                  </a:lnTo>
                  <a:lnTo>
                    <a:pt x="39930" y="37528"/>
                  </a:lnTo>
                  <a:lnTo>
                    <a:pt x="39930" y="37528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2" name="Google Shape;4872;p51"/>
            <p:cNvSpPr/>
            <p:nvPr/>
          </p:nvSpPr>
          <p:spPr>
            <a:xfrm>
              <a:off x="6624477" y="4006913"/>
              <a:ext cx="192145" cy="282212"/>
            </a:xfrm>
            <a:custGeom>
              <a:rect b="b" l="l" r="r" t="t"/>
              <a:pathLst>
                <a:path extrusionOk="0" h="282212" w="192145">
                  <a:moveTo>
                    <a:pt x="193248" y="117989"/>
                  </a:moveTo>
                  <a:lnTo>
                    <a:pt x="135004" y="277709"/>
                  </a:lnTo>
                  <a:cubicBezTo>
                    <a:pt x="134404" y="280712"/>
                    <a:pt x="131702" y="282813"/>
                    <a:pt x="128699" y="282813"/>
                  </a:cubicBezTo>
                  <a:lnTo>
                    <a:pt x="105882" y="282813"/>
                  </a:lnTo>
                  <a:cubicBezTo>
                    <a:pt x="102580" y="282813"/>
                    <a:pt x="100778" y="281012"/>
                    <a:pt x="99577" y="277709"/>
                  </a:cubicBezTo>
                  <a:lnTo>
                    <a:pt x="803" y="8406"/>
                  </a:lnTo>
                  <a:cubicBezTo>
                    <a:pt x="-1299" y="3002"/>
                    <a:pt x="803" y="0"/>
                    <a:pt x="6207" y="0"/>
                  </a:cubicBezTo>
                  <a:lnTo>
                    <a:pt x="36230" y="0"/>
                  </a:lnTo>
                  <a:cubicBezTo>
                    <a:pt x="39832" y="0"/>
                    <a:pt x="42835" y="2402"/>
                    <a:pt x="43435" y="5704"/>
                  </a:cubicBezTo>
                  <a:lnTo>
                    <a:pt x="112787" y="195447"/>
                  </a:lnTo>
                  <a:cubicBezTo>
                    <a:pt x="113088" y="197249"/>
                    <a:pt x="114889" y="198450"/>
                    <a:pt x="116690" y="198149"/>
                  </a:cubicBezTo>
                  <a:cubicBezTo>
                    <a:pt x="118792" y="198450"/>
                    <a:pt x="120593" y="197249"/>
                    <a:pt x="121194" y="195447"/>
                  </a:cubicBezTo>
                  <a:lnTo>
                    <a:pt x="167128" y="69953"/>
                  </a:lnTo>
                  <a:lnTo>
                    <a:pt x="193248" y="117989"/>
                  </a:lnTo>
                  <a:lnTo>
                    <a:pt x="193248" y="117989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3" name="Google Shape;4873;p51"/>
            <p:cNvSpPr/>
            <p:nvPr/>
          </p:nvSpPr>
          <p:spPr>
            <a:xfrm>
              <a:off x="6902066" y="3999101"/>
              <a:ext cx="201151" cy="297224"/>
            </a:xfrm>
            <a:custGeom>
              <a:rect b="b" l="l" r="r" t="t"/>
              <a:pathLst>
                <a:path extrusionOk="0" h="297224" w="201151">
                  <a:moveTo>
                    <a:pt x="197872" y="166632"/>
                  </a:moveTo>
                  <a:lnTo>
                    <a:pt x="47158" y="166632"/>
                  </a:lnTo>
                  <a:cubicBezTo>
                    <a:pt x="44156" y="166332"/>
                    <a:pt x="41154" y="168433"/>
                    <a:pt x="40853" y="171736"/>
                  </a:cubicBezTo>
                  <a:cubicBezTo>
                    <a:pt x="40853" y="172036"/>
                    <a:pt x="40853" y="172336"/>
                    <a:pt x="40853" y="172937"/>
                  </a:cubicBezTo>
                  <a:lnTo>
                    <a:pt x="40853" y="190049"/>
                  </a:lnTo>
                  <a:cubicBezTo>
                    <a:pt x="40553" y="207763"/>
                    <a:pt x="47458" y="224876"/>
                    <a:pt x="60368" y="237185"/>
                  </a:cubicBezTo>
                  <a:cubicBezTo>
                    <a:pt x="72377" y="249794"/>
                    <a:pt x="89490" y="257000"/>
                    <a:pt x="106903" y="257000"/>
                  </a:cubicBezTo>
                  <a:cubicBezTo>
                    <a:pt x="129420" y="257300"/>
                    <a:pt x="151637" y="250095"/>
                    <a:pt x="170251" y="237185"/>
                  </a:cubicBezTo>
                  <a:cubicBezTo>
                    <a:pt x="172053" y="235384"/>
                    <a:pt x="175055" y="235384"/>
                    <a:pt x="177156" y="237185"/>
                  </a:cubicBezTo>
                  <a:cubicBezTo>
                    <a:pt x="177457" y="237485"/>
                    <a:pt x="177757" y="237785"/>
                    <a:pt x="178057" y="238386"/>
                  </a:cubicBezTo>
                  <a:lnTo>
                    <a:pt x="194570" y="262404"/>
                  </a:lnTo>
                  <a:cubicBezTo>
                    <a:pt x="196671" y="264506"/>
                    <a:pt x="196371" y="267808"/>
                    <a:pt x="194269" y="269609"/>
                  </a:cubicBezTo>
                  <a:cubicBezTo>
                    <a:pt x="193969" y="269910"/>
                    <a:pt x="193369" y="270210"/>
                    <a:pt x="193068" y="270510"/>
                  </a:cubicBezTo>
                  <a:cubicBezTo>
                    <a:pt x="168150" y="288824"/>
                    <a:pt x="138127" y="298431"/>
                    <a:pt x="107204" y="298131"/>
                  </a:cubicBezTo>
                  <a:cubicBezTo>
                    <a:pt x="78682" y="298431"/>
                    <a:pt x="51361" y="287023"/>
                    <a:pt x="31546" y="266607"/>
                  </a:cubicBezTo>
                  <a:cubicBezTo>
                    <a:pt x="10831" y="246792"/>
                    <a:pt x="-578" y="219171"/>
                    <a:pt x="23" y="190950"/>
                  </a:cubicBezTo>
                  <a:lnTo>
                    <a:pt x="23" y="101483"/>
                  </a:lnTo>
                  <a:cubicBezTo>
                    <a:pt x="-278" y="45641"/>
                    <a:pt x="45357" y="306"/>
                    <a:pt x="101499" y="6"/>
                  </a:cubicBezTo>
                  <a:cubicBezTo>
                    <a:pt x="128820" y="-294"/>
                    <a:pt x="154940" y="10514"/>
                    <a:pt x="173554" y="30029"/>
                  </a:cubicBezTo>
                  <a:cubicBezTo>
                    <a:pt x="193068" y="48643"/>
                    <a:pt x="203576" y="74462"/>
                    <a:pt x="202976" y="101483"/>
                  </a:cubicBezTo>
                  <a:lnTo>
                    <a:pt x="202976" y="160627"/>
                  </a:lnTo>
                  <a:cubicBezTo>
                    <a:pt x="202976" y="164530"/>
                    <a:pt x="201175" y="166632"/>
                    <a:pt x="197272" y="166632"/>
                  </a:cubicBezTo>
                  <a:moveTo>
                    <a:pt x="162445" y="101783"/>
                  </a:moveTo>
                  <a:cubicBezTo>
                    <a:pt x="162746" y="68458"/>
                    <a:pt x="135725" y="41137"/>
                    <a:pt x="102400" y="40837"/>
                  </a:cubicBezTo>
                  <a:cubicBezTo>
                    <a:pt x="102100" y="40837"/>
                    <a:pt x="101799" y="40837"/>
                    <a:pt x="101499" y="40837"/>
                  </a:cubicBezTo>
                  <a:cubicBezTo>
                    <a:pt x="85287" y="40537"/>
                    <a:pt x="69975" y="46841"/>
                    <a:pt x="58867" y="58550"/>
                  </a:cubicBezTo>
                  <a:cubicBezTo>
                    <a:pt x="47458" y="69959"/>
                    <a:pt x="41154" y="85270"/>
                    <a:pt x="41454" y="101483"/>
                  </a:cubicBezTo>
                  <a:lnTo>
                    <a:pt x="41454" y="120397"/>
                  </a:lnTo>
                  <a:cubicBezTo>
                    <a:pt x="41154" y="123399"/>
                    <a:pt x="43555" y="126101"/>
                    <a:pt x="46558" y="126401"/>
                  </a:cubicBezTo>
                  <a:cubicBezTo>
                    <a:pt x="46858" y="126401"/>
                    <a:pt x="47158" y="126401"/>
                    <a:pt x="47759" y="126401"/>
                  </a:cubicBezTo>
                  <a:lnTo>
                    <a:pt x="157942" y="126401"/>
                  </a:lnTo>
                  <a:cubicBezTo>
                    <a:pt x="161845" y="126401"/>
                    <a:pt x="163346" y="124300"/>
                    <a:pt x="163346" y="120397"/>
                  </a:cubicBezTo>
                  <a:lnTo>
                    <a:pt x="162445" y="101783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4" name="Google Shape;4874;p51"/>
            <p:cNvSpPr/>
            <p:nvPr/>
          </p:nvSpPr>
          <p:spPr>
            <a:xfrm>
              <a:off x="7168089" y="4142015"/>
              <a:ext cx="39029" cy="147110"/>
            </a:xfrm>
            <a:custGeom>
              <a:rect b="b" l="l" r="r" t="t"/>
              <a:pathLst>
                <a:path extrusionOk="0" h="147110" w="39029">
                  <a:moveTo>
                    <a:pt x="39630" y="0"/>
                  </a:moveTo>
                  <a:lnTo>
                    <a:pt x="39630" y="143808"/>
                  </a:lnTo>
                  <a:cubicBezTo>
                    <a:pt x="39930" y="146811"/>
                    <a:pt x="37829" y="149513"/>
                    <a:pt x="34826" y="149813"/>
                  </a:cubicBezTo>
                  <a:cubicBezTo>
                    <a:pt x="34526" y="149813"/>
                    <a:pt x="33926" y="149813"/>
                    <a:pt x="33625" y="149813"/>
                  </a:cubicBezTo>
                  <a:lnTo>
                    <a:pt x="6005" y="149813"/>
                  </a:lnTo>
                  <a:cubicBezTo>
                    <a:pt x="3002" y="150113"/>
                    <a:pt x="300" y="148012"/>
                    <a:pt x="0" y="144709"/>
                  </a:cubicBezTo>
                  <a:cubicBezTo>
                    <a:pt x="0" y="144409"/>
                    <a:pt x="0" y="144109"/>
                    <a:pt x="0" y="143508"/>
                  </a:cubicBezTo>
                  <a:lnTo>
                    <a:pt x="0" y="26720"/>
                  </a:lnTo>
                  <a:lnTo>
                    <a:pt x="39630" y="0"/>
                  </a:lnTo>
                  <a:lnTo>
                    <a:pt x="39630" y="0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5" name="Google Shape;4875;p51"/>
            <p:cNvSpPr/>
            <p:nvPr/>
          </p:nvSpPr>
          <p:spPr>
            <a:xfrm>
              <a:off x="7592289" y="3898809"/>
              <a:ext cx="51038" cy="390294"/>
            </a:xfrm>
            <a:custGeom>
              <a:rect b="b" l="l" r="r" t="t"/>
              <a:pathLst>
                <a:path extrusionOk="0" h="390294" w="51038">
                  <a:moveTo>
                    <a:pt x="44454" y="46558"/>
                  </a:moveTo>
                  <a:cubicBezTo>
                    <a:pt x="39651" y="51962"/>
                    <a:pt x="33046" y="55264"/>
                    <a:pt x="25840" y="54964"/>
                  </a:cubicBezTo>
                  <a:cubicBezTo>
                    <a:pt x="18935" y="54964"/>
                    <a:pt x="12330" y="51962"/>
                    <a:pt x="7827" y="46558"/>
                  </a:cubicBezTo>
                  <a:cubicBezTo>
                    <a:pt x="2723" y="41754"/>
                    <a:pt x="-280" y="34849"/>
                    <a:pt x="21" y="27343"/>
                  </a:cubicBezTo>
                  <a:cubicBezTo>
                    <a:pt x="-280" y="19837"/>
                    <a:pt x="2723" y="12632"/>
                    <a:pt x="7827" y="7828"/>
                  </a:cubicBezTo>
                  <a:cubicBezTo>
                    <a:pt x="12330" y="2424"/>
                    <a:pt x="18935" y="-278"/>
                    <a:pt x="25840" y="23"/>
                  </a:cubicBezTo>
                  <a:cubicBezTo>
                    <a:pt x="32745" y="-278"/>
                    <a:pt x="39651" y="2424"/>
                    <a:pt x="44454" y="7828"/>
                  </a:cubicBezTo>
                  <a:cubicBezTo>
                    <a:pt x="49858" y="12932"/>
                    <a:pt x="52560" y="20138"/>
                    <a:pt x="52560" y="27343"/>
                  </a:cubicBezTo>
                  <a:cubicBezTo>
                    <a:pt x="52260" y="34849"/>
                    <a:pt x="49558" y="41754"/>
                    <a:pt x="44454" y="46558"/>
                  </a:cubicBezTo>
                  <a:moveTo>
                    <a:pt x="39651" y="392719"/>
                  </a:moveTo>
                  <a:lnTo>
                    <a:pt x="12630" y="392719"/>
                  </a:lnTo>
                  <a:cubicBezTo>
                    <a:pt x="8427" y="392719"/>
                    <a:pt x="6926" y="390617"/>
                    <a:pt x="6926" y="386714"/>
                  </a:cubicBezTo>
                  <a:lnTo>
                    <a:pt x="6926" y="112307"/>
                  </a:lnTo>
                  <a:cubicBezTo>
                    <a:pt x="6926" y="108404"/>
                    <a:pt x="8427" y="106603"/>
                    <a:pt x="12630" y="106603"/>
                  </a:cubicBezTo>
                  <a:lnTo>
                    <a:pt x="39651" y="106603"/>
                  </a:lnTo>
                  <a:cubicBezTo>
                    <a:pt x="43553" y="106603"/>
                    <a:pt x="45655" y="108404"/>
                    <a:pt x="45655" y="112307"/>
                  </a:cubicBezTo>
                  <a:lnTo>
                    <a:pt x="45655" y="386414"/>
                  </a:lnTo>
                  <a:cubicBezTo>
                    <a:pt x="45955" y="389416"/>
                    <a:pt x="43854" y="392118"/>
                    <a:pt x="40852" y="392418"/>
                  </a:cubicBezTo>
                  <a:cubicBezTo>
                    <a:pt x="40551" y="392719"/>
                    <a:pt x="39951" y="392719"/>
                    <a:pt x="39651" y="392719"/>
                  </a:cubicBezTo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6" name="Google Shape;4876;p51"/>
            <p:cNvSpPr/>
            <p:nvPr/>
          </p:nvSpPr>
          <p:spPr>
            <a:xfrm>
              <a:off x="7927941" y="3999084"/>
              <a:ext cx="201151" cy="297224"/>
            </a:xfrm>
            <a:custGeom>
              <a:rect b="b" l="l" r="r" t="t"/>
              <a:pathLst>
                <a:path extrusionOk="0" h="297224" w="201151">
                  <a:moveTo>
                    <a:pt x="197872" y="166649"/>
                  </a:moveTo>
                  <a:lnTo>
                    <a:pt x="46858" y="166649"/>
                  </a:lnTo>
                  <a:cubicBezTo>
                    <a:pt x="43856" y="166349"/>
                    <a:pt x="41154" y="168450"/>
                    <a:pt x="40854" y="171452"/>
                  </a:cubicBezTo>
                  <a:cubicBezTo>
                    <a:pt x="40854" y="171753"/>
                    <a:pt x="40854" y="172353"/>
                    <a:pt x="40854" y="172653"/>
                  </a:cubicBezTo>
                  <a:lnTo>
                    <a:pt x="40854" y="189766"/>
                  </a:lnTo>
                  <a:cubicBezTo>
                    <a:pt x="40553" y="207480"/>
                    <a:pt x="47459" y="224593"/>
                    <a:pt x="60368" y="236902"/>
                  </a:cubicBezTo>
                  <a:cubicBezTo>
                    <a:pt x="72677" y="249812"/>
                    <a:pt x="89790" y="257017"/>
                    <a:pt x="107504" y="256717"/>
                  </a:cubicBezTo>
                  <a:cubicBezTo>
                    <a:pt x="130021" y="257017"/>
                    <a:pt x="152238" y="249812"/>
                    <a:pt x="170852" y="236902"/>
                  </a:cubicBezTo>
                  <a:cubicBezTo>
                    <a:pt x="172953" y="235100"/>
                    <a:pt x="175956" y="235100"/>
                    <a:pt x="177757" y="236902"/>
                  </a:cubicBezTo>
                  <a:cubicBezTo>
                    <a:pt x="178057" y="237202"/>
                    <a:pt x="178357" y="237502"/>
                    <a:pt x="178357" y="237802"/>
                  </a:cubicBezTo>
                  <a:lnTo>
                    <a:pt x="194870" y="261821"/>
                  </a:lnTo>
                  <a:cubicBezTo>
                    <a:pt x="196671" y="263922"/>
                    <a:pt x="196671" y="267225"/>
                    <a:pt x="194570" y="269026"/>
                  </a:cubicBezTo>
                  <a:cubicBezTo>
                    <a:pt x="194269" y="269326"/>
                    <a:pt x="193669" y="269626"/>
                    <a:pt x="193369" y="269927"/>
                  </a:cubicBezTo>
                  <a:cubicBezTo>
                    <a:pt x="168450" y="288241"/>
                    <a:pt x="138427" y="297548"/>
                    <a:pt x="107504" y="297247"/>
                  </a:cubicBezTo>
                  <a:cubicBezTo>
                    <a:pt x="78682" y="297848"/>
                    <a:pt x="51061" y="286139"/>
                    <a:pt x="31546" y="265724"/>
                  </a:cubicBezTo>
                  <a:cubicBezTo>
                    <a:pt x="10831" y="245909"/>
                    <a:pt x="-578" y="218288"/>
                    <a:pt x="23" y="190066"/>
                  </a:cubicBezTo>
                  <a:lnTo>
                    <a:pt x="23" y="101199"/>
                  </a:lnTo>
                  <a:cubicBezTo>
                    <a:pt x="-278" y="45357"/>
                    <a:pt x="45357" y="323"/>
                    <a:pt x="101499" y="23"/>
                  </a:cubicBezTo>
                  <a:lnTo>
                    <a:pt x="101499" y="23"/>
                  </a:lnTo>
                  <a:cubicBezTo>
                    <a:pt x="128820" y="-577"/>
                    <a:pt x="154940" y="10531"/>
                    <a:pt x="173554" y="29746"/>
                  </a:cubicBezTo>
                  <a:cubicBezTo>
                    <a:pt x="193069" y="48360"/>
                    <a:pt x="203576" y="74179"/>
                    <a:pt x="202976" y="101199"/>
                  </a:cubicBezTo>
                  <a:lnTo>
                    <a:pt x="202976" y="160344"/>
                  </a:lnTo>
                  <a:cubicBezTo>
                    <a:pt x="202976" y="164247"/>
                    <a:pt x="201175" y="166349"/>
                    <a:pt x="197272" y="166349"/>
                  </a:cubicBezTo>
                  <a:moveTo>
                    <a:pt x="162445" y="101800"/>
                  </a:moveTo>
                  <a:cubicBezTo>
                    <a:pt x="162746" y="85588"/>
                    <a:pt x="156441" y="69976"/>
                    <a:pt x="144732" y="58567"/>
                  </a:cubicBezTo>
                  <a:cubicBezTo>
                    <a:pt x="133323" y="46858"/>
                    <a:pt x="117711" y="40554"/>
                    <a:pt x="101499" y="40854"/>
                  </a:cubicBezTo>
                  <a:cubicBezTo>
                    <a:pt x="85287" y="40554"/>
                    <a:pt x="69976" y="46858"/>
                    <a:pt x="58867" y="58567"/>
                  </a:cubicBezTo>
                  <a:cubicBezTo>
                    <a:pt x="46858" y="69976"/>
                    <a:pt x="40253" y="85588"/>
                    <a:pt x="40553" y="101800"/>
                  </a:cubicBezTo>
                  <a:lnTo>
                    <a:pt x="40553" y="120714"/>
                  </a:lnTo>
                  <a:cubicBezTo>
                    <a:pt x="40253" y="123716"/>
                    <a:pt x="42355" y="126418"/>
                    <a:pt x="45357" y="126719"/>
                  </a:cubicBezTo>
                  <a:cubicBezTo>
                    <a:pt x="45657" y="126719"/>
                    <a:pt x="46258" y="126719"/>
                    <a:pt x="46558" y="126719"/>
                  </a:cubicBezTo>
                  <a:lnTo>
                    <a:pt x="157041" y="126719"/>
                  </a:lnTo>
                  <a:cubicBezTo>
                    <a:pt x="160944" y="126719"/>
                    <a:pt x="162746" y="124617"/>
                    <a:pt x="162746" y="120714"/>
                  </a:cubicBezTo>
                  <a:lnTo>
                    <a:pt x="162746" y="101800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7" name="Google Shape;4877;p51"/>
            <p:cNvSpPr/>
            <p:nvPr/>
          </p:nvSpPr>
          <p:spPr>
            <a:xfrm>
              <a:off x="7334113" y="3998799"/>
              <a:ext cx="189142" cy="297224"/>
            </a:xfrm>
            <a:custGeom>
              <a:rect b="b" l="l" r="r" t="t"/>
              <a:pathLst>
                <a:path extrusionOk="0" h="297224" w="189142">
                  <a:moveTo>
                    <a:pt x="18016" y="238687"/>
                  </a:moveTo>
                  <a:cubicBezTo>
                    <a:pt x="43835" y="252498"/>
                    <a:pt x="72657" y="259703"/>
                    <a:pt x="102079" y="260003"/>
                  </a:cubicBezTo>
                  <a:cubicBezTo>
                    <a:pt x="114689" y="260304"/>
                    <a:pt x="126998" y="255200"/>
                    <a:pt x="135705" y="245893"/>
                  </a:cubicBezTo>
                  <a:cubicBezTo>
                    <a:pt x="144711" y="237186"/>
                    <a:pt x="149815" y="224877"/>
                    <a:pt x="149815" y="212267"/>
                  </a:cubicBezTo>
                  <a:cubicBezTo>
                    <a:pt x="149515" y="202660"/>
                    <a:pt x="146212" y="193353"/>
                    <a:pt x="140208" y="185847"/>
                  </a:cubicBezTo>
                  <a:cubicBezTo>
                    <a:pt x="134504" y="178042"/>
                    <a:pt x="126097" y="172637"/>
                    <a:pt x="116790" y="169935"/>
                  </a:cubicBezTo>
                  <a:lnTo>
                    <a:pt x="57646" y="153723"/>
                  </a:lnTo>
                  <a:cubicBezTo>
                    <a:pt x="23720" y="144716"/>
                    <a:pt x="2" y="114093"/>
                    <a:pt x="2" y="78967"/>
                  </a:cubicBezTo>
                  <a:cubicBezTo>
                    <a:pt x="-298" y="35734"/>
                    <a:pt x="34228" y="608"/>
                    <a:pt x="77761" y="7"/>
                  </a:cubicBezTo>
                  <a:cubicBezTo>
                    <a:pt x="78361" y="7"/>
                    <a:pt x="78962" y="7"/>
                    <a:pt x="79262" y="7"/>
                  </a:cubicBezTo>
                  <a:cubicBezTo>
                    <a:pt x="113788" y="-293"/>
                    <a:pt x="147413" y="8714"/>
                    <a:pt x="177136" y="26427"/>
                  </a:cubicBezTo>
                  <a:cubicBezTo>
                    <a:pt x="179838" y="27628"/>
                    <a:pt x="181039" y="30931"/>
                    <a:pt x="179538" y="33633"/>
                  </a:cubicBezTo>
                  <a:cubicBezTo>
                    <a:pt x="179237" y="33933"/>
                    <a:pt x="178937" y="34533"/>
                    <a:pt x="178637" y="34834"/>
                  </a:cubicBezTo>
                  <a:lnTo>
                    <a:pt x="164226" y="58852"/>
                  </a:lnTo>
                  <a:cubicBezTo>
                    <a:pt x="162124" y="62755"/>
                    <a:pt x="159122" y="63355"/>
                    <a:pt x="156420" y="61554"/>
                  </a:cubicBezTo>
                  <a:cubicBezTo>
                    <a:pt x="133002" y="47143"/>
                    <a:pt x="105982" y="39637"/>
                    <a:pt x="78361" y="39637"/>
                  </a:cubicBezTo>
                  <a:cubicBezTo>
                    <a:pt x="67853" y="39337"/>
                    <a:pt x="57946" y="43540"/>
                    <a:pt x="50740" y="51046"/>
                  </a:cubicBezTo>
                  <a:cubicBezTo>
                    <a:pt x="43835" y="57951"/>
                    <a:pt x="39932" y="67558"/>
                    <a:pt x="40232" y="77466"/>
                  </a:cubicBezTo>
                  <a:cubicBezTo>
                    <a:pt x="39031" y="94579"/>
                    <a:pt x="50740" y="109890"/>
                    <a:pt x="67553" y="112892"/>
                  </a:cubicBezTo>
                  <a:lnTo>
                    <a:pt x="126398" y="128504"/>
                  </a:lnTo>
                  <a:cubicBezTo>
                    <a:pt x="145011" y="133308"/>
                    <a:pt x="161524" y="144116"/>
                    <a:pt x="172933" y="159427"/>
                  </a:cubicBezTo>
                  <a:cubicBezTo>
                    <a:pt x="201754" y="198757"/>
                    <a:pt x="193048" y="253999"/>
                    <a:pt x="153418" y="282821"/>
                  </a:cubicBezTo>
                  <a:cubicBezTo>
                    <a:pt x="138407" y="293629"/>
                    <a:pt x="120393" y="299633"/>
                    <a:pt x="101779" y="299633"/>
                  </a:cubicBezTo>
                  <a:lnTo>
                    <a:pt x="101779" y="299633"/>
                  </a:lnTo>
                  <a:lnTo>
                    <a:pt x="18016" y="238687"/>
                  </a:lnTo>
                  <a:lnTo>
                    <a:pt x="18016" y="238687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8" name="Google Shape;4878;p51"/>
            <p:cNvSpPr/>
            <p:nvPr/>
          </p:nvSpPr>
          <p:spPr>
            <a:xfrm>
              <a:off x="7700091" y="3921920"/>
              <a:ext cx="180136" cy="219165"/>
            </a:xfrm>
            <a:custGeom>
              <a:rect b="b" l="l" r="r" t="t"/>
              <a:pathLst>
                <a:path extrusionOk="0" h="219165" w="180136">
                  <a:moveTo>
                    <a:pt x="44133" y="219494"/>
                  </a:moveTo>
                  <a:lnTo>
                    <a:pt x="44133" y="132128"/>
                  </a:lnTo>
                  <a:cubicBezTo>
                    <a:pt x="44133" y="128225"/>
                    <a:pt x="42032" y="126424"/>
                    <a:pt x="38129" y="126424"/>
                  </a:cubicBezTo>
                  <a:lnTo>
                    <a:pt x="6005" y="126424"/>
                  </a:lnTo>
                  <a:cubicBezTo>
                    <a:pt x="1501" y="126424"/>
                    <a:pt x="0" y="124322"/>
                    <a:pt x="0" y="120419"/>
                  </a:cubicBezTo>
                  <a:lnTo>
                    <a:pt x="0" y="91598"/>
                  </a:lnTo>
                  <a:cubicBezTo>
                    <a:pt x="0" y="87695"/>
                    <a:pt x="1501" y="86193"/>
                    <a:pt x="6005" y="86193"/>
                  </a:cubicBezTo>
                  <a:lnTo>
                    <a:pt x="37829" y="86193"/>
                  </a:lnTo>
                  <a:cubicBezTo>
                    <a:pt x="40831" y="86494"/>
                    <a:pt x="43533" y="84392"/>
                    <a:pt x="43833" y="81390"/>
                  </a:cubicBezTo>
                  <a:cubicBezTo>
                    <a:pt x="43833" y="81090"/>
                    <a:pt x="43833" y="80489"/>
                    <a:pt x="43833" y="80189"/>
                  </a:cubicBezTo>
                  <a:lnTo>
                    <a:pt x="43833" y="6033"/>
                  </a:lnTo>
                  <a:cubicBezTo>
                    <a:pt x="43533" y="3031"/>
                    <a:pt x="45935" y="329"/>
                    <a:pt x="48937" y="28"/>
                  </a:cubicBezTo>
                  <a:cubicBezTo>
                    <a:pt x="49237" y="28"/>
                    <a:pt x="49537" y="28"/>
                    <a:pt x="50138" y="28"/>
                  </a:cubicBezTo>
                  <a:lnTo>
                    <a:pt x="78059" y="28"/>
                  </a:lnTo>
                  <a:cubicBezTo>
                    <a:pt x="81061" y="-272"/>
                    <a:pt x="83763" y="1830"/>
                    <a:pt x="84064" y="5132"/>
                  </a:cubicBezTo>
                  <a:cubicBezTo>
                    <a:pt x="84064" y="5433"/>
                    <a:pt x="84064" y="5733"/>
                    <a:pt x="84064" y="6333"/>
                  </a:cubicBezTo>
                  <a:lnTo>
                    <a:pt x="84064" y="80189"/>
                  </a:lnTo>
                  <a:cubicBezTo>
                    <a:pt x="83763" y="83191"/>
                    <a:pt x="86165" y="85893"/>
                    <a:pt x="89167" y="86193"/>
                  </a:cubicBezTo>
                  <a:cubicBezTo>
                    <a:pt x="89468" y="86193"/>
                    <a:pt x="89768" y="86193"/>
                    <a:pt x="90368" y="86193"/>
                  </a:cubicBezTo>
                  <a:lnTo>
                    <a:pt x="174732" y="86193"/>
                  </a:lnTo>
                  <a:cubicBezTo>
                    <a:pt x="179235" y="86193"/>
                    <a:pt x="180737" y="87695"/>
                    <a:pt x="180737" y="91598"/>
                  </a:cubicBezTo>
                  <a:lnTo>
                    <a:pt x="180737" y="120419"/>
                  </a:lnTo>
                  <a:cubicBezTo>
                    <a:pt x="180737" y="124322"/>
                    <a:pt x="179235" y="126424"/>
                    <a:pt x="174732" y="126424"/>
                  </a:cubicBezTo>
                  <a:lnTo>
                    <a:pt x="90068" y="126424"/>
                  </a:lnTo>
                  <a:cubicBezTo>
                    <a:pt x="86165" y="126424"/>
                    <a:pt x="84064" y="128225"/>
                    <a:pt x="84064" y="132128"/>
                  </a:cubicBezTo>
                  <a:lnTo>
                    <a:pt x="84064" y="198778"/>
                  </a:lnTo>
                  <a:lnTo>
                    <a:pt x="44133" y="219494"/>
                  </a:lnTo>
                  <a:lnTo>
                    <a:pt x="44133" y="219494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9" name="Google Shape;4879;p51"/>
            <p:cNvSpPr/>
            <p:nvPr/>
          </p:nvSpPr>
          <p:spPr>
            <a:xfrm>
              <a:off x="6709034" y="4369579"/>
              <a:ext cx="183138" cy="288217"/>
            </a:xfrm>
            <a:custGeom>
              <a:rect b="b" l="l" r="r" t="t"/>
              <a:pathLst>
                <a:path extrusionOk="0" h="288217" w="183138">
                  <a:moveTo>
                    <a:pt x="156127" y="130306"/>
                  </a:moveTo>
                  <a:cubicBezTo>
                    <a:pt x="166935" y="115595"/>
                    <a:pt x="172639" y="97882"/>
                    <a:pt x="172039" y="79568"/>
                  </a:cubicBezTo>
                  <a:cubicBezTo>
                    <a:pt x="172339" y="58552"/>
                    <a:pt x="163933" y="38137"/>
                    <a:pt x="149221" y="23425"/>
                  </a:cubicBezTo>
                  <a:cubicBezTo>
                    <a:pt x="134811" y="8114"/>
                    <a:pt x="114996" y="-292"/>
                    <a:pt x="93980" y="8"/>
                  </a:cubicBezTo>
                  <a:lnTo>
                    <a:pt x="17722" y="8"/>
                  </a:lnTo>
                  <a:cubicBezTo>
                    <a:pt x="8115" y="8"/>
                    <a:pt x="309" y="7814"/>
                    <a:pt x="9" y="17721"/>
                  </a:cubicBezTo>
                  <a:cubicBezTo>
                    <a:pt x="9" y="18322"/>
                    <a:pt x="9" y="18922"/>
                    <a:pt x="9" y="19222"/>
                  </a:cubicBezTo>
                  <a:lnTo>
                    <a:pt x="9" y="271713"/>
                  </a:lnTo>
                  <a:cubicBezTo>
                    <a:pt x="-292" y="281620"/>
                    <a:pt x="7214" y="290027"/>
                    <a:pt x="16821" y="290327"/>
                  </a:cubicBezTo>
                  <a:cubicBezTo>
                    <a:pt x="17122" y="290327"/>
                    <a:pt x="17722" y="290327"/>
                    <a:pt x="18022" y="290327"/>
                  </a:cubicBezTo>
                  <a:lnTo>
                    <a:pt x="103587" y="290327"/>
                  </a:lnTo>
                  <a:cubicBezTo>
                    <a:pt x="125203" y="290627"/>
                    <a:pt x="145919" y="281920"/>
                    <a:pt x="160930" y="266008"/>
                  </a:cubicBezTo>
                  <a:cubicBezTo>
                    <a:pt x="176542" y="250697"/>
                    <a:pt x="185249" y="229381"/>
                    <a:pt x="185249" y="207164"/>
                  </a:cubicBezTo>
                  <a:lnTo>
                    <a:pt x="185249" y="195455"/>
                  </a:lnTo>
                  <a:cubicBezTo>
                    <a:pt x="185249" y="178943"/>
                    <a:pt x="180745" y="163031"/>
                    <a:pt x="172339" y="148920"/>
                  </a:cubicBezTo>
                  <a:cubicBezTo>
                    <a:pt x="168136" y="142015"/>
                    <a:pt x="163032" y="135410"/>
                    <a:pt x="157027" y="130006"/>
                  </a:cubicBezTo>
                  <a:moveTo>
                    <a:pt x="111093" y="100283"/>
                  </a:moveTo>
                  <a:cubicBezTo>
                    <a:pt x="105688" y="105687"/>
                    <a:pt x="98483" y="108389"/>
                    <a:pt x="90977" y="107789"/>
                  </a:cubicBezTo>
                  <a:lnTo>
                    <a:pt x="53749" y="107789"/>
                  </a:lnTo>
                  <a:lnTo>
                    <a:pt x="53749" y="55249"/>
                  </a:lnTo>
                  <a:lnTo>
                    <a:pt x="93980" y="55249"/>
                  </a:lnTo>
                  <a:cubicBezTo>
                    <a:pt x="100284" y="54949"/>
                    <a:pt x="106289" y="57351"/>
                    <a:pt x="110792" y="61854"/>
                  </a:cubicBezTo>
                  <a:cubicBezTo>
                    <a:pt x="115596" y="66358"/>
                    <a:pt x="117998" y="72663"/>
                    <a:pt x="117698" y="78967"/>
                  </a:cubicBezTo>
                  <a:cubicBezTo>
                    <a:pt x="117998" y="86773"/>
                    <a:pt x="115296" y="94279"/>
                    <a:pt x="110192" y="99683"/>
                  </a:cubicBezTo>
                  <a:moveTo>
                    <a:pt x="53749" y="163931"/>
                  </a:moveTo>
                  <a:lnTo>
                    <a:pt x="99384" y="163931"/>
                  </a:lnTo>
                  <a:cubicBezTo>
                    <a:pt x="107490" y="163931"/>
                    <a:pt x="115596" y="167234"/>
                    <a:pt x="121000" y="173238"/>
                  </a:cubicBezTo>
                  <a:cubicBezTo>
                    <a:pt x="127005" y="179243"/>
                    <a:pt x="130607" y="187349"/>
                    <a:pt x="130307" y="195755"/>
                  </a:cubicBezTo>
                  <a:lnTo>
                    <a:pt x="130307" y="206864"/>
                  </a:lnTo>
                  <a:cubicBezTo>
                    <a:pt x="130307" y="214069"/>
                    <a:pt x="127305" y="221275"/>
                    <a:pt x="122201" y="226078"/>
                  </a:cubicBezTo>
                  <a:cubicBezTo>
                    <a:pt x="117097" y="231482"/>
                    <a:pt x="110192" y="234485"/>
                    <a:pt x="102986" y="234485"/>
                  </a:cubicBezTo>
                  <a:lnTo>
                    <a:pt x="53749" y="234485"/>
                  </a:lnTo>
                  <a:lnTo>
                    <a:pt x="53749" y="163931"/>
                  </a:lnTo>
                  <a:lnTo>
                    <a:pt x="53749" y="163931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0" name="Google Shape;4880;p51"/>
            <p:cNvSpPr/>
            <p:nvPr/>
          </p:nvSpPr>
          <p:spPr>
            <a:xfrm>
              <a:off x="6940511" y="4365677"/>
              <a:ext cx="189142" cy="297224"/>
            </a:xfrm>
            <a:custGeom>
              <a:rect b="b" l="l" r="r" t="t"/>
              <a:pathLst>
                <a:path extrusionOk="0" h="297224" w="189142">
                  <a:moveTo>
                    <a:pt x="95479" y="6"/>
                  </a:moveTo>
                  <a:cubicBezTo>
                    <a:pt x="69959" y="-294"/>
                    <a:pt x="45641" y="9914"/>
                    <a:pt x="27928" y="28828"/>
                  </a:cubicBezTo>
                  <a:cubicBezTo>
                    <a:pt x="9614" y="47142"/>
                    <a:pt x="-294" y="72061"/>
                    <a:pt x="7" y="97880"/>
                  </a:cubicBezTo>
                  <a:lnTo>
                    <a:pt x="7" y="200858"/>
                  </a:lnTo>
                  <a:cubicBezTo>
                    <a:pt x="-294" y="226677"/>
                    <a:pt x="9914" y="251896"/>
                    <a:pt x="27928" y="269910"/>
                  </a:cubicBezTo>
                  <a:cubicBezTo>
                    <a:pt x="64856" y="307738"/>
                    <a:pt x="124901" y="308039"/>
                    <a:pt x="162429" y="270811"/>
                  </a:cubicBezTo>
                  <a:cubicBezTo>
                    <a:pt x="162730" y="270510"/>
                    <a:pt x="163030" y="270210"/>
                    <a:pt x="163330" y="269910"/>
                  </a:cubicBezTo>
                  <a:cubicBezTo>
                    <a:pt x="181644" y="251596"/>
                    <a:pt x="191852" y="226677"/>
                    <a:pt x="191551" y="200858"/>
                  </a:cubicBezTo>
                  <a:lnTo>
                    <a:pt x="191551" y="97880"/>
                  </a:lnTo>
                  <a:cubicBezTo>
                    <a:pt x="191852" y="71761"/>
                    <a:pt x="181644" y="46842"/>
                    <a:pt x="163330" y="28828"/>
                  </a:cubicBezTo>
                  <a:cubicBezTo>
                    <a:pt x="145617" y="9914"/>
                    <a:pt x="120998" y="-294"/>
                    <a:pt x="95479" y="6"/>
                  </a:cubicBezTo>
                  <a:moveTo>
                    <a:pt x="54348" y="97880"/>
                  </a:moveTo>
                  <a:cubicBezTo>
                    <a:pt x="54348" y="86472"/>
                    <a:pt x="58851" y="75363"/>
                    <a:pt x="67257" y="67858"/>
                  </a:cubicBezTo>
                  <a:cubicBezTo>
                    <a:pt x="83470" y="51645"/>
                    <a:pt x="109289" y="51645"/>
                    <a:pt x="125501" y="67858"/>
                  </a:cubicBezTo>
                  <a:cubicBezTo>
                    <a:pt x="133908" y="75663"/>
                    <a:pt x="138411" y="86472"/>
                    <a:pt x="138411" y="97880"/>
                  </a:cubicBezTo>
                  <a:lnTo>
                    <a:pt x="138411" y="200858"/>
                  </a:lnTo>
                  <a:cubicBezTo>
                    <a:pt x="138711" y="212267"/>
                    <a:pt x="133908" y="223075"/>
                    <a:pt x="125501" y="230580"/>
                  </a:cubicBezTo>
                  <a:cubicBezTo>
                    <a:pt x="110190" y="246793"/>
                    <a:pt x="84671" y="247393"/>
                    <a:pt x="68458" y="232081"/>
                  </a:cubicBezTo>
                  <a:cubicBezTo>
                    <a:pt x="67858" y="231781"/>
                    <a:pt x="67558" y="231181"/>
                    <a:pt x="67257" y="230580"/>
                  </a:cubicBezTo>
                  <a:cubicBezTo>
                    <a:pt x="59151" y="222774"/>
                    <a:pt x="54948" y="212267"/>
                    <a:pt x="54948" y="200858"/>
                  </a:cubicBezTo>
                  <a:lnTo>
                    <a:pt x="54348" y="97880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1" name="Google Shape;4881;p51"/>
            <p:cNvSpPr/>
            <p:nvPr/>
          </p:nvSpPr>
          <p:spPr>
            <a:xfrm>
              <a:off x="7438285" y="4369280"/>
              <a:ext cx="183138" cy="288217"/>
            </a:xfrm>
            <a:custGeom>
              <a:rect b="b" l="l" r="r" t="t"/>
              <a:pathLst>
                <a:path extrusionOk="0" h="288217" w="183138">
                  <a:moveTo>
                    <a:pt x="81070" y="306"/>
                  </a:moveTo>
                  <a:lnTo>
                    <a:pt x="18923" y="306"/>
                  </a:lnTo>
                  <a:cubicBezTo>
                    <a:pt x="9015" y="-294"/>
                    <a:pt x="609" y="7211"/>
                    <a:pt x="8" y="16819"/>
                  </a:cubicBezTo>
                  <a:cubicBezTo>
                    <a:pt x="8" y="17719"/>
                    <a:pt x="8" y="18620"/>
                    <a:pt x="8" y="19521"/>
                  </a:cubicBezTo>
                  <a:lnTo>
                    <a:pt x="8" y="272011"/>
                  </a:lnTo>
                  <a:cubicBezTo>
                    <a:pt x="-292" y="281919"/>
                    <a:pt x="7514" y="290325"/>
                    <a:pt x="17421" y="290625"/>
                  </a:cubicBezTo>
                  <a:cubicBezTo>
                    <a:pt x="17722" y="290625"/>
                    <a:pt x="18322" y="290625"/>
                    <a:pt x="18622" y="290625"/>
                  </a:cubicBezTo>
                  <a:lnTo>
                    <a:pt x="90377" y="290625"/>
                  </a:lnTo>
                  <a:cubicBezTo>
                    <a:pt x="115596" y="290925"/>
                    <a:pt x="139914" y="280718"/>
                    <a:pt x="157627" y="262704"/>
                  </a:cubicBezTo>
                  <a:cubicBezTo>
                    <a:pt x="175941" y="244690"/>
                    <a:pt x="185849" y="220072"/>
                    <a:pt x="185248" y="194553"/>
                  </a:cubicBezTo>
                  <a:lnTo>
                    <a:pt x="185248" y="104485"/>
                  </a:lnTo>
                  <a:cubicBezTo>
                    <a:pt x="185549" y="76864"/>
                    <a:pt x="174440" y="50144"/>
                    <a:pt x="154625" y="30629"/>
                  </a:cubicBezTo>
                  <a:cubicBezTo>
                    <a:pt x="135411" y="10814"/>
                    <a:pt x="108691" y="-294"/>
                    <a:pt x="80769" y="6"/>
                  </a:cubicBezTo>
                  <a:moveTo>
                    <a:pt x="89776" y="234483"/>
                  </a:moveTo>
                  <a:lnTo>
                    <a:pt x="54950" y="234483"/>
                  </a:lnTo>
                  <a:lnTo>
                    <a:pt x="54950" y="55848"/>
                  </a:lnTo>
                  <a:lnTo>
                    <a:pt x="80469" y="55848"/>
                  </a:lnTo>
                  <a:cubicBezTo>
                    <a:pt x="93379" y="55548"/>
                    <a:pt x="105988" y="60952"/>
                    <a:pt x="114995" y="70259"/>
                  </a:cubicBezTo>
                  <a:cubicBezTo>
                    <a:pt x="124603" y="79266"/>
                    <a:pt x="129706" y="91575"/>
                    <a:pt x="129706" y="104485"/>
                  </a:cubicBezTo>
                  <a:lnTo>
                    <a:pt x="129706" y="194553"/>
                  </a:lnTo>
                  <a:cubicBezTo>
                    <a:pt x="129406" y="216169"/>
                    <a:pt x="111693" y="233582"/>
                    <a:pt x="90076" y="233882"/>
                  </a:cubicBezTo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2" name="Google Shape;4882;p51"/>
            <p:cNvSpPr/>
            <p:nvPr/>
          </p:nvSpPr>
          <p:spPr>
            <a:xfrm>
              <a:off x="7680868" y="4369878"/>
              <a:ext cx="159120" cy="288217"/>
            </a:xfrm>
            <a:custGeom>
              <a:rect b="b" l="l" r="r" t="t"/>
              <a:pathLst>
                <a:path extrusionOk="0" h="288217" w="159120">
                  <a:moveTo>
                    <a:pt x="143517" y="233584"/>
                  </a:moveTo>
                  <a:lnTo>
                    <a:pt x="53449" y="233584"/>
                  </a:lnTo>
                  <a:lnTo>
                    <a:pt x="53449" y="163331"/>
                  </a:lnTo>
                  <a:lnTo>
                    <a:pt x="127905" y="163331"/>
                  </a:lnTo>
                  <a:cubicBezTo>
                    <a:pt x="137513" y="163331"/>
                    <a:pt x="145619" y="155525"/>
                    <a:pt x="145619" y="145318"/>
                  </a:cubicBezTo>
                  <a:cubicBezTo>
                    <a:pt x="145619" y="145017"/>
                    <a:pt x="145619" y="144717"/>
                    <a:pt x="145619" y="144417"/>
                  </a:cubicBezTo>
                  <a:lnTo>
                    <a:pt x="145619" y="125503"/>
                  </a:lnTo>
                  <a:cubicBezTo>
                    <a:pt x="146219" y="115895"/>
                    <a:pt x="139014" y="107489"/>
                    <a:pt x="129707" y="106889"/>
                  </a:cubicBezTo>
                  <a:cubicBezTo>
                    <a:pt x="129106" y="106889"/>
                    <a:pt x="128506" y="106889"/>
                    <a:pt x="127905" y="106889"/>
                  </a:cubicBezTo>
                  <a:lnTo>
                    <a:pt x="53449" y="106889"/>
                  </a:lnTo>
                  <a:lnTo>
                    <a:pt x="53449" y="54349"/>
                  </a:lnTo>
                  <a:lnTo>
                    <a:pt x="140515" y="54349"/>
                  </a:lnTo>
                  <a:cubicBezTo>
                    <a:pt x="150422" y="54649"/>
                    <a:pt x="158528" y="46543"/>
                    <a:pt x="158528" y="36636"/>
                  </a:cubicBezTo>
                  <a:cubicBezTo>
                    <a:pt x="158528" y="36335"/>
                    <a:pt x="158528" y="36035"/>
                    <a:pt x="158528" y="35735"/>
                  </a:cubicBezTo>
                  <a:lnTo>
                    <a:pt x="158528" y="18622"/>
                  </a:lnTo>
                  <a:cubicBezTo>
                    <a:pt x="158829" y="8715"/>
                    <a:pt x="151323" y="308"/>
                    <a:pt x="141716" y="8"/>
                  </a:cubicBezTo>
                  <a:cubicBezTo>
                    <a:pt x="141416" y="8"/>
                    <a:pt x="140815" y="8"/>
                    <a:pt x="140515" y="8"/>
                  </a:cubicBezTo>
                  <a:lnTo>
                    <a:pt x="17722" y="8"/>
                  </a:lnTo>
                  <a:cubicBezTo>
                    <a:pt x="8115" y="-292"/>
                    <a:pt x="309" y="7814"/>
                    <a:pt x="9" y="17421"/>
                  </a:cubicBezTo>
                  <a:cubicBezTo>
                    <a:pt x="9" y="17721"/>
                    <a:pt x="9" y="18322"/>
                    <a:pt x="9" y="18622"/>
                  </a:cubicBezTo>
                  <a:lnTo>
                    <a:pt x="9" y="271113"/>
                  </a:lnTo>
                  <a:cubicBezTo>
                    <a:pt x="-291" y="281020"/>
                    <a:pt x="7214" y="289426"/>
                    <a:pt x="16822" y="289727"/>
                  </a:cubicBezTo>
                  <a:cubicBezTo>
                    <a:pt x="17122" y="289727"/>
                    <a:pt x="17722" y="289727"/>
                    <a:pt x="18022" y="289727"/>
                  </a:cubicBezTo>
                  <a:lnTo>
                    <a:pt x="143217" y="289727"/>
                  </a:lnTo>
                  <a:cubicBezTo>
                    <a:pt x="152824" y="290027"/>
                    <a:pt x="160930" y="282221"/>
                    <a:pt x="161231" y="272313"/>
                  </a:cubicBezTo>
                  <a:cubicBezTo>
                    <a:pt x="161231" y="272013"/>
                    <a:pt x="161231" y="271413"/>
                    <a:pt x="161231" y="271113"/>
                  </a:cubicBezTo>
                  <a:lnTo>
                    <a:pt x="161231" y="252799"/>
                  </a:lnTo>
                  <a:cubicBezTo>
                    <a:pt x="161531" y="242891"/>
                    <a:pt x="154025" y="234485"/>
                    <a:pt x="144418" y="234185"/>
                  </a:cubicBezTo>
                  <a:cubicBezTo>
                    <a:pt x="144118" y="234185"/>
                    <a:pt x="143517" y="234185"/>
                    <a:pt x="143217" y="234185"/>
                  </a:cubicBezTo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3" name="Google Shape;4883;p51"/>
            <p:cNvSpPr/>
            <p:nvPr/>
          </p:nvSpPr>
          <p:spPr>
            <a:xfrm>
              <a:off x="7885323" y="4369575"/>
              <a:ext cx="219165" cy="288217"/>
            </a:xfrm>
            <a:custGeom>
              <a:rect b="b" l="l" r="r" t="t"/>
              <a:pathLst>
                <a:path extrusionOk="0" h="288217" w="219165">
                  <a:moveTo>
                    <a:pt x="144418" y="13221"/>
                  </a:moveTo>
                  <a:cubicBezTo>
                    <a:pt x="142316" y="5415"/>
                    <a:pt x="135111" y="11"/>
                    <a:pt x="127305" y="11"/>
                  </a:cubicBezTo>
                  <a:lnTo>
                    <a:pt x="94280" y="11"/>
                  </a:lnTo>
                  <a:cubicBezTo>
                    <a:pt x="86174" y="-289"/>
                    <a:pt x="78968" y="5415"/>
                    <a:pt x="76867" y="13221"/>
                  </a:cubicBezTo>
                  <a:lnTo>
                    <a:pt x="1510" y="264211"/>
                  </a:lnTo>
                  <a:cubicBezTo>
                    <a:pt x="309" y="266612"/>
                    <a:pt x="9" y="269014"/>
                    <a:pt x="9" y="271716"/>
                  </a:cubicBezTo>
                  <a:cubicBezTo>
                    <a:pt x="-292" y="281624"/>
                    <a:pt x="7214" y="290030"/>
                    <a:pt x="17121" y="290330"/>
                  </a:cubicBezTo>
                  <a:cubicBezTo>
                    <a:pt x="17422" y="290330"/>
                    <a:pt x="18022" y="290330"/>
                    <a:pt x="18322" y="290330"/>
                  </a:cubicBezTo>
                  <a:lnTo>
                    <a:pt x="36636" y="290330"/>
                  </a:lnTo>
                  <a:cubicBezTo>
                    <a:pt x="44742" y="290630"/>
                    <a:pt x="51948" y="285226"/>
                    <a:pt x="54050" y="277120"/>
                  </a:cubicBezTo>
                  <a:lnTo>
                    <a:pt x="76266" y="203565"/>
                  </a:lnTo>
                  <a:lnTo>
                    <a:pt x="144118" y="203565"/>
                  </a:lnTo>
                  <a:lnTo>
                    <a:pt x="166635" y="277721"/>
                  </a:lnTo>
                  <a:lnTo>
                    <a:pt x="166635" y="278922"/>
                  </a:lnTo>
                  <a:cubicBezTo>
                    <a:pt x="169337" y="286127"/>
                    <a:pt x="176242" y="290931"/>
                    <a:pt x="183747" y="290630"/>
                  </a:cubicBezTo>
                  <a:lnTo>
                    <a:pt x="202361" y="290630"/>
                  </a:lnTo>
                  <a:cubicBezTo>
                    <a:pt x="212269" y="290630"/>
                    <a:pt x="220375" y="282825"/>
                    <a:pt x="220675" y="272617"/>
                  </a:cubicBezTo>
                  <a:cubicBezTo>
                    <a:pt x="220675" y="272317"/>
                    <a:pt x="220675" y="272317"/>
                    <a:pt x="220675" y="272016"/>
                  </a:cubicBezTo>
                  <a:cubicBezTo>
                    <a:pt x="220675" y="269615"/>
                    <a:pt x="220375" y="267213"/>
                    <a:pt x="219474" y="265111"/>
                  </a:cubicBezTo>
                  <a:lnTo>
                    <a:pt x="144418" y="13221"/>
                  </a:lnTo>
                  <a:close/>
                  <a:moveTo>
                    <a:pt x="131208" y="147723"/>
                  </a:moveTo>
                  <a:lnTo>
                    <a:pt x="90677" y="147723"/>
                  </a:lnTo>
                  <a:lnTo>
                    <a:pt x="110792" y="78370"/>
                  </a:lnTo>
                  <a:lnTo>
                    <a:pt x="131208" y="147723"/>
                  </a:lnTo>
                  <a:lnTo>
                    <a:pt x="131208" y="147723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4" name="Google Shape;4884;p51"/>
            <p:cNvSpPr/>
            <p:nvPr/>
          </p:nvSpPr>
          <p:spPr>
            <a:xfrm>
              <a:off x="8147703" y="4369554"/>
              <a:ext cx="180136" cy="294221"/>
            </a:xfrm>
            <a:custGeom>
              <a:rect b="b" l="l" r="r" t="t"/>
              <a:pathLst>
                <a:path extrusionOk="0" h="294221" w="180136">
                  <a:moveTo>
                    <a:pt x="161849" y="32"/>
                  </a:moveTo>
                  <a:lnTo>
                    <a:pt x="143835" y="32"/>
                  </a:lnTo>
                  <a:cubicBezTo>
                    <a:pt x="133928" y="-568"/>
                    <a:pt x="125521" y="7238"/>
                    <a:pt x="125221" y="17145"/>
                  </a:cubicBezTo>
                  <a:cubicBezTo>
                    <a:pt x="125221" y="17746"/>
                    <a:pt x="125221" y="18646"/>
                    <a:pt x="125221" y="19247"/>
                  </a:cubicBezTo>
                  <a:lnTo>
                    <a:pt x="125221" y="203286"/>
                  </a:lnTo>
                  <a:cubicBezTo>
                    <a:pt x="125521" y="212893"/>
                    <a:pt x="121919" y="222200"/>
                    <a:pt x="115013" y="228805"/>
                  </a:cubicBezTo>
                  <a:cubicBezTo>
                    <a:pt x="100903" y="242615"/>
                    <a:pt x="78086" y="242315"/>
                    <a:pt x="64575" y="227904"/>
                  </a:cubicBezTo>
                  <a:cubicBezTo>
                    <a:pt x="58271" y="221299"/>
                    <a:pt x="54668" y="212593"/>
                    <a:pt x="54668" y="203286"/>
                  </a:cubicBezTo>
                  <a:lnTo>
                    <a:pt x="54668" y="19247"/>
                  </a:lnTo>
                  <a:cubicBezTo>
                    <a:pt x="55268" y="9640"/>
                    <a:pt x="48063" y="1233"/>
                    <a:pt x="38155" y="633"/>
                  </a:cubicBezTo>
                  <a:cubicBezTo>
                    <a:pt x="37555" y="633"/>
                    <a:pt x="36954" y="633"/>
                    <a:pt x="36354" y="633"/>
                  </a:cubicBezTo>
                  <a:lnTo>
                    <a:pt x="18341" y="633"/>
                  </a:lnTo>
                  <a:cubicBezTo>
                    <a:pt x="8433" y="333"/>
                    <a:pt x="327" y="8139"/>
                    <a:pt x="27" y="18046"/>
                  </a:cubicBezTo>
                  <a:cubicBezTo>
                    <a:pt x="27" y="18346"/>
                    <a:pt x="27" y="18947"/>
                    <a:pt x="27" y="19247"/>
                  </a:cubicBezTo>
                  <a:lnTo>
                    <a:pt x="27" y="203286"/>
                  </a:lnTo>
                  <a:cubicBezTo>
                    <a:pt x="-574" y="227604"/>
                    <a:pt x="9033" y="251022"/>
                    <a:pt x="26146" y="268135"/>
                  </a:cubicBezTo>
                  <a:cubicBezTo>
                    <a:pt x="60973" y="303862"/>
                    <a:pt x="118016" y="304162"/>
                    <a:pt x="153443" y="268735"/>
                  </a:cubicBezTo>
                  <a:cubicBezTo>
                    <a:pt x="153743" y="268435"/>
                    <a:pt x="154043" y="268135"/>
                    <a:pt x="154043" y="268135"/>
                  </a:cubicBezTo>
                  <a:cubicBezTo>
                    <a:pt x="171156" y="251022"/>
                    <a:pt x="180463" y="227604"/>
                    <a:pt x="180163" y="203286"/>
                  </a:cubicBezTo>
                  <a:lnTo>
                    <a:pt x="180163" y="18947"/>
                  </a:lnTo>
                  <a:cubicBezTo>
                    <a:pt x="180763" y="9039"/>
                    <a:pt x="173257" y="933"/>
                    <a:pt x="163350" y="333"/>
                  </a:cubicBezTo>
                  <a:cubicBezTo>
                    <a:pt x="162750" y="333"/>
                    <a:pt x="162149" y="333"/>
                    <a:pt x="161549" y="333"/>
                  </a:cubicBezTo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5" name="Google Shape;4885;p51"/>
            <p:cNvSpPr/>
            <p:nvPr/>
          </p:nvSpPr>
          <p:spPr>
            <a:xfrm>
              <a:off x="8374774" y="4369858"/>
              <a:ext cx="189142" cy="285215"/>
            </a:xfrm>
            <a:custGeom>
              <a:rect b="b" l="l" r="r" t="t"/>
              <a:pathLst>
                <a:path extrusionOk="0" h="285215" w="189142">
                  <a:moveTo>
                    <a:pt x="124821" y="143236"/>
                  </a:moveTo>
                  <a:lnTo>
                    <a:pt x="187869" y="25848"/>
                  </a:lnTo>
                  <a:lnTo>
                    <a:pt x="189070" y="22545"/>
                  </a:lnTo>
                  <a:cubicBezTo>
                    <a:pt x="190571" y="16841"/>
                    <a:pt x="189370" y="11137"/>
                    <a:pt x="185767" y="6633"/>
                  </a:cubicBezTo>
                  <a:cubicBezTo>
                    <a:pt x="182465" y="2430"/>
                    <a:pt x="177061" y="-272"/>
                    <a:pt x="171657" y="28"/>
                  </a:cubicBezTo>
                  <a:lnTo>
                    <a:pt x="153343" y="28"/>
                  </a:lnTo>
                  <a:cubicBezTo>
                    <a:pt x="146137" y="-272"/>
                    <a:pt x="139833" y="3931"/>
                    <a:pt x="137131" y="10536"/>
                  </a:cubicBezTo>
                  <a:lnTo>
                    <a:pt x="94799" y="88895"/>
                  </a:lnTo>
                  <a:lnTo>
                    <a:pt x="52767" y="11137"/>
                  </a:lnTo>
                  <a:cubicBezTo>
                    <a:pt x="50065" y="4231"/>
                    <a:pt x="43460" y="28"/>
                    <a:pt x="36254" y="28"/>
                  </a:cubicBezTo>
                  <a:lnTo>
                    <a:pt x="18241" y="28"/>
                  </a:lnTo>
                  <a:cubicBezTo>
                    <a:pt x="12837" y="-272"/>
                    <a:pt x="7433" y="1830"/>
                    <a:pt x="3830" y="6033"/>
                  </a:cubicBezTo>
                  <a:cubicBezTo>
                    <a:pt x="227" y="10836"/>
                    <a:pt x="-974" y="16841"/>
                    <a:pt x="828" y="22545"/>
                  </a:cubicBezTo>
                  <a:lnTo>
                    <a:pt x="2028" y="25848"/>
                  </a:lnTo>
                  <a:lnTo>
                    <a:pt x="65076" y="143236"/>
                  </a:lnTo>
                  <a:lnTo>
                    <a:pt x="2028" y="259724"/>
                  </a:lnTo>
                  <a:lnTo>
                    <a:pt x="1128" y="262126"/>
                  </a:lnTo>
                  <a:cubicBezTo>
                    <a:pt x="-673" y="267830"/>
                    <a:pt x="227" y="274135"/>
                    <a:pt x="3530" y="278939"/>
                  </a:cubicBezTo>
                  <a:cubicBezTo>
                    <a:pt x="7132" y="283742"/>
                    <a:pt x="12536" y="286144"/>
                    <a:pt x="18541" y="286144"/>
                  </a:cubicBezTo>
                  <a:lnTo>
                    <a:pt x="37155" y="286144"/>
                  </a:lnTo>
                  <a:cubicBezTo>
                    <a:pt x="44361" y="286144"/>
                    <a:pt x="50665" y="281941"/>
                    <a:pt x="53367" y="275036"/>
                  </a:cubicBezTo>
                  <a:lnTo>
                    <a:pt x="94799" y="197877"/>
                  </a:lnTo>
                  <a:lnTo>
                    <a:pt x="136230" y="274735"/>
                  </a:lnTo>
                  <a:cubicBezTo>
                    <a:pt x="138932" y="281641"/>
                    <a:pt x="145537" y="285844"/>
                    <a:pt x="152742" y="285844"/>
                  </a:cubicBezTo>
                  <a:lnTo>
                    <a:pt x="171356" y="285844"/>
                  </a:lnTo>
                  <a:cubicBezTo>
                    <a:pt x="177061" y="286144"/>
                    <a:pt x="182765" y="283442"/>
                    <a:pt x="186068" y="278638"/>
                  </a:cubicBezTo>
                  <a:cubicBezTo>
                    <a:pt x="189670" y="273534"/>
                    <a:pt x="190571" y="267230"/>
                    <a:pt x="188469" y="261225"/>
                  </a:cubicBezTo>
                  <a:lnTo>
                    <a:pt x="124821" y="143236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6" name="Google Shape;4886;p51"/>
            <p:cNvSpPr/>
            <p:nvPr/>
          </p:nvSpPr>
          <p:spPr>
            <a:xfrm>
              <a:off x="7191198" y="4369210"/>
              <a:ext cx="186140" cy="288217"/>
            </a:xfrm>
            <a:custGeom>
              <a:rect b="b" l="l" r="r" t="t"/>
              <a:pathLst>
                <a:path extrusionOk="0" h="288217" w="186140">
                  <a:moveTo>
                    <a:pt x="186149" y="264275"/>
                  </a:moveTo>
                  <a:lnTo>
                    <a:pt x="136612" y="167903"/>
                  </a:lnTo>
                  <a:cubicBezTo>
                    <a:pt x="142917" y="164300"/>
                    <a:pt x="148621" y="159796"/>
                    <a:pt x="154025" y="154693"/>
                  </a:cubicBezTo>
                  <a:cubicBezTo>
                    <a:pt x="169337" y="139681"/>
                    <a:pt x="177743" y="118665"/>
                    <a:pt x="177443" y="97049"/>
                  </a:cubicBezTo>
                  <a:lnTo>
                    <a:pt x="177443" y="82038"/>
                  </a:lnTo>
                  <a:cubicBezTo>
                    <a:pt x="178043" y="60422"/>
                    <a:pt x="169637" y="39105"/>
                    <a:pt x="154626" y="23794"/>
                  </a:cubicBezTo>
                  <a:cubicBezTo>
                    <a:pt x="139914" y="8182"/>
                    <a:pt x="119499" y="-224"/>
                    <a:pt x="98183" y="76"/>
                  </a:cubicBezTo>
                  <a:lnTo>
                    <a:pt x="18923" y="76"/>
                  </a:lnTo>
                  <a:cubicBezTo>
                    <a:pt x="9316" y="-825"/>
                    <a:pt x="909" y="6381"/>
                    <a:pt x="9" y="16288"/>
                  </a:cubicBezTo>
                  <a:cubicBezTo>
                    <a:pt x="9" y="17189"/>
                    <a:pt x="9" y="18390"/>
                    <a:pt x="9" y="19290"/>
                  </a:cubicBezTo>
                  <a:lnTo>
                    <a:pt x="9" y="271781"/>
                  </a:lnTo>
                  <a:cubicBezTo>
                    <a:pt x="-292" y="281688"/>
                    <a:pt x="7214" y="290095"/>
                    <a:pt x="16821" y="290395"/>
                  </a:cubicBezTo>
                  <a:cubicBezTo>
                    <a:pt x="17122" y="290395"/>
                    <a:pt x="17722" y="290395"/>
                    <a:pt x="18022" y="290395"/>
                  </a:cubicBezTo>
                  <a:lnTo>
                    <a:pt x="36036" y="290395"/>
                  </a:lnTo>
                  <a:cubicBezTo>
                    <a:pt x="45943" y="290395"/>
                    <a:pt x="54050" y="282589"/>
                    <a:pt x="54050" y="272381"/>
                  </a:cubicBezTo>
                  <a:cubicBezTo>
                    <a:pt x="54050" y="272081"/>
                    <a:pt x="54050" y="272081"/>
                    <a:pt x="54050" y="271781"/>
                  </a:cubicBezTo>
                  <a:lnTo>
                    <a:pt x="54050" y="178410"/>
                  </a:lnTo>
                  <a:lnTo>
                    <a:pt x="83171" y="178410"/>
                  </a:lnTo>
                  <a:lnTo>
                    <a:pt x="133910" y="278086"/>
                  </a:lnTo>
                  <a:cubicBezTo>
                    <a:pt x="136612" y="284991"/>
                    <a:pt x="143217" y="289494"/>
                    <a:pt x="150422" y="289494"/>
                  </a:cubicBezTo>
                  <a:lnTo>
                    <a:pt x="169036" y="289494"/>
                  </a:lnTo>
                  <a:cubicBezTo>
                    <a:pt x="174741" y="289795"/>
                    <a:pt x="180445" y="287092"/>
                    <a:pt x="183747" y="282289"/>
                  </a:cubicBezTo>
                  <a:cubicBezTo>
                    <a:pt x="187350" y="277185"/>
                    <a:pt x="188251" y="270880"/>
                    <a:pt x="186149" y="265176"/>
                  </a:cubicBezTo>
                  <a:lnTo>
                    <a:pt x="186149" y="265176"/>
                  </a:lnTo>
                  <a:moveTo>
                    <a:pt x="123402" y="83539"/>
                  </a:moveTo>
                  <a:lnTo>
                    <a:pt x="123402" y="97950"/>
                  </a:lnTo>
                  <a:cubicBezTo>
                    <a:pt x="123402" y="112361"/>
                    <a:pt x="111693" y="124370"/>
                    <a:pt x="97582" y="124370"/>
                  </a:cubicBezTo>
                  <a:lnTo>
                    <a:pt x="54050" y="124370"/>
                  </a:lnTo>
                  <a:lnTo>
                    <a:pt x="54050" y="56218"/>
                  </a:lnTo>
                  <a:lnTo>
                    <a:pt x="97582" y="56218"/>
                  </a:lnTo>
                  <a:cubicBezTo>
                    <a:pt x="104187" y="55918"/>
                    <a:pt x="110492" y="58620"/>
                    <a:pt x="115296" y="63424"/>
                  </a:cubicBezTo>
                  <a:cubicBezTo>
                    <a:pt x="120400" y="68227"/>
                    <a:pt x="123402" y="75133"/>
                    <a:pt x="123102" y="82338"/>
                  </a:cubicBezTo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7" name="Google Shape;4887;p51"/>
            <p:cNvSpPr/>
            <p:nvPr/>
          </p:nvSpPr>
          <p:spPr>
            <a:xfrm>
              <a:off x="6485374" y="4373489"/>
              <a:ext cx="60045" cy="120090"/>
            </a:xfrm>
            <a:custGeom>
              <a:rect b="b" l="l" r="r" t="t"/>
              <a:pathLst>
                <a:path extrusionOk="0" h="120090" w="60045">
                  <a:moveTo>
                    <a:pt x="60045" y="120391"/>
                  </a:moveTo>
                  <a:lnTo>
                    <a:pt x="54641" y="120391"/>
                  </a:lnTo>
                  <a:cubicBezTo>
                    <a:pt x="53440" y="120391"/>
                    <a:pt x="52840" y="119490"/>
                    <a:pt x="52840" y="118589"/>
                  </a:cubicBezTo>
                  <a:lnTo>
                    <a:pt x="52840" y="117088"/>
                  </a:lnTo>
                  <a:cubicBezTo>
                    <a:pt x="52840" y="115587"/>
                    <a:pt x="52239" y="115287"/>
                    <a:pt x="51039" y="115287"/>
                  </a:cubicBezTo>
                  <a:cubicBezTo>
                    <a:pt x="49838" y="115287"/>
                    <a:pt x="50138" y="115287"/>
                    <a:pt x="50138" y="115287"/>
                  </a:cubicBezTo>
                  <a:cubicBezTo>
                    <a:pt x="36628" y="126095"/>
                    <a:pt x="17113" y="123693"/>
                    <a:pt x="6605" y="109583"/>
                  </a:cubicBezTo>
                  <a:cubicBezTo>
                    <a:pt x="2402" y="104179"/>
                    <a:pt x="0" y="97273"/>
                    <a:pt x="0" y="90368"/>
                  </a:cubicBezTo>
                  <a:lnTo>
                    <a:pt x="0" y="64549"/>
                  </a:lnTo>
                  <a:cubicBezTo>
                    <a:pt x="0" y="56443"/>
                    <a:pt x="3302" y="48937"/>
                    <a:pt x="9007" y="43233"/>
                  </a:cubicBezTo>
                  <a:cubicBezTo>
                    <a:pt x="14711" y="36928"/>
                    <a:pt x="22517" y="33625"/>
                    <a:pt x="30923" y="33926"/>
                  </a:cubicBezTo>
                  <a:cubicBezTo>
                    <a:pt x="36628" y="33926"/>
                    <a:pt x="42332" y="35427"/>
                    <a:pt x="47136" y="38729"/>
                  </a:cubicBezTo>
                  <a:lnTo>
                    <a:pt x="48336" y="38729"/>
                  </a:lnTo>
                  <a:cubicBezTo>
                    <a:pt x="49537" y="38729"/>
                    <a:pt x="49838" y="38729"/>
                    <a:pt x="49838" y="37228"/>
                  </a:cubicBezTo>
                  <a:lnTo>
                    <a:pt x="49838" y="1801"/>
                  </a:lnTo>
                  <a:cubicBezTo>
                    <a:pt x="49537" y="901"/>
                    <a:pt x="50138" y="300"/>
                    <a:pt x="51039" y="0"/>
                  </a:cubicBezTo>
                  <a:cubicBezTo>
                    <a:pt x="51339" y="0"/>
                    <a:pt x="51339" y="0"/>
                    <a:pt x="51639" y="0"/>
                  </a:cubicBezTo>
                  <a:lnTo>
                    <a:pt x="60045" y="0"/>
                  </a:lnTo>
                  <a:cubicBezTo>
                    <a:pt x="61246" y="0"/>
                    <a:pt x="61546" y="0"/>
                    <a:pt x="61546" y="1801"/>
                  </a:cubicBezTo>
                  <a:lnTo>
                    <a:pt x="61546" y="118589"/>
                  </a:lnTo>
                  <a:cubicBezTo>
                    <a:pt x="61546" y="119790"/>
                    <a:pt x="61546" y="120691"/>
                    <a:pt x="60045" y="120391"/>
                  </a:cubicBezTo>
                  <a:moveTo>
                    <a:pt x="49838" y="65449"/>
                  </a:moveTo>
                  <a:cubicBezTo>
                    <a:pt x="50138" y="60346"/>
                    <a:pt x="48036" y="55242"/>
                    <a:pt x="44133" y="51639"/>
                  </a:cubicBezTo>
                  <a:cubicBezTo>
                    <a:pt x="36628" y="43833"/>
                    <a:pt x="24619" y="44133"/>
                    <a:pt x="17113" y="51639"/>
                  </a:cubicBezTo>
                  <a:cubicBezTo>
                    <a:pt x="13510" y="55242"/>
                    <a:pt x="11409" y="60346"/>
                    <a:pt x="11409" y="65449"/>
                  </a:cubicBezTo>
                  <a:lnTo>
                    <a:pt x="11409" y="91269"/>
                  </a:lnTo>
                  <a:cubicBezTo>
                    <a:pt x="11409" y="96673"/>
                    <a:pt x="13210" y="101777"/>
                    <a:pt x="16813" y="105379"/>
                  </a:cubicBezTo>
                  <a:cubicBezTo>
                    <a:pt x="20415" y="109282"/>
                    <a:pt x="25219" y="111084"/>
                    <a:pt x="30623" y="111084"/>
                  </a:cubicBezTo>
                  <a:cubicBezTo>
                    <a:pt x="35727" y="111084"/>
                    <a:pt x="40531" y="108982"/>
                    <a:pt x="44133" y="105379"/>
                  </a:cubicBezTo>
                  <a:cubicBezTo>
                    <a:pt x="47736" y="101777"/>
                    <a:pt x="49838" y="96673"/>
                    <a:pt x="49838" y="91269"/>
                  </a:cubicBezTo>
                  <a:lnTo>
                    <a:pt x="49838" y="65449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8" name="Google Shape;4888;p51"/>
            <p:cNvSpPr/>
            <p:nvPr/>
          </p:nvSpPr>
          <p:spPr>
            <a:xfrm>
              <a:off x="6570319" y="4403924"/>
              <a:ext cx="57043" cy="93070"/>
            </a:xfrm>
            <a:custGeom>
              <a:rect b="b" l="l" r="r" t="t"/>
              <a:pathLst>
                <a:path extrusionOk="0" h="93070" w="57043">
                  <a:moveTo>
                    <a:pt x="56762" y="52728"/>
                  </a:moveTo>
                  <a:lnTo>
                    <a:pt x="12929" y="52728"/>
                  </a:lnTo>
                  <a:cubicBezTo>
                    <a:pt x="12028" y="52728"/>
                    <a:pt x="11127" y="53328"/>
                    <a:pt x="11127" y="54229"/>
                  </a:cubicBezTo>
                  <a:cubicBezTo>
                    <a:pt x="11127" y="54229"/>
                    <a:pt x="11127" y="54529"/>
                    <a:pt x="11127" y="54529"/>
                  </a:cubicBezTo>
                  <a:lnTo>
                    <a:pt x="11127" y="59933"/>
                  </a:lnTo>
                  <a:cubicBezTo>
                    <a:pt x="11127" y="65637"/>
                    <a:pt x="13229" y="70741"/>
                    <a:pt x="16832" y="74644"/>
                  </a:cubicBezTo>
                  <a:cubicBezTo>
                    <a:pt x="20434" y="78547"/>
                    <a:pt x="25238" y="80949"/>
                    <a:pt x="30642" y="80949"/>
                  </a:cubicBezTo>
                  <a:cubicBezTo>
                    <a:pt x="37247" y="80949"/>
                    <a:pt x="43552" y="78847"/>
                    <a:pt x="48956" y="74644"/>
                  </a:cubicBezTo>
                  <a:cubicBezTo>
                    <a:pt x="49556" y="74044"/>
                    <a:pt x="50457" y="74044"/>
                    <a:pt x="51057" y="74644"/>
                  </a:cubicBezTo>
                  <a:cubicBezTo>
                    <a:pt x="51057" y="74644"/>
                    <a:pt x="51057" y="74644"/>
                    <a:pt x="51057" y="74644"/>
                  </a:cubicBezTo>
                  <a:lnTo>
                    <a:pt x="55861" y="82150"/>
                  </a:lnTo>
                  <a:cubicBezTo>
                    <a:pt x="56461" y="82750"/>
                    <a:pt x="56762" y="83651"/>
                    <a:pt x="56161" y="84552"/>
                  </a:cubicBezTo>
                  <a:cubicBezTo>
                    <a:pt x="56161" y="84552"/>
                    <a:pt x="55861" y="84852"/>
                    <a:pt x="55861" y="84852"/>
                  </a:cubicBezTo>
                  <a:cubicBezTo>
                    <a:pt x="48656" y="90556"/>
                    <a:pt x="39949" y="93558"/>
                    <a:pt x="30942" y="93558"/>
                  </a:cubicBezTo>
                  <a:cubicBezTo>
                    <a:pt x="22836" y="93558"/>
                    <a:pt x="14730" y="89956"/>
                    <a:pt x="9026" y="83651"/>
                  </a:cubicBezTo>
                  <a:cubicBezTo>
                    <a:pt x="3021" y="77346"/>
                    <a:pt x="-281" y="68640"/>
                    <a:pt x="19" y="59633"/>
                  </a:cubicBezTo>
                  <a:lnTo>
                    <a:pt x="19" y="32012"/>
                  </a:lnTo>
                  <a:cubicBezTo>
                    <a:pt x="19" y="23606"/>
                    <a:pt x="3021" y="15199"/>
                    <a:pt x="8725" y="9195"/>
                  </a:cubicBezTo>
                  <a:cubicBezTo>
                    <a:pt x="20434" y="-3115"/>
                    <a:pt x="39048" y="-3115"/>
                    <a:pt x="50457" y="9495"/>
                  </a:cubicBezTo>
                  <a:cubicBezTo>
                    <a:pt x="55861" y="15500"/>
                    <a:pt x="58863" y="23606"/>
                    <a:pt x="58863" y="32012"/>
                  </a:cubicBezTo>
                  <a:lnTo>
                    <a:pt x="58863" y="50626"/>
                  </a:lnTo>
                  <a:cubicBezTo>
                    <a:pt x="58863" y="52127"/>
                    <a:pt x="58863" y="52728"/>
                    <a:pt x="56762" y="52728"/>
                  </a:cubicBezTo>
                  <a:moveTo>
                    <a:pt x="46854" y="32312"/>
                  </a:moveTo>
                  <a:cubicBezTo>
                    <a:pt x="46854" y="27208"/>
                    <a:pt x="45053" y="22405"/>
                    <a:pt x="41750" y="18802"/>
                  </a:cubicBezTo>
                  <a:cubicBezTo>
                    <a:pt x="38448" y="15199"/>
                    <a:pt x="33944" y="13098"/>
                    <a:pt x="29141" y="13398"/>
                  </a:cubicBezTo>
                  <a:cubicBezTo>
                    <a:pt x="24337" y="13098"/>
                    <a:pt x="19834" y="15199"/>
                    <a:pt x="16531" y="18802"/>
                  </a:cubicBezTo>
                  <a:cubicBezTo>
                    <a:pt x="12929" y="22405"/>
                    <a:pt x="11127" y="27208"/>
                    <a:pt x="11127" y="32312"/>
                  </a:cubicBezTo>
                  <a:lnTo>
                    <a:pt x="11127" y="38017"/>
                  </a:lnTo>
                  <a:cubicBezTo>
                    <a:pt x="11127" y="38917"/>
                    <a:pt x="11728" y="39818"/>
                    <a:pt x="12328" y="40118"/>
                  </a:cubicBezTo>
                  <a:cubicBezTo>
                    <a:pt x="12328" y="40118"/>
                    <a:pt x="12628" y="40118"/>
                    <a:pt x="12628" y="40118"/>
                  </a:cubicBezTo>
                  <a:lnTo>
                    <a:pt x="44452" y="40118"/>
                  </a:lnTo>
                  <a:cubicBezTo>
                    <a:pt x="45653" y="40118"/>
                    <a:pt x="45954" y="39217"/>
                    <a:pt x="45954" y="38017"/>
                  </a:cubicBezTo>
                  <a:lnTo>
                    <a:pt x="46854" y="32312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9" name="Google Shape;4889;p51"/>
            <p:cNvSpPr/>
            <p:nvPr/>
          </p:nvSpPr>
          <p:spPr>
            <a:xfrm>
              <a:off x="5951546" y="4012317"/>
              <a:ext cx="195147" cy="288217"/>
            </a:xfrm>
            <a:custGeom>
              <a:rect b="b" l="l" r="r" t="t"/>
              <a:pathLst>
                <a:path extrusionOk="0" h="288217" w="195147">
                  <a:moveTo>
                    <a:pt x="190368" y="0"/>
                  </a:moveTo>
                  <a:lnTo>
                    <a:pt x="161847" y="0"/>
                  </a:lnTo>
                  <a:cubicBezTo>
                    <a:pt x="157944" y="0"/>
                    <a:pt x="156443" y="1501"/>
                    <a:pt x="156443" y="5404"/>
                  </a:cubicBezTo>
                  <a:lnTo>
                    <a:pt x="156443" y="190344"/>
                  </a:lnTo>
                  <a:cubicBezTo>
                    <a:pt x="156443" y="205955"/>
                    <a:pt x="150138" y="220967"/>
                    <a:pt x="138729" y="231775"/>
                  </a:cubicBezTo>
                  <a:cubicBezTo>
                    <a:pt x="128221" y="243183"/>
                    <a:pt x="113510" y="249188"/>
                    <a:pt x="98199" y="248888"/>
                  </a:cubicBezTo>
                  <a:cubicBezTo>
                    <a:pt x="82587" y="249188"/>
                    <a:pt x="67575" y="243183"/>
                    <a:pt x="57067" y="231775"/>
                  </a:cubicBezTo>
                  <a:cubicBezTo>
                    <a:pt x="45959" y="220967"/>
                    <a:pt x="39654" y="205955"/>
                    <a:pt x="39955" y="190344"/>
                  </a:cubicBezTo>
                  <a:lnTo>
                    <a:pt x="39955" y="131499"/>
                  </a:lnTo>
                  <a:lnTo>
                    <a:pt x="24" y="147711"/>
                  </a:lnTo>
                  <a:lnTo>
                    <a:pt x="24" y="190644"/>
                  </a:lnTo>
                  <a:cubicBezTo>
                    <a:pt x="-576" y="216763"/>
                    <a:pt x="9932" y="241982"/>
                    <a:pt x="28546" y="260597"/>
                  </a:cubicBezTo>
                  <a:cubicBezTo>
                    <a:pt x="46860" y="279511"/>
                    <a:pt x="71779" y="290019"/>
                    <a:pt x="98199" y="290019"/>
                  </a:cubicBezTo>
                  <a:cubicBezTo>
                    <a:pt x="124318" y="290019"/>
                    <a:pt x="149237" y="279511"/>
                    <a:pt x="167251" y="260296"/>
                  </a:cubicBezTo>
                  <a:cubicBezTo>
                    <a:pt x="186165" y="241982"/>
                    <a:pt x="196673" y="216763"/>
                    <a:pt x="196373" y="190344"/>
                  </a:cubicBezTo>
                  <a:lnTo>
                    <a:pt x="196373" y="5404"/>
                  </a:lnTo>
                  <a:cubicBezTo>
                    <a:pt x="196073" y="1501"/>
                    <a:pt x="193971" y="0"/>
                    <a:pt x="190368" y="0"/>
                  </a:cubicBez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0" name="Google Shape;4890;p51"/>
            <p:cNvSpPr/>
            <p:nvPr/>
          </p:nvSpPr>
          <p:spPr>
            <a:xfrm>
              <a:off x="6234678" y="3999143"/>
              <a:ext cx="198149" cy="288217"/>
            </a:xfrm>
            <a:custGeom>
              <a:rect b="b" l="l" r="r" t="t"/>
              <a:pathLst>
                <a:path extrusionOk="0" h="288217" w="198149">
                  <a:moveTo>
                    <a:pt x="192452" y="289382"/>
                  </a:moveTo>
                  <a:lnTo>
                    <a:pt x="164230" y="289382"/>
                  </a:lnTo>
                  <a:cubicBezTo>
                    <a:pt x="161228" y="289682"/>
                    <a:pt x="158526" y="287580"/>
                    <a:pt x="158226" y="284578"/>
                  </a:cubicBezTo>
                  <a:cubicBezTo>
                    <a:pt x="158226" y="284278"/>
                    <a:pt x="158226" y="283677"/>
                    <a:pt x="158226" y="283377"/>
                  </a:cubicBezTo>
                  <a:lnTo>
                    <a:pt x="158226" y="98438"/>
                  </a:lnTo>
                  <a:cubicBezTo>
                    <a:pt x="158526" y="82826"/>
                    <a:pt x="152221" y="68115"/>
                    <a:pt x="140813" y="57307"/>
                  </a:cubicBezTo>
                  <a:cubicBezTo>
                    <a:pt x="117995" y="34490"/>
                    <a:pt x="80767" y="34490"/>
                    <a:pt x="57950" y="57006"/>
                  </a:cubicBezTo>
                  <a:cubicBezTo>
                    <a:pt x="57950" y="57006"/>
                    <a:pt x="57650" y="57307"/>
                    <a:pt x="57650" y="57307"/>
                  </a:cubicBezTo>
                  <a:cubicBezTo>
                    <a:pt x="46842" y="68115"/>
                    <a:pt x="40837" y="83126"/>
                    <a:pt x="41137" y="98438"/>
                  </a:cubicBezTo>
                  <a:lnTo>
                    <a:pt x="41137" y="283377"/>
                  </a:lnTo>
                  <a:cubicBezTo>
                    <a:pt x="41738" y="286380"/>
                    <a:pt x="39636" y="289082"/>
                    <a:pt x="36634" y="289382"/>
                  </a:cubicBezTo>
                  <a:cubicBezTo>
                    <a:pt x="36033" y="289382"/>
                    <a:pt x="35433" y="289382"/>
                    <a:pt x="34833" y="289382"/>
                  </a:cubicBezTo>
                  <a:lnTo>
                    <a:pt x="6011" y="289382"/>
                  </a:lnTo>
                  <a:cubicBezTo>
                    <a:pt x="3009" y="289682"/>
                    <a:pt x="306" y="287580"/>
                    <a:pt x="6" y="284578"/>
                  </a:cubicBezTo>
                  <a:cubicBezTo>
                    <a:pt x="6" y="284278"/>
                    <a:pt x="6" y="283677"/>
                    <a:pt x="6" y="283377"/>
                  </a:cubicBezTo>
                  <a:lnTo>
                    <a:pt x="6" y="98438"/>
                  </a:lnTo>
                  <a:cubicBezTo>
                    <a:pt x="-294" y="72318"/>
                    <a:pt x="10214" y="47099"/>
                    <a:pt x="29428" y="28785"/>
                  </a:cubicBezTo>
                  <a:cubicBezTo>
                    <a:pt x="67858" y="-9344"/>
                    <a:pt x="130004" y="-9644"/>
                    <a:pt x="168734" y="28185"/>
                  </a:cubicBezTo>
                  <a:cubicBezTo>
                    <a:pt x="169034" y="28485"/>
                    <a:pt x="169034" y="28485"/>
                    <a:pt x="169334" y="28785"/>
                  </a:cubicBezTo>
                  <a:cubicBezTo>
                    <a:pt x="188248" y="47099"/>
                    <a:pt x="198756" y="72318"/>
                    <a:pt x="198456" y="98438"/>
                  </a:cubicBezTo>
                  <a:lnTo>
                    <a:pt x="198456" y="283377"/>
                  </a:lnTo>
                  <a:cubicBezTo>
                    <a:pt x="198756" y="286380"/>
                    <a:pt x="196355" y="289082"/>
                    <a:pt x="193352" y="289382"/>
                  </a:cubicBezTo>
                  <a:cubicBezTo>
                    <a:pt x="193052" y="289382"/>
                    <a:pt x="192752" y="289382"/>
                    <a:pt x="192452" y="289382"/>
                  </a:cubicBezTo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1" name="Google Shape;4891;p51"/>
            <p:cNvSpPr/>
            <p:nvPr/>
          </p:nvSpPr>
          <p:spPr>
            <a:xfrm>
              <a:off x="6523803" y="4111091"/>
              <a:ext cx="39029" cy="177133"/>
            </a:xfrm>
            <a:custGeom>
              <a:rect b="b" l="l" r="r" t="t"/>
              <a:pathLst>
                <a:path extrusionOk="0" h="177133" w="39029">
                  <a:moveTo>
                    <a:pt x="39930" y="37528"/>
                  </a:moveTo>
                  <a:lnTo>
                    <a:pt x="39930" y="173231"/>
                  </a:lnTo>
                  <a:cubicBezTo>
                    <a:pt x="40230" y="176233"/>
                    <a:pt x="38129" y="178935"/>
                    <a:pt x="34826" y="179235"/>
                  </a:cubicBezTo>
                  <a:cubicBezTo>
                    <a:pt x="34526" y="179235"/>
                    <a:pt x="34226" y="179235"/>
                    <a:pt x="33625" y="179235"/>
                  </a:cubicBezTo>
                  <a:lnTo>
                    <a:pt x="6005" y="179235"/>
                  </a:lnTo>
                  <a:cubicBezTo>
                    <a:pt x="3002" y="179836"/>
                    <a:pt x="300" y="177734"/>
                    <a:pt x="0" y="174732"/>
                  </a:cubicBezTo>
                  <a:cubicBezTo>
                    <a:pt x="0" y="174131"/>
                    <a:pt x="0" y="173531"/>
                    <a:pt x="0" y="172930"/>
                  </a:cubicBezTo>
                  <a:lnTo>
                    <a:pt x="0" y="0"/>
                  </a:lnTo>
                  <a:lnTo>
                    <a:pt x="39930" y="37528"/>
                  </a:lnTo>
                  <a:lnTo>
                    <a:pt x="39930" y="37528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2" name="Google Shape;4892;p51"/>
            <p:cNvSpPr/>
            <p:nvPr/>
          </p:nvSpPr>
          <p:spPr>
            <a:xfrm>
              <a:off x="6624477" y="4006913"/>
              <a:ext cx="192145" cy="282212"/>
            </a:xfrm>
            <a:custGeom>
              <a:rect b="b" l="l" r="r" t="t"/>
              <a:pathLst>
                <a:path extrusionOk="0" h="282212" w="192145">
                  <a:moveTo>
                    <a:pt x="193248" y="117989"/>
                  </a:moveTo>
                  <a:lnTo>
                    <a:pt x="135004" y="277709"/>
                  </a:lnTo>
                  <a:cubicBezTo>
                    <a:pt x="134404" y="280712"/>
                    <a:pt x="131702" y="282813"/>
                    <a:pt x="128699" y="282813"/>
                  </a:cubicBezTo>
                  <a:lnTo>
                    <a:pt x="105882" y="282813"/>
                  </a:lnTo>
                  <a:cubicBezTo>
                    <a:pt x="102580" y="282813"/>
                    <a:pt x="100778" y="281012"/>
                    <a:pt x="99577" y="277709"/>
                  </a:cubicBezTo>
                  <a:lnTo>
                    <a:pt x="803" y="8406"/>
                  </a:lnTo>
                  <a:cubicBezTo>
                    <a:pt x="-1299" y="3002"/>
                    <a:pt x="803" y="0"/>
                    <a:pt x="6207" y="0"/>
                  </a:cubicBezTo>
                  <a:lnTo>
                    <a:pt x="36230" y="0"/>
                  </a:lnTo>
                  <a:cubicBezTo>
                    <a:pt x="39832" y="0"/>
                    <a:pt x="42835" y="2402"/>
                    <a:pt x="43435" y="5704"/>
                  </a:cubicBezTo>
                  <a:lnTo>
                    <a:pt x="112787" y="195447"/>
                  </a:lnTo>
                  <a:cubicBezTo>
                    <a:pt x="113088" y="197249"/>
                    <a:pt x="114889" y="198450"/>
                    <a:pt x="116690" y="198149"/>
                  </a:cubicBezTo>
                  <a:cubicBezTo>
                    <a:pt x="118792" y="198450"/>
                    <a:pt x="120593" y="197249"/>
                    <a:pt x="121194" y="195447"/>
                  </a:cubicBezTo>
                  <a:lnTo>
                    <a:pt x="167128" y="69953"/>
                  </a:lnTo>
                  <a:lnTo>
                    <a:pt x="193248" y="117989"/>
                  </a:lnTo>
                  <a:lnTo>
                    <a:pt x="193248" y="117989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3" name="Google Shape;4893;p51"/>
            <p:cNvSpPr/>
            <p:nvPr/>
          </p:nvSpPr>
          <p:spPr>
            <a:xfrm>
              <a:off x="6902066" y="3999101"/>
              <a:ext cx="201151" cy="297224"/>
            </a:xfrm>
            <a:custGeom>
              <a:rect b="b" l="l" r="r" t="t"/>
              <a:pathLst>
                <a:path extrusionOk="0" h="297224" w="201151">
                  <a:moveTo>
                    <a:pt x="197872" y="166632"/>
                  </a:moveTo>
                  <a:lnTo>
                    <a:pt x="47158" y="166632"/>
                  </a:lnTo>
                  <a:cubicBezTo>
                    <a:pt x="44156" y="166332"/>
                    <a:pt x="41154" y="168433"/>
                    <a:pt x="40853" y="171736"/>
                  </a:cubicBezTo>
                  <a:cubicBezTo>
                    <a:pt x="40853" y="172036"/>
                    <a:pt x="40853" y="172336"/>
                    <a:pt x="40853" y="172937"/>
                  </a:cubicBezTo>
                  <a:lnTo>
                    <a:pt x="40853" y="190049"/>
                  </a:lnTo>
                  <a:cubicBezTo>
                    <a:pt x="40553" y="207763"/>
                    <a:pt x="47458" y="224876"/>
                    <a:pt x="60368" y="237185"/>
                  </a:cubicBezTo>
                  <a:cubicBezTo>
                    <a:pt x="72377" y="249794"/>
                    <a:pt x="89490" y="257000"/>
                    <a:pt x="106903" y="257000"/>
                  </a:cubicBezTo>
                  <a:cubicBezTo>
                    <a:pt x="129420" y="257300"/>
                    <a:pt x="151637" y="250095"/>
                    <a:pt x="170251" y="237185"/>
                  </a:cubicBezTo>
                  <a:cubicBezTo>
                    <a:pt x="172053" y="235384"/>
                    <a:pt x="175055" y="235384"/>
                    <a:pt x="177156" y="237185"/>
                  </a:cubicBezTo>
                  <a:cubicBezTo>
                    <a:pt x="177457" y="237485"/>
                    <a:pt x="177757" y="237785"/>
                    <a:pt x="178057" y="238386"/>
                  </a:cubicBezTo>
                  <a:lnTo>
                    <a:pt x="194570" y="262404"/>
                  </a:lnTo>
                  <a:cubicBezTo>
                    <a:pt x="196671" y="264506"/>
                    <a:pt x="196371" y="267808"/>
                    <a:pt x="194269" y="269609"/>
                  </a:cubicBezTo>
                  <a:cubicBezTo>
                    <a:pt x="193969" y="269910"/>
                    <a:pt x="193369" y="270210"/>
                    <a:pt x="193068" y="270510"/>
                  </a:cubicBezTo>
                  <a:cubicBezTo>
                    <a:pt x="168150" y="288824"/>
                    <a:pt x="138127" y="298431"/>
                    <a:pt x="107204" y="298131"/>
                  </a:cubicBezTo>
                  <a:cubicBezTo>
                    <a:pt x="78682" y="298431"/>
                    <a:pt x="51361" y="287023"/>
                    <a:pt x="31546" y="266607"/>
                  </a:cubicBezTo>
                  <a:cubicBezTo>
                    <a:pt x="10831" y="246792"/>
                    <a:pt x="-578" y="219171"/>
                    <a:pt x="23" y="190950"/>
                  </a:cubicBezTo>
                  <a:lnTo>
                    <a:pt x="23" y="101483"/>
                  </a:lnTo>
                  <a:cubicBezTo>
                    <a:pt x="-278" y="45641"/>
                    <a:pt x="45357" y="306"/>
                    <a:pt x="101499" y="6"/>
                  </a:cubicBezTo>
                  <a:cubicBezTo>
                    <a:pt x="128820" y="-294"/>
                    <a:pt x="154940" y="10514"/>
                    <a:pt x="173554" y="30029"/>
                  </a:cubicBezTo>
                  <a:cubicBezTo>
                    <a:pt x="193068" y="48643"/>
                    <a:pt x="203576" y="74462"/>
                    <a:pt x="202976" y="101483"/>
                  </a:cubicBezTo>
                  <a:lnTo>
                    <a:pt x="202976" y="160627"/>
                  </a:lnTo>
                  <a:cubicBezTo>
                    <a:pt x="202976" y="164530"/>
                    <a:pt x="201175" y="166632"/>
                    <a:pt x="197272" y="166632"/>
                  </a:cubicBezTo>
                  <a:moveTo>
                    <a:pt x="162445" y="101783"/>
                  </a:moveTo>
                  <a:cubicBezTo>
                    <a:pt x="162746" y="68458"/>
                    <a:pt x="135725" y="41137"/>
                    <a:pt x="102400" y="40837"/>
                  </a:cubicBezTo>
                  <a:cubicBezTo>
                    <a:pt x="102100" y="40837"/>
                    <a:pt x="101799" y="40837"/>
                    <a:pt x="101499" y="40837"/>
                  </a:cubicBezTo>
                  <a:cubicBezTo>
                    <a:pt x="85287" y="40537"/>
                    <a:pt x="69975" y="46841"/>
                    <a:pt x="58867" y="58550"/>
                  </a:cubicBezTo>
                  <a:cubicBezTo>
                    <a:pt x="47458" y="69959"/>
                    <a:pt x="41154" y="85270"/>
                    <a:pt x="41454" y="101483"/>
                  </a:cubicBezTo>
                  <a:lnTo>
                    <a:pt x="41454" y="120397"/>
                  </a:lnTo>
                  <a:cubicBezTo>
                    <a:pt x="41154" y="123399"/>
                    <a:pt x="43555" y="126101"/>
                    <a:pt x="46558" y="126401"/>
                  </a:cubicBezTo>
                  <a:cubicBezTo>
                    <a:pt x="46858" y="126401"/>
                    <a:pt x="47158" y="126401"/>
                    <a:pt x="47759" y="126401"/>
                  </a:cubicBezTo>
                  <a:lnTo>
                    <a:pt x="157942" y="126401"/>
                  </a:lnTo>
                  <a:cubicBezTo>
                    <a:pt x="161845" y="126401"/>
                    <a:pt x="163346" y="124300"/>
                    <a:pt x="163346" y="120397"/>
                  </a:cubicBezTo>
                  <a:lnTo>
                    <a:pt x="162445" y="101783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4" name="Google Shape;4894;p51"/>
            <p:cNvSpPr/>
            <p:nvPr/>
          </p:nvSpPr>
          <p:spPr>
            <a:xfrm>
              <a:off x="7168089" y="4142015"/>
              <a:ext cx="39029" cy="147110"/>
            </a:xfrm>
            <a:custGeom>
              <a:rect b="b" l="l" r="r" t="t"/>
              <a:pathLst>
                <a:path extrusionOk="0" h="147110" w="39029">
                  <a:moveTo>
                    <a:pt x="39630" y="0"/>
                  </a:moveTo>
                  <a:lnTo>
                    <a:pt x="39630" y="143808"/>
                  </a:lnTo>
                  <a:cubicBezTo>
                    <a:pt x="39930" y="146811"/>
                    <a:pt x="37829" y="149513"/>
                    <a:pt x="34826" y="149813"/>
                  </a:cubicBezTo>
                  <a:cubicBezTo>
                    <a:pt x="34526" y="149813"/>
                    <a:pt x="33926" y="149813"/>
                    <a:pt x="33625" y="149813"/>
                  </a:cubicBezTo>
                  <a:lnTo>
                    <a:pt x="6005" y="149813"/>
                  </a:lnTo>
                  <a:cubicBezTo>
                    <a:pt x="3002" y="150113"/>
                    <a:pt x="300" y="148012"/>
                    <a:pt x="0" y="144709"/>
                  </a:cubicBezTo>
                  <a:cubicBezTo>
                    <a:pt x="0" y="144409"/>
                    <a:pt x="0" y="144109"/>
                    <a:pt x="0" y="143508"/>
                  </a:cubicBezTo>
                  <a:lnTo>
                    <a:pt x="0" y="26720"/>
                  </a:lnTo>
                  <a:lnTo>
                    <a:pt x="39630" y="0"/>
                  </a:lnTo>
                  <a:lnTo>
                    <a:pt x="39630" y="0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5" name="Google Shape;4895;p51"/>
            <p:cNvSpPr/>
            <p:nvPr/>
          </p:nvSpPr>
          <p:spPr>
            <a:xfrm>
              <a:off x="7592289" y="3898809"/>
              <a:ext cx="51038" cy="390294"/>
            </a:xfrm>
            <a:custGeom>
              <a:rect b="b" l="l" r="r" t="t"/>
              <a:pathLst>
                <a:path extrusionOk="0" h="390294" w="51038">
                  <a:moveTo>
                    <a:pt x="44454" y="46558"/>
                  </a:moveTo>
                  <a:cubicBezTo>
                    <a:pt x="39651" y="51962"/>
                    <a:pt x="33046" y="55264"/>
                    <a:pt x="25840" y="54964"/>
                  </a:cubicBezTo>
                  <a:cubicBezTo>
                    <a:pt x="18935" y="54964"/>
                    <a:pt x="12330" y="51962"/>
                    <a:pt x="7827" y="46558"/>
                  </a:cubicBezTo>
                  <a:cubicBezTo>
                    <a:pt x="2723" y="41754"/>
                    <a:pt x="-280" y="34849"/>
                    <a:pt x="21" y="27343"/>
                  </a:cubicBezTo>
                  <a:cubicBezTo>
                    <a:pt x="-280" y="19837"/>
                    <a:pt x="2723" y="12632"/>
                    <a:pt x="7827" y="7828"/>
                  </a:cubicBezTo>
                  <a:cubicBezTo>
                    <a:pt x="12330" y="2424"/>
                    <a:pt x="18935" y="-278"/>
                    <a:pt x="25840" y="23"/>
                  </a:cubicBezTo>
                  <a:cubicBezTo>
                    <a:pt x="32745" y="-278"/>
                    <a:pt x="39651" y="2424"/>
                    <a:pt x="44454" y="7828"/>
                  </a:cubicBezTo>
                  <a:cubicBezTo>
                    <a:pt x="49858" y="12932"/>
                    <a:pt x="52560" y="20138"/>
                    <a:pt x="52560" y="27343"/>
                  </a:cubicBezTo>
                  <a:cubicBezTo>
                    <a:pt x="52260" y="34849"/>
                    <a:pt x="49558" y="41754"/>
                    <a:pt x="44454" y="46558"/>
                  </a:cubicBezTo>
                  <a:moveTo>
                    <a:pt x="39651" y="392719"/>
                  </a:moveTo>
                  <a:lnTo>
                    <a:pt x="12630" y="392719"/>
                  </a:lnTo>
                  <a:cubicBezTo>
                    <a:pt x="8427" y="392719"/>
                    <a:pt x="6926" y="390617"/>
                    <a:pt x="6926" y="386714"/>
                  </a:cubicBezTo>
                  <a:lnTo>
                    <a:pt x="6926" y="112307"/>
                  </a:lnTo>
                  <a:cubicBezTo>
                    <a:pt x="6926" y="108404"/>
                    <a:pt x="8427" y="106603"/>
                    <a:pt x="12630" y="106603"/>
                  </a:cubicBezTo>
                  <a:lnTo>
                    <a:pt x="39651" y="106603"/>
                  </a:lnTo>
                  <a:cubicBezTo>
                    <a:pt x="43553" y="106603"/>
                    <a:pt x="45655" y="108404"/>
                    <a:pt x="45655" y="112307"/>
                  </a:cubicBezTo>
                  <a:lnTo>
                    <a:pt x="45655" y="386414"/>
                  </a:lnTo>
                  <a:cubicBezTo>
                    <a:pt x="45955" y="389416"/>
                    <a:pt x="43854" y="392118"/>
                    <a:pt x="40852" y="392418"/>
                  </a:cubicBezTo>
                  <a:cubicBezTo>
                    <a:pt x="40551" y="392719"/>
                    <a:pt x="39951" y="392719"/>
                    <a:pt x="39651" y="392719"/>
                  </a:cubicBezTo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6" name="Google Shape;4896;p51"/>
            <p:cNvSpPr/>
            <p:nvPr/>
          </p:nvSpPr>
          <p:spPr>
            <a:xfrm>
              <a:off x="7927941" y="3999084"/>
              <a:ext cx="201151" cy="297224"/>
            </a:xfrm>
            <a:custGeom>
              <a:rect b="b" l="l" r="r" t="t"/>
              <a:pathLst>
                <a:path extrusionOk="0" h="297224" w="201151">
                  <a:moveTo>
                    <a:pt x="197872" y="166649"/>
                  </a:moveTo>
                  <a:lnTo>
                    <a:pt x="46858" y="166649"/>
                  </a:lnTo>
                  <a:cubicBezTo>
                    <a:pt x="43856" y="166349"/>
                    <a:pt x="41154" y="168450"/>
                    <a:pt x="40854" y="171452"/>
                  </a:cubicBezTo>
                  <a:cubicBezTo>
                    <a:pt x="40854" y="171753"/>
                    <a:pt x="40854" y="172353"/>
                    <a:pt x="40854" y="172653"/>
                  </a:cubicBezTo>
                  <a:lnTo>
                    <a:pt x="40854" y="189766"/>
                  </a:lnTo>
                  <a:cubicBezTo>
                    <a:pt x="40553" y="207480"/>
                    <a:pt x="47459" y="224593"/>
                    <a:pt x="60368" y="236902"/>
                  </a:cubicBezTo>
                  <a:cubicBezTo>
                    <a:pt x="72677" y="249812"/>
                    <a:pt x="89790" y="257017"/>
                    <a:pt x="107504" y="256717"/>
                  </a:cubicBezTo>
                  <a:cubicBezTo>
                    <a:pt x="130021" y="257017"/>
                    <a:pt x="152238" y="249812"/>
                    <a:pt x="170852" y="236902"/>
                  </a:cubicBezTo>
                  <a:cubicBezTo>
                    <a:pt x="172953" y="235100"/>
                    <a:pt x="175956" y="235100"/>
                    <a:pt x="177757" y="236902"/>
                  </a:cubicBezTo>
                  <a:cubicBezTo>
                    <a:pt x="178057" y="237202"/>
                    <a:pt x="178357" y="237502"/>
                    <a:pt x="178357" y="237802"/>
                  </a:cubicBezTo>
                  <a:lnTo>
                    <a:pt x="194870" y="261821"/>
                  </a:lnTo>
                  <a:cubicBezTo>
                    <a:pt x="196671" y="263922"/>
                    <a:pt x="196671" y="267225"/>
                    <a:pt x="194570" y="269026"/>
                  </a:cubicBezTo>
                  <a:cubicBezTo>
                    <a:pt x="194269" y="269326"/>
                    <a:pt x="193669" y="269626"/>
                    <a:pt x="193369" y="269927"/>
                  </a:cubicBezTo>
                  <a:cubicBezTo>
                    <a:pt x="168450" y="288241"/>
                    <a:pt x="138427" y="297548"/>
                    <a:pt x="107504" y="297247"/>
                  </a:cubicBezTo>
                  <a:cubicBezTo>
                    <a:pt x="78682" y="297848"/>
                    <a:pt x="51061" y="286139"/>
                    <a:pt x="31546" y="265724"/>
                  </a:cubicBezTo>
                  <a:cubicBezTo>
                    <a:pt x="10831" y="245909"/>
                    <a:pt x="-578" y="218288"/>
                    <a:pt x="23" y="190066"/>
                  </a:cubicBezTo>
                  <a:lnTo>
                    <a:pt x="23" y="101199"/>
                  </a:lnTo>
                  <a:cubicBezTo>
                    <a:pt x="-278" y="45357"/>
                    <a:pt x="45357" y="323"/>
                    <a:pt x="101499" y="23"/>
                  </a:cubicBezTo>
                  <a:lnTo>
                    <a:pt x="101499" y="23"/>
                  </a:lnTo>
                  <a:cubicBezTo>
                    <a:pt x="128820" y="-577"/>
                    <a:pt x="154940" y="10531"/>
                    <a:pt x="173554" y="29746"/>
                  </a:cubicBezTo>
                  <a:cubicBezTo>
                    <a:pt x="193069" y="48360"/>
                    <a:pt x="203576" y="74179"/>
                    <a:pt x="202976" y="101199"/>
                  </a:cubicBezTo>
                  <a:lnTo>
                    <a:pt x="202976" y="160344"/>
                  </a:lnTo>
                  <a:cubicBezTo>
                    <a:pt x="202976" y="164247"/>
                    <a:pt x="201175" y="166349"/>
                    <a:pt x="197272" y="166349"/>
                  </a:cubicBezTo>
                  <a:moveTo>
                    <a:pt x="162445" y="101800"/>
                  </a:moveTo>
                  <a:cubicBezTo>
                    <a:pt x="162746" y="85588"/>
                    <a:pt x="156441" y="69976"/>
                    <a:pt x="144732" y="58567"/>
                  </a:cubicBezTo>
                  <a:cubicBezTo>
                    <a:pt x="133323" y="46858"/>
                    <a:pt x="117711" y="40554"/>
                    <a:pt x="101499" y="40854"/>
                  </a:cubicBezTo>
                  <a:cubicBezTo>
                    <a:pt x="85287" y="40554"/>
                    <a:pt x="69976" y="46858"/>
                    <a:pt x="58867" y="58567"/>
                  </a:cubicBezTo>
                  <a:cubicBezTo>
                    <a:pt x="46858" y="69976"/>
                    <a:pt x="40253" y="85588"/>
                    <a:pt x="40553" y="101800"/>
                  </a:cubicBezTo>
                  <a:lnTo>
                    <a:pt x="40553" y="120714"/>
                  </a:lnTo>
                  <a:cubicBezTo>
                    <a:pt x="40253" y="123716"/>
                    <a:pt x="42355" y="126418"/>
                    <a:pt x="45357" y="126719"/>
                  </a:cubicBezTo>
                  <a:cubicBezTo>
                    <a:pt x="45657" y="126719"/>
                    <a:pt x="46258" y="126719"/>
                    <a:pt x="46558" y="126719"/>
                  </a:cubicBezTo>
                  <a:lnTo>
                    <a:pt x="157041" y="126719"/>
                  </a:lnTo>
                  <a:cubicBezTo>
                    <a:pt x="160944" y="126719"/>
                    <a:pt x="162746" y="124617"/>
                    <a:pt x="162746" y="120714"/>
                  </a:cubicBezTo>
                  <a:lnTo>
                    <a:pt x="162746" y="101800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7" name="Google Shape;4897;p51"/>
            <p:cNvSpPr/>
            <p:nvPr/>
          </p:nvSpPr>
          <p:spPr>
            <a:xfrm>
              <a:off x="7334113" y="3998799"/>
              <a:ext cx="189142" cy="297224"/>
            </a:xfrm>
            <a:custGeom>
              <a:rect b="b" l="l" r="r" t="t"/>
              <a:pathLst>
                <a:path extrusionOk="0" h="297224" w="189142">
                  <a:moveTo>
                    <a:pt x="18016" y="238687"/>
                  </a:moveTo>
                  <a:cubicBezTo>
                    <a:pt x="43835" y="252498"/>
                    <a:pt x="72657" y="259703"/>
                    <a:pt x="102079" y="260003"/>
                  </a:cubicBezTo>
                  <a:cubicBezTo>
                    <a:pt x="114689" y="260304"/>
                    <a:pt x="126998" y="255200"/>
                    <a:pt x="135705" y="245893"/>
                  </a:cubicBezTo>
                  <a:cubicBezTo>
                    <a:pt x="144711" y="237186"/>
                    <a:pt x="149815" y="224877"/>
                    <a:pt x="149815" y="212267"/>
                  </a:cubicBezTo>
                  <a:cubicBezTo>
                    <a:pt x="149515" y="202660"/>
                    <a:pt x="146212" y="193353"/>
                    <a:pt x="140208" y="185847"/>
                  </a:cubicBezTo>
                  <a:cubicBezTo>
                    <a:pt x="134504" y="178042"/>
                    <a:pt x="126097" y="172637"/>
                    <a:pt x="116790" y="169935"/>
                  </a:cubicBezTo>
                  <a:lnTo>
                    <a:pt x="57646" y="153723"/>
                  </a:lnTo>
                  <a:cubicBezTo>
                    <a:pt x="23720" y="144716"/>
                    <a:pt x="2" y="114093"/>
                    <a:pt x="2" y="78967"/>
                  </a:cubicBezTo>
                  <a:cubicBezTo>
                    <a:pt x="-298" y="35734"/>
                    <a:pt x="34228" y="608"/>
                    <a:pt x="77761" y="7"/>
                  </a:cubicBezTo>
                  <a:cubicBezTo>
                    <a:pt x="78361" y="7"/>
                    <a:pt x="78962" y="7"/>
                    <a:pt x="79262" y="7"/>
                  </a:cubicBezTo>
                  <a:cubicBezTo>
                    <a:pt x="113788" y="-293"/>
                    <a:pt x="147413" y="8714"/>
                    <a:pt x="177136" y="26427"/>
                  </a:cubicBezTo>
                  <a:cubicBezTo>
                    <a:pt x="179838" y="27628"/>
                    <a:pt x="181039" y="30931"/>
                    <a:pt x="179538" y="33633"/>
                  </a:cubicBezTo>
                  <a:cubicBezTo>
                    <a:pt x="179237" y="33933"/>
                    <a:pt x="178937" y="34533"/>
                    <a:pt x="178637" y="34834"/>
                  </a:cubicBezTo>
                  <a:lnTo>
                    <a:pt x="164226" y="58852"/>
                  </a:lnTo>
                  <a:cubicBezTo>
                    <a:pt x="162124" y="62755"/>
                    <a:pt x="159122" y="63355"/>
                    <a:pt x="156420" y="61554"/>
                  </a:cubicBezTo>
                  <a:cubicBezTo>
                    <a:pt x="133002" y="47143"/>
                    <a:pt x="105982" y="39637"/>
                    <a:pt x="78361" y="39637"/>
                  </a:cubicBezTo>
                  <a:cubicBezTo>
                    <a:pt x="67853" y="39337"/>
                    <a:pt x="57946" y="43540"/>
                    <a:pt x="50740" y="51046"/>
                  </a:cubicBezTo>
                  <a:cubicBezTo>
                    <a:pt x="43835" y="57951"/>
                    <a:pt x="39932" y="67558"/>
                    <a:pt x="40232" y="77466"/>
                  </a:cubicBezTo>
                  <a:cubicBezTo>
                    <a:pt x="39031" y="94579"/>
                    <a:pt x="50740" y="109890"/>
                    <a:pt x="67553" y="112892"/>
                  </a:cubicBezTo>
                  <a:lnTo>
                    <a:pt x="126398" y="128504"/>
                  </a:lnTo>
                  <a:cubicBezTo>
                    <a:pt x="145011" y="133308"/>
                    <a:pt x="161524" y="144116"/>
                    <a:pt x="172933" y="159427"/>
                  </a:cubicBezTo>
                  <a:cubicBezTo>
                    <a:pt x="201754" y="198757"/>
                    <a:pt x="193048" y="253999"/>
                    <a:pt x="153418" y="282821"/>
                  </a:cubicBezTo>
                  <a:cubicBezTo>
                    <a:pt x="138407" y="293629"/>
                    <a:pt x="120393" y="299633"/>
                    <a:pt x="101779" y="299633"/>
                  </a:cubicBezTo>
                  <a:lnTo>
                    <a:pt x="101779" y="299633"/>
                  </a:lnTo>
                  <a:lnTo>
                    <a:pt x="18016" y="238687"/>
                  </a:lnTo>
                  <a:lnTo>
                    <a:pt x="18016" y="238687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8" name="Google Shape;4898;p51"/>
            <p:cNvSpPr/>
            <p:nvPr/>
          </p:nvSpPr>
          <p:spPr>
            <a:xfrm>
              <a:off x="7700091" y="3921920"/>
              <a:ext cx="180136" cy="219165"/>
            </a:xfrm>
            <a:custGeom>
              <a:rect b="b" l="l" r="r" t="t"/>
              <a:pathLst>
                <a:path extrusionOk="0" h="219165" w="180136">
                  <a:moveTo>
                    <a:pt x="44133" y="219494"/>
                  </a:moveTo>
                  <a:lnTo>
                    <a:pt x="44133" y="132128"/>
                  </a:lnTo>
                  <a:cubicBezTo>
                    <a:pt x="44133" y="128225"/>
                    <a:pt x="42032" y="126424"/>
                    <a:pt x="38129" y="126424"/>
                  </a:cubicBezTo>
                  <a:lnTo>
                    <a:pt x="6005" y="126424"/>
                  </a:lnTo>
                  <a:cubicBezTo>
                    <a:pt x="1501" y="126424"/>
                    <a:pt x="0" y="124322"/>
                    <a:pt x="0" y="120419"/>
                  </a:cubicBezTo>
                  <a:lnTo>
                    <a:pt x="0" y="91598"/>
                  </a:lnTo>
                  <a:cubicBezTo>
                    <a:pt x="0" y="87695"/>
                    <a:pt x="1501" y="86193"/>
                    <a:pt x="6005" y="86193"/>
                  </a:cubicBezTo>
                  <a:lnTo>
                    <a:pt x="37829" y="86193"/>
                  </a:lnTo>
                  <a:cubicBezTo>
                    <a:pt x="40831" y="86494"/>
                    <a:pt x="43533" y="84392"/>
                    <a:pt x="43833" y="81390"/>
                  </a:cubicBezTo>
                  <a:cubicBezTo>
                    <a:pt x="43833" y="81090"/>
                    <a:pt x="43833" y="80489"/>
                    <a:pt x="43833" y="80189"/>
                  </a:cubicBezTo>
                  <a:lnTo>
                    <a:pt x="43833" y="6033"/>
                  </a:lnTo>
                  <a:cubicBezTo>
                    <a:pt x="43533" y="3031"/>
                    <a:pt x="45935" y="329"/>
                    <a:pt x="48937" y="28"/>
                  </a:cubicBezTo>
                  <a:cubicBezTo>
                    <a:pt x="49237" y="28"/>
                    <a:pt x="49537" y="28"/>
                    <a:pt x="50138" y="28"/>
                  </a:cubicBezTo>
                  <a:lnTo>
                    <a:pt x="78059" y="28"/>
                  </a:lnTo>
                  <a:cubicBezTo>
                    <a:pt x="81061" y="-272"/>
                    <a:pt x="83763" y="1830"/>
                    <a:pt x="84064" y="5132"/>
                  </a:cubicBezTo>
                  <a:cubicBezTo>
                    <a:pt x="84064" y="5433"/>
                    <a:pt x="84064" y="5733"/>
                    <a:pt x="84064" y="6333"/>
                  </a:cubicBezTo>
                  <a:lnTo>
                    <a:pt x="84064" y="80189"/>
                  </a:lnTo>
                  <a:cubicBezTo>
                    <a:pt x="83763" y="83191"/>
                    <a:pt x="86165" y="85893"/>
                    <a:pt x="89167" y="86193"/>
                  </a:cubicBezTo>
                  <a:cubicBezTo>
                    <a:pt x="89468" y="86193"/>
                    <a:pt x="89768" y="86193"/>
                    <a:pt x="90368" y="86193"/>
                  </a:cubicBezTo>
                  <a:lnTo>
                    <a:pt x="174732" y="86193"/>
                  </a:lnTo>
                  <a:cubicBezTo>
                    <a:pt x="179235" y="86193"/>
                    <a:pt x="180737" y="87695"/>
                    <a:pt x="180737" y="91598"/>
                  </a:cubicBezTo>
                  <a:lnTo>
                    <a:pt x="180737" y="120419"/>
                  </a:lnTo>
                  <a:cubicBezTo>
                    <a:pt x="180737" y="124322"/>
                    <a:pt x="179235" y="126424"/>
                    <a:pt x="174732" y="126424"/>
                  </a:cubicBezTo>
                  <a:lnTo>
                    <a:pt x="90068" y="126424"/>
                  </a:lnTo>
                  <a:cubicBezTo>
                    <a:pt x="86165" y="126424"/>
                    <a:pt x="84064" y="128225"/>
                    <a:pt x="84064" y="132128"/>
                  </a:cubicBezTo>
                  <a:lnTo>
                    <a:pt x="84064" y="198778"/>
                  </a:lnTo>
                  <a:lnTo>
                    <a:pt x="44133" y="219494"/>
                  </a:lnTo>
                  <a:lnTo>
                    <a:pt x="44133" y="219494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9" name="Google Shape;4899;p51"/>
            <p:cNvSpPr/>
            <p:nvPr/>
          </p:nvSpPr>
          <p:spPr>
            <a:xfrm>
              <a:off x="6709034" y="4369579"/>
              <a:ext cx="183138" cy="288217"/>
            </a:xfrm>
            <a:custGeom>
              <a:rect b="b" l="l" r="r" t="t"/>
              <a:pathLst>
                <a:path extrusionOk="0" h="288217" w="183138">
                  <a:moveTo>
                    <a:pt x="156127" y="130306"/>
                  </a:moveTo>
                  <a:cubicBezTo>
                    <a:pt x="166935" y="115595"/>
                    <a:pt x="172639" y="97882"/>
                    <a:pt x="172039" y="79568"/>
                  </a:cubicBezTo>
                  <a:cubicBezTo>
                    <a:pt x="172339" y="58552"/>
                    <a:pt x="163933" y="38137"/>
                    <a:pt x="149221" y="23425"/>
                  </a:cubicBezTo>
                  <a:cubicBezTo>
                    <a:pt x="134811" y="8114"/>
                    <a:pt x="114996" y="-292"/>
                    <a:pt x="93980" y="8"/>
                  </a:cubicBezTo>
                  <a:lnTo>
                    <a:pt x="17722" y="8"/>
                  </a:lnTo>
                  <a:cubicBezTo>
                    <a:pt x="8115" y="8"/>
                    <a:pt x="309" y="7814"/>
                    <a:pt x="9" y="17721"/>
                  </a:cubicBezTo>
                  <a:cubicBezTo>
                    <a:pt x="9" y="18322"/>
                    <a:pt x="9" y="18922"/>
                    <a:pt x="9" y="19222"/>
                  </a:cubicBezTo>
                  <a:lnTo>
                    <a:pt x="9" y="271713"/>
                  </a:lnTo>
                  <a:cubicBezTo>
                    <a:pt x="-292" y="281620"/>
                    <a:pt x="7214" y="290027"/>
                    <a:pt x="16821" y="290327"/>
                  </a:cubicBezTo>
                  <a:cubicBezTo>
                    <a:pt x="17122" y="290327"/>
                    <a:pt x="17722" y="290327"/>
                    <a:pt x="18022" y="290327"/>
                  </a:cubicBezTo>
                  <a:lnTo>
                    <a:pt x="103587" y="290327"/>
                  </a:lnTo>
                  <a:cubicBezTo>
                    <a:pt x="125203" y="290627"/>
                    <a:pt x="145919" y="281920"/>
                    <a:pt x="160930" y="266008"/>
                  </a:cubicBezTo>
                  <a:cubicBezTo>
                    <a:pt x="176542" y="250697"/>
                    <a:pt x="185249" y="229381"/>
                    <a:pt x="185249" y="207164"/>
                  </a:cubicBezTo>
                  <a:lnTo>
                    <a:pt x="185249" y="195455"/>
                  </a:lnTo>
                  <a:cubicBezTo>
                    <a:pt x="185249" y="178943"/>
                    <a:pt x="180745" y="163031"/>
                    <a:pt x="172339" y="148920"/>
                  </a:cubicBezTo>
                  <a:cubicBezTo>
                    <a:pt x="168136" y="142015"/>
                    <a:pt x="163032" y="135410"/>
                    <a:pt x="157027" y="130006"/>
                  </a:cubicBezTo>
                  <a:moveTo>
                    <a:pt x="111093" y="100283"/>
                  </a:moveTo>
                  <a:cubicBezTo>
                    <a:pt x="105688" y="105687"/>
                    <a:pt x="98483" y="108389"/>
                    <a:pt x="90977" y="107789"/>
                  </a:cubicBezTo>
                  <a:lnTo>
                    <a:pt x="53749" y="107789"/>
                  </a:lnTo>
                  <a:lnTo>
                    <a:pt x="53749" y="55249"/>
                  </a:lnTo>
                  <a:lnTo>
                    <a:pt x="93980" y="55249"/>
                  </a:lnTo>
                  <a:cubicBezTo>
                    <a:pt x="100284" y="54949"/>
                    <a:pt x="106289" y="57351"/>
                    <a:pt x="110792" y="61854"/>
                  </a:cubicBezTo>
                  <a:cubicBezTo>
                    <a:pt x="115596" y="66358"/>
                    <a:pt x="117998" y="72663"/>
                    <a:pt x="117698" y="78967"/>
                  </a:cubicBezTo>
                  <a:cubicBezTo>
                    <a:pt x="117998" y="86773"/>
                    <a:pt x="115296" y="94279"/>
                    <a:pt x="110192" y="99683"/>
                  </a:cubicBezTo>
                  <a:moveTo>
                    <a:pt x="53749" y="163931"/>
                  </a:moveTo>
                  <a:lnTo>
                    <a:pt x="99384" y="163931"/>
                  </a:lnTo>
                  <a:cubicBezTo>
                    <a:pt x="107490" y="163931"/>
                    <a:pt x="115596" y="167234"/>
                    <a:pt x="121000" y="173238"/>
                  </a:cubicBezTo>
                  <a:cubicBezTo>
                    <a:pt x="127005" y="179243"/>
                    <a:pt x="130607" y="187349"/>
                    <a:pt x="130307" y="195755"/>
                  </a:cubicBezTo>
                  <a:lnTo>
                    <a:pt x="130307" y="206864"/>
                  </a:lnTo>
                  <a:cubicBezTo>
                    <a:pt x="130307" y="214069"/>
                    <a:pt x="127305" y="221275"/>
                    <a:pt x="122201" y="226078"/>
                  </a:cubicBezTo>
                  <a:cubicBezTo>
                    <a:pt x="117097" y="231482"/>
                    <a:pt x="110192" y="234485"/>
                    <a:pt x="102986" y="234485"/>
                  </a:cubicBezTo>
                  <a:lnTo>
                    <a:pt x="53749" y="234485"/>
                  </a:lnTo>
                  <a:lnTo>
                    <a:pt x="53749" y="163931"/>
                  </a:lnTo>
                  <a:lnTo>
                    <a:pt x="53749" y="163931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0" name="Google Shape;4900;p51"/>
            <p:cNvSpPr/>
            <p:nvPr/>
          </p:nvSpPr>
          <p:spPr>
            <a:xfrm>
              <a:off x="6940511" y="4365677"/>
              <a:ext cx="189142" cy="297224"/>
            </a:xfrm>
            <a:custGeom>
              <a:rect b="b" l="l" r="r" t="t"/>
              <a:pathLst>
                <a:path extrusionOk="0" h="297224" w="189142">
                  <a:moveTo>
                    <a:pt x="95479" y="6"/>
                  </a:moveTo>
                  <a:cubicBezTo>
                    <a:pt x="69959" y="-294"/>
                    <a:pt x="45641" y="9914"/>
                    <a:pt x="27928" y="28828"/>
                  </a:cubicBezTo>
                  <a:cubicBezTo>
                    <a:pt x="9614" y="47142"/>
                    <a:pt x="-294" y="72061"/>
                    <a:pt x="7" y="97880"/>
                  </a:cubicBezTo>
                  <a:lnTo>
                    <a:pt x="7" y="200858"/>
                  </a:lnTo>
                  <a:cubicBezTo>
                    <a:pt x="-294" y="226677"/>
                    <a:pt x="9914" y="251896"/>
                    <a:pt x="27928" y="269910"/>
                  </a:cubicBezTo>
                  <a:cubicBezTo>
                    <a:pt x="64856" y="307738"/>
                    <a:pt x="124901" y="308039"/>
                    <a:pt x="162429" y="270811"/>
                  </a:cubicBezTo>
                  <a:cubicBezTo>
                    <a:pt x="162730" y="270510"/>
                    <a:pt x="163030" y="270210"/>
                    <a:pt x="163330" y="269910"/>
                  </a:cubicBezTo>
                  <a:cubicBezTo>
                    <a:pt x="181644" y="251596"/>
                    <a:pt x="191852" y="226677"/>
                    <a:pt x="191551" y="200858"/>
                  </a:cubicBezTo>
                  <a:lnTo>
                    <a:pt x="191551" y="97880"/>
                  </a:lnTo>
                  <a:cubicBezTo>
                    <a:pt x="191852" y="71761"/>
                    <a:pt x="181644" y="46842"/>
                    <a:pt x="163330" y="28828"/>
                  </a:cubicBezTo>
                  <a:cubicBezTo>
                    <a:pt x="145617" y="9914"/>
                    <a:pt x="120998" y="-294"/>
                    <a:pt x="95479" y="6"/>
                  </a:cubicBezTo>
                  <a:moveTo>
                    <a:pt x="54348" y="97880"/>
                  </a:moveTo>
                  <a:cubicBezTo>
                    <a:pt x="54348" y="86472"/>
                    <a:pt x="58851" y="75363"/>
                    <a:pt x="67257" y="67858"/>
                  </a:cubicBezTo>
                  <a:cubicBezTo>
                    <a:pt x="83470" y="51645"/>
                    <a:pt x="109289" y="51645"/>
                    <a:pt x="125501" y="67858"/>
                  </a:cubicBezTo>
                  <a:cubicBezTo>
                    <a:pt x="133908" y="75663"/>
                    <a:pt x="138411" y="86472"/>
                    <a:pt x="138411" y="97880"/>
                  </a:cubicBezTo>
                  <a:lnTo>
                    <a:pt x="138411" y="200858"/>
                  </a:lnTo>
                  <a:cubicBezTo>
                    <a:pt x="138711" y="212267"/>
                    <a:pt x="133908" y="223075"/>
                    <a:pt x="125501" y="230580"/>
                  </a:cubicBezTo>
                  <a:cubicBezTo>
                    <a:pt x="110190" y="246793"/>
                    <a:pt x="84671" y="247393"/>
                    <a:pt x="68458" y="232081"/>
                  </a:cubicBezTo>
                  <a:cubicBezTo>
                    <a:pt x="67858" y="231781"/>
                    <a:pt x="67558" y="231181"/>
                    <a:pt x="67257" y="230580"/>
                  </a:cubicBezTo>
                  <a:cubicBezTo>
                    <a:pt x="59151" y="222774"/>
                    <a:pt x="54948" y="212267"/>
                    <a:pt x="54948" y="200858"/>
                  </a:cubicBezTo>
                  <a:lnTo>
                    <a:pt x="54348" y="97880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1" name="Google Shape;4901;p51"/>
            <p:cNvSpPr/>
            <p:nvPr/>
          </p:nvSpPr>
          <p:spPr>
            <a:xfrm>
              <a:off x="7438285" y="4369280"/>
              <a:ext cx="183138" cy="288217"/>
            </a:xfrm>
            <a:custGeom>
              <a:rect b="b" l="l" r="r" t="t"/>
              <a:pathLst>
                <a:path extrusionOk="0" h="288217" w="183138">
                  <a:moveTo>
                    <a:pt x="81070" y="306"/>
                  </a:moveTo>
                  <a:lnTo>
                    <a:pt x="18923" y="306"/>
                  </a:lnTo>
                  <a:cubicBezTo>
                    <a:pt x="9015" y="-294"/>
                    <a:pt x="609" y="7211"/>
                    <a:pt x="8" y="16819"/>
                  </a:cubicBezTo>
                  <a:cubicBezTo>
                    <a:pt x="8" y="17719"/>
                    <a:pt x="8" y="18620"/>
                    <a:pt x="8" y="19521"/>
                  </a:cubicBezTo>
                  <a:lnTo>
                    <a:pt x="8" y="272011"/>
                  </a:lnTo>
                  <a:cubicBezTo>
                    <a:pt x="-292" y="281919"/>
                    <a:pt x="7514" y="290325"/>
                    <a:pt x="17421" y="290625"/>
                  </a:cubicBezTo>
                  <a:cubicBezTo>
                    <a:pt x="17722" y="290625"/>
                    <a:pt x="18322" y="290625"/>
                    <a:pt x="18622" y="290625"/>
                  </a:cubicBezTo>
                  <a:lnTo>
                    <a:pt x="90377" y="290625"/>
                  </a:lnTo>
                  <a:cubicBezTo>
                    <a:pt x="115596" y="290925"/>
                    <a:pt x="139914" y="280718"/>
                    <a:pt x="157627" y="262704"/>
                  </a:cubicBezTo>
                  <a:cubicBezTo>
                    <a:pt x="175941" y="244690"/>
                    <a:pt x="185849" y="220072"/>
                    <a:pt x="185248" y="194553"/>
                  </a:cubicBezTo>
                  <a:lnTo>
                    <a:pt x="185248" y="104485"/>
                  </a:lnTo>
                  <a:cubicBezTo>
                    <a:pt x="185549" y="76864"/>
                    <a:pt x="174440" y="50144"/>
                    <a:pt x="154625" y="30629"/>
                  </a:cubicBezTo>
                  <a:cubicBezTo>
                    <a:pt x="135411" y="10814"/>
                    <a:pt x="108691" y="-294"/>
                    <a:pt x="80769" y="6"/>
                  </a:cubicBezTo>
                  <a:moveTo>
                    <a:pt x="89776" y="234483"/>
                  </a:moveTo>
                  <a:lnTo>
                    <a:pt x="54950" y="234483"/>
                  </a:lnTo>
                  <a:lnTo>
                    <a:pt x="54950" y="55848"/>
                  </a:lnTo>
                  <a:lnTo>
                    <a:pt x="80469" y="55848"/>
                  </a:lnTo>
                  <a:cubicBezTo>
                    <a:pt x="93379" y="55548"/>
                    <a:pt x="105988" y="60952"/>
                    <a:pt x="114995" y="70259"/>
                  </a:cubicBezTo>
                  <a:cubicBezTo>
                    <a:pt x="124603" y="79266"/>
                    <a:pt x="129706" y="91575"/>
                    <a:pt x="129706" y="104485"/>
                  </a:cubicBezTo>
                  <a:lnTo>
                    <a:pt x="129706" y="194553"/>
                  </a:lnTo>
                  <a:cubicBezTo>
                    <a:pt x="129406" y="216169"/>
                    <a:pt x="111693" y="233582"/>
                    <a:pt x="90076" y="233882"/>
                  </a:cubicBezTo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2" name="Google Shape;4902;p51"/>
            <p:cNvSpPr/>
            <p:nvPr/>
          </p:nvSpPr>
          <p:spPr>
            <a:xfrm>
              <a:off x="7680868" y="4369878"/>
              <a:ext cx="159120" cy="288217"/>
            </a:xfrm>
            <a:custGeom>
              <a:rect b="b" l="l" r="r" t="t"/>
              <a:pathLst>
                <a:path extrusionOk="0" h="288217" w="159120">
                  <a:moveTo>
                    <a:pt x="143517" y="233584"/>
                  </a:moveTo>
                  <a:lnTo>
                    <a:pt x="53449" y="233584"/>
                  </a:lnTo>
                  <a:lnTo>
                    <a:pt x="53449" y="163331"/>
                  </a:lnTo>
                  <a:lnTo>
                    <a:pt x="127905" y="163331"/>
                  </a:lnTo>
                  <a:cubicBezTo>
                    <a:pt x="137513" y="163331"/>
                    <a:pt x="145619" y="155525"/>
                    <a:pt x="145619" y="145318"/>
                  </a:cubicBezTo>
                  <a:cubicBezTo>
                    <a:pt x="145619" y="145017"/>
                    <a:pt x="145619" y="144717"/>
                    <a:pt x="145619" y="144417"/>
                  </a:cubicBezTo>
                  <a:lnTo>
                    <a:pt x="145619" y="125503"/>
                  </a:lnTo>
                  <a:cubicBezTo>
                    <a:pt x="146219" y="115895"/>
                    <a:pt x="139014" y="107489"/>
                    <a:pt x="129707" y="106889"/>
                  </a:cubicBezTo>
                  <a:cubicBezTo>
                    <a:pt x="129106" y="106889"/>
                    <a:pt x="128506" y="106889"/>
                    <a:pt x="127905" y="106889"/>
                  </a:cubicBezTo>
                  <a:lnTo>
                    <a:pt x="53449" y="106889"/>
                  </a:lnTo>
                  <a:lnTo>
                    <a:pt x="53449" y="54349"/>
                  </a:lnTo>
                  <a:lnTo>
                    <a:pt x="140515" y="54349"/>
                  </a:lnTo>
                  <a:cubicBezTo>
                    <a:pt x="150422" y="54649"/>
                    <a:pt x="158528" y="46543"/>
                    <a:pt x="158528" y="36636"/>
                  </a:cubicBezTo>
                  <a:cubicBezTo>
                    <a:pt x="158528" y="36335"/>
                    <a:pt x="158528" y="36035"/>
                    <a:pt x="158528" y="35735"/>
                  </a:cubicBezTo>
                  <a:lnTo>
                    <a:pt x="158528" y="18622"/>
                  </a:lnTo>
                  <a:cubicBezTo>
                    <a:pt x="158829" y="8715"/>
                    <a:pt x="151323" y="308"/>
                    <a:pt x="141716" y="8"/>
                  </a:cubicBezTo>
                  <a:cubicBezTo>
                    <a:pt x="141416" y="8"/>
                    <a:pt x="140815" y="8"/>
                    <a:pt x="140515" y="8"/>
                  </a:cubicBezTo>
                  <a:lnTo>
                    <a:pt x="17722" y="8"/>
                  </a:lnTo>
                  <a:cubicBezTo>
                    <a:pt x="8115" y="-292"/>
                    <a:pt x="309" y="7814"/>
                    <a:pt x="9" y="17421"/>
                  </a:cubicBezTo>
                  <a:cubicBezTo>
                    <a:pt x="9" y="17721"/>
                    <a:pt x="9" y="18322"/>
                    <a:pt x="9" y="18622"/>
                  </a:cubicBezTo>
                  <a:lnTo>
                    <a:pt x="9" y="271113"/>
                  </a:lnTo>
                  <a:cubicBezTo>
                    <a:pt x="-291" y="281020"/>
                    <a:pt x="7214" y="289426"/>
                    <a:pt x="16822" y="289727"/>
                  </a:cubicBezTo>
                  <a:cubicBezTo>
                    <a:pt x="17122" y="289727"/>
                    <a:pt x="17722" y="289727"/>
                    <a:pt x="18022" y="289727"/>
                  </a:cubicBezTo>
                  <a:lnTo>
                    <a:pt x="143217" y="289727"/>
                  </a:lnTo>
                  <a:cubicBezTo>
                    <a:pt x="152824" y="290027"/>
                    <a:pt x="160930" y="282221"/>
                    <a:pt x="161231" y="272313"/>
                  </a:cubicBezTo>
                  <a:cubicBezTo>
                    <a:pt x="161231" y="272013"/>
                    <a:pt x="161231" y="271413"/>
                    <a:pt x="161231" y="271113"/>
                  </a:cubicBezTo>
                  <a:lnTo>
                    <a:pt x="161231" y="252799"/>
                  </a:lnTo>
                  <a:cubicBezTo>
                    <a:pt x="161531" y="242891"/>
                    <a:pt x="154025" y="234485"/>
                    <a:pt x="144418" y="234185"/>
                  </a:cubicBezTo>
                  <a:cubicBezTo>
                    <a:pt x="144118" y="234185"/>
                    <a:pt x="143517" y="234185"/>
                    <a:pt x="143217" y="234185"/>
                  </a:cubicBezTo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3" name="Google Shape;4903;p51"/>
            <p:cNvSpPr/>
            <p:nvPr/>
          </p:nvSpPr>
          <p:spPr>
            <a:xfrm>
              <a:off x="7885323" y="4369575"/>
              <a:ext cx="219165" cy="288217"/>
            </a:xfrm>
            <a:custGeom>
              <a:rect b="b" l="l" r="r" t="t"/>
              <a:pathLst>
                <a:path extrusionOk="0" h="288217" w="219165">
                  <a:moveTo>
                    <a:pt x="144418" y="13221"/>
                  </a:moveTo>
                  <a:cubicBezTo>
                    <a:pt x="142316" y="5415"/>
                    <a:pt x="135111" y="11"/>
                    <a:pt x="127305" y="11"/>
                  </a:cubicBezTo>
                  <a:lnTo>
                    <a:pt x="94280" y="11"/>
                  </a:lnTo>
                  <a:cubicBezTo>
                    <a:pt x="86174" y="-289"/>
                    <a:pt x="78968" y="5415"/>
                    <a:pt x="76867" y="13221"/>
                  </a:cubicBezTo>
                  <a:lnTo>
                    <a:pt x="1510" y="264211"/>
                  </a:lnTo>
                  <a:cubicBezTo>
                    <a:pt x="309" y="266612"/>
                    <a:pt x="9" y="269014"/>
                    <a:pt x="9" y="271716"/>
                  </a:cubicBezTo>
                  <a:cubicBezTo>
                    <a:pt x="-292" y="281624"/>
                    <a:pt x="7214" y="290030"/>
                    <a:pt x="17121" y="290330"/>
                  </a:cubicBezTo>
                  <a:cubicBezTo>
                    <a:pt x="17422" y="290330"/>
                    <a:pt x="18022" y="290330"/>
                    <a:pt x="18322" y="290330"/>
                  </a:cubicBezTo>
                  <a:lnTo>
                    <a:pt x="36636" y="290330"/>
                  </a:lnTo>
                  <a:cubicBezTo>
                    <a:pt x="44742" y="290630"/>
                    <a:pt x="51948" y="285226"/>
                    <a:pt x="54050" y="277120"/>
                  </a:cubicBezTo>
                  <a:lnTo>
                    <a:pt x="76266" y="203565"/>
                  </a:lnTo>
                  <a:lnTo>
                    <a:pt x="144118" y="203565"/>
                  </a:lnTo>
                  <a:lnTo>
                    <a:pt x="166635" y="277721"/>
                  </a:lnTo>
                  <a:lnTo>
                    <a:pt x="166635" y="278922"/>
                  </a:lnTo>
                  <a:cubicBezTo>
                    <a:pt x="169337" y="286127"/>
                    <a:pt x="176242" y="290931"/>
                    <a:pt x="183747" y="290630"/>
                  </a:cubicBezTo>
                  <a:lnTo>
                    <a:pt x="202361" y="290630"/>
                  </a:lnTo>
                  <a:cubicBezTo>
                    <a:pt x="212269" y="290630"/>
                    <a:pt x="220375" y="282825"/>
                    <a:pt x="220675" y="272617"/>
                  </a:cubicBezTo>
                  <a:cubicBezTo>
                    <a:pt x="220675" y="272317"/>
                    <a:pt x="220675" y="272317"/>
                    <a:pt x="220675" y="272016"/>
                  </a:cubicBezTo>
                  <a:cubicBezTo>
                    <a:pt x="220675" y="269615"/>
                    <a:pt x="220375" y="267213"/>
                    <a:pt x="219474" y="265111"/>
                  </a:cubicBezTo>
                  <a:lnTo>
                    <a:pt x="144418" y="13221"/>
                  </a:lnTo>
                  <a:close/>
                  <a:moveTo>
                    <a:pt x="131208" y="147723"/>
                  </a:moveTo>
                  <a:lnTo>
                    <a:pt x="90677" y="147723"/>
                  </a:lnTo>
                  <a:lnTo>
                    <a:pt x="110792" y="78370"/>
                  </a:lnTo>
                  <a:lnTo>
                    <a:pt x="131208" y="147723"/>
                  </a:lnTo>
                  <a:lnTo>
                    <a:pt x="131208" y="147723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4" name="Google Shape;4904;p51"/>
            <p:cNvSpPr/>
            <p:nvPr/>
          </p:nvSpPr>
          <p:spPr>
            <a:xfrm>
              <a:off x="8147703" y="4369554"/>
              <a:ext cx="180136" cy="294221"/>
            </a:xfrm>
            <a:custGeom>
              <a:rect b="b" l="l" r="r" t="t"/>
              <a:pathLst>
                <a:path extrusionOk="0" h="294221" w="180136">
                  <a:moveTo>
                    <a:pt x="161849" y="32"/>
                  </a:moveTo>
                  <a:lnTo>
                    <a:pt x="143835" y="32"/>
                  </a:lnTo>
                  <a:cubicBezTo>
                    <a:pt x="133928" y="-568"/>
                    <a:pt x="125521" y="7238"/>
                    <a:pt x="125221" y="17145"/>
                  </a:cubicBezTo>
                  <a:cubicBezTo>
                    <a:pt x="125221" y="17746"/>
                    <a:pt x="125221" y="18646"/>
                    <a:pt x="125221" y="19247"/>
                  </a:cubicBezTo>
                  <a:lnTo>
                    <a:pt x="125221" y="203286"/>
                  </a:lnTo>
                  <a:cubicBezTo>
                    <a:pt x="125521" y="212893"/>
                    <a:pt x="121919" y="222200"/>
                    <a:pt x="115013" y="228805"/>
                  </a:cubicBezTo>
                  <a:cubicBezTo>
                    <a:pt x="100903" y="242615"/>
                    <a:pt x="78086" y="242315"/>
                    <a:pt x="64575" y="227904"/>
                  </a:cubicBezTo>
                  <a:cubicBezTo>
                    <a:pt x="58271" y="221299"/>
                    <a:pt x="54668" y="212593"/>
                    <a:pt x="54668" y="203286"/>
                  </a:cubicBezTo>
                  <a:lnTo>
                    <a:pt x="54668" y="19247"/>
                  </a:lnTo>
                  <a:cubicBezTo>
                    <a:pt x="55268" y="9640"/>
                    <a:pt x="48063" y="1233"/>
                    <a:pt x="38155" y="633"/>
                  </a:cubicBezTo>
                  <a:cubicBezTo>
                    <a:pt x="37555" y="633"/>
                    <a:pt x="36954" y="633"/>
                    <a:pt x="36354" y="633"/>
                  </a:cubicBezTo>
                  <a:lnTo>
                    <a:pt x="18341" y="633"/>
                  </a:lnTo>
                  <a:cubicBezTo>
                    <a:pt x="8433" y="333"/>
                    <a:pt x="327" y="8139"/>
                    <a:pt x="27" y="18046"/>
                  </a:cubicBezTo>
                  <a:cubicBezTo>
                    <a:pt x="27" y="18346"/>
                    <a:pt x="27" y="18947"/>
                    <a:pt x="27" y="19247"/>
                  </a:cubicBezTo>
                  <a:lnTo>
                    <a:pt x="27" y="203286"/>
                  </a:lnTo>
                  <a:cubicBezTo>
                    <a:pt x="-574" y="227604"/>
                    <a:pt x="9033" y="251022"/>
                    <a:pt x="26146" y="268135"/>
                  </a:cubicBezTo>
                  <a:cubicBezTo>
                    <a:pt x="60973" y="303862"/>
                    <a:pt x="118016" y="304162"/>
                    <a:pt x="153443" y="268735"/>
                  </a:cubicBezTo>
                  <a:cubicBezTo>
                    <a:pt x="153743" y="268435"/>
                    <a:pt x="154043" y="268135"/>
                    <a:pt x="154043" y="268135"/>
                  </a:cubicBezTo>
                  <a:cubicBezTo>
                    <a:pt x="171156" y="251022"/>
                    <a:pt x="180463" y="227604"/>
                    <a:pt x="180163" y="203286"/>
                  </a:cubicBezTo>
                  <a:lnTo>
                    <a:pt x="180163" y="18947"/>
                  </a:lnTo>
                  <a:cubicBezTo>
                    <a:pt x="180763" y="9039"/>
                    <a:pt x="173257" y="933"/>
                    <a:pt x="163350" y="333"/>
                  </a:cubicBezTo>
                  <a:cubicBezTo>
                    <a:pt x="162750" y="333"/>
                    <a:pt x="162149" y="333"/>
                    <a:pt x="161549" y="333"/>
                  </a:cubicBezTo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5" name="Google Shape;4905;p51"/>
            <p:cNvSpPr/>
            <p:nvPr/>
          </p:nvSpPr>
          <p:spPr>
            <a:xfrm>
              <a:off x="8374774" y="4369858"/>
              <a:ext cx="189142" cy="285215"/>
            </a:xfrm>
            <a:custGeom>
              <a:rect b="b" l="l" r="r" t="t"/>
              <a:pathLst>
                <a:path extrusionOk="0" h="285215" w="189142">
                  <a:moveTo>
                    <a:pt x="124821" y="143236"/>
                  </a:moveTo>
                  <a:lnTo>
                    <a:pt x="187869" y="25848"/>
                  </a:lnTo>
                  <a:lnTo>
                    <a:pt x="189070" y="22545"/>
                  </a:lnTo>
                  <a:cubicBezTo>
                    <a:pt x="190571" y="16841"/>
                    <a:pt x="189370" y="11137"/>
                    <a:pt x="185767" y="6633"/>
                  </a:cubicBezTo>
                  <a:cubicBezTo>
                    <a:pt x="182465" y="2430"/>
                    <a:pt x="177061" y="-272"/>
                    <a:pt x="171657" y="28"/>
                  </a:cubicBezTo>
                  <a:lnTo>
                    <a:pt x="153343" y="28"/>
                  </a:lnTo>
                  <a:cubicBezTo>
                    <a:pt x="146137" y="-272"/>
                    <a:pt x="139833" y="3931"/>
                    <a:pt x="137131" y="10536"/>
                  </a:cubicBezTo>
                  <a:lnTo>
                    <a:pt x="94799" y="88895"/>
                  </a:lnTo>
                  <a:lnTo>
                    <a:pt x="52767" y="11137"/>
                  </a:lnTo>
                  <a:cubicBezTo>
                    <a:pt x="50065" y="4231"/>
                    <a:pt x="43460" y="28"/>
                    <a:pt x="36254" y="28"/>
                  </a:cubicBezTo>
                  <a:lnTo>
                    <a:pt x="18241" y="28"/>
                  </a:lnTo>
                  <a:cubicBezTo>
                    <a:pt x="12837" y="-272"/>
                    <a:pt x="7433" y="1830"/>
                    <a:pt x="3830" y="6033"/>
                  </a:cubicBezTo>
                  <a:cubicBezTo>
                    <a:pt x="227" y="10836"/>
                    <a:pt x="-974" y="16841"/>
                    <a:pt x="828" y="22545"/>
                  </a:cubicBezTo>
                  <a:lnTo>
                    <a:pt x="2028" y="25848"/>
                  </a:lnTo>
                  <a:lnTo>
                    <a:pt x="65076" y="143236"/>
                  </a:lnTo>
                  <a:lnTo>
                    <a:pt x="2028" y="259724"/>
                  </a:lnTo>
                  <a:lnTo>
                    <a:pt x="1128" y="262126"/>
                  </a:lnTo>
                  <a:cubicBezTo>
                    <a:pt x="-673" y="267830"/>
                    <a:pt x="227" y="274135"/>
                    <a:pt x="3530" y="278939"/>
                  </a:cubicBezTo>
                  <a:cubicBezTo>
                    <a:pt x="7132" y="283742"/>
                    <a:pt x="12536" y="286144"/>
                    <a:pt x="18541" y="286144"/>
                  </a:cubicBezTo>
                  <a:lnTo>
                    <a:pt x="37155" y="286144"/>
                  </a:lnTo>
                  <a:cubicBezTo>
                    <a:pt x="44361" y="286144"/>
                    <a:pt x="50665" y="281941"/>
                    <a:pt x="53367" y="275036"/>
                  </a:cubicBezTo>
                  <a:lnTo>
                    <a:pt x="94799" y="197877"/>
                  </a:lnTo>
                  <a:lnTo>
                    <a:pt x="136230" y="274735"/>
                  </a:lnTo>
                  <a:cubicBezTo>
                    <a:pt x="138932" y="281641"/>
                    <a:pt x="145537" y="285844"/>
                    <a:pt x="152742" y="285844"/>
                  </a:cubicBezTo>
                  <a:lnTo>
                    <a:pt x="171356" y="285844"/>
                  </a:lnTo>
                  <a:cubicBezTo>
                    <a:pt x="177061" y="286144"/>
                    <a:pt x="182765" y="283442"/>
                    <a:pt x="186068" y="278638"/>
                  </a:cubicBezTo>
                  <a:cubicBezTo>
                    <a:pt x="189670" y="273534"/>
                    <a:pt x="190571" y="267230"/>
                    <a:pt x="188469" y="261225"/>
                  </a:cubicBezTo>
                  <a:lnTo>
                    <a:pt x="124821" y="143236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6" name="Google Shape;4906;p51"/>
            <p:cNvSpPr/>
            <p:nvPr/>
          </p:nvSpPr>
          <p:spPr>
            <a:xfrm>
              <a:off x="7191198" y="4369210"/>
              <a:ext cx="186140" cy="288217"/>
            </a:xfrm>
            <a:custGeom>
              <a:rect b="b" l="l" r="r" t="t"/>
              <a:pathLst>
                <a:path extrusionOk="0" h="288217" w="186140">
                  <a:moveTo>
                    <a:pt x="186149" y="264275"/>
                  </a:moveTo>
                  <a:lnTo>
                    <a:pt x="136612" y="167903"/>
                  </a:lnTo>
                  <a:cubicBezTo>
                    <a:pt x="142917" y="164300"/>
                    <a:pt x="148621" y="159796"/>
                    <a:pt x="154025" y="154693"/>
                  </a:cubicBezTo>
                  <a:cubicBezTo>
                    <a:pt x="169337" y="139681"/>
                    <a:pt x="177743" y="118665"/>
                    <a:pt x="177443" y="97049"/>
                  </a:cubicBezTo>
                  <a:lnTo>
                    <a:pt x="177443" y="82038"/>
                  </a:lnTo>
                  <a:cubicBezTo>
                    <a:pt x="178043" y="60422"/>
                    <a:pt x="169637" y="39105"/>
                    <a:pt x="154626" y="23794"/>
                  </a:cubicBezTo>
                  <a:cubicBezTo>
                    <a:pt x="139914" y="8182"/>
                    <a:pt x="119499" y="-224"/>
                    <a:pt x="98183" y="76"/>
                  </a:cubicBezTo>
                  <a:lnTo>
                    <a:pt x="18923" y="76"/>
                  </a:lnTo>
                  <a:cubicBezTo>
                    <a:pt x="9316" y="-825"/>
                    <a:pt x="909" y="6381"/>
                    <a:pt x="9" y="16288"/>
                  </a:cubicBezTo>
                  <a:cubicBezTo>
                    <a:pt x="9" y="17189"/>
                    <a:pt x="9" y="18390"/>
                    <a:pt x="9" y="19290"/>
                  </a:cubicBezTo>
                  <a:lnTo>
                    <a:pt x="9" y="271781"/>
                  </a:lnTo>
                  <a:cubicBezTo>
                    <a:pt x="-292" y="281688"/>
                    <a:pt x="7214" y="290095"/>
                    <a:pt x="16821" y="290395"/>
                  </a:cubicBezTo>
                  <a:cubicBezTo>
                    <a:pt x="17122" y="290395"/>
                    <a:pt x="17722" y="290395"/>
                    <a:pt x="18022" y="290395"/>
                  </a:cubicBezTo>
                  <a:lnTo>
                    <a:pt x="36036" y="290395"/>
                  </a:lnTo>
                  <a:cubicBezTo>
                    <a:pt x="45943" y="290395"/>
                    <a:pt x="54050" y="282589"/>
                    <a:pt x="54050" y="272381"/>
                  </a:cubicBezTo>
                  <a:cubicBezTo>
                    <a:pt x="54050" y="272081"/>
                    <a:pt x="54050" y="272081"/>
                    <a:pt x="54050" y="271781"/>
                  </a:cubicBezTo>
                  <a:lnTo>
                    <a:pt x="54050" y="178410"/>
                  </a:lnTo>
                  <a:lnTo>
                    <a:pt x="83171" y="178410"/>
                  </a:lnTo>
                  <a:lnTo>
                    <a:pt x="133910" y="278086"/>
                  </a:lnTo>
                  <a:cubicBezTo>
                    <a:pt x="136612" y="284991"/>
                    <a:pt x="143217" y="289494"/>
                    <a:pt x="150422" y="289494"/>
                  </a:cubicBezTo>
                  <a:lnTo>
                    <a:pt x="169036" y="289494"/>
                  </a:lnTo>
                  <a:cubicBezTo>
                    <a:pt x="174741" y="289795"/>
                    <a:pt x="180445" y="287092"/>
                    <a:pt x="183747" y="282289"/>
                  </a:cubicBezTo>
                  <a:cubicBezTo>
                    <a:pt x="187350" y="277185"/>
                    <a:pt x="188251" y="270880"/>
                    <a:pt x="186149" y="265176"/>
                  </a:cubicBezTo>
                  <a:lnTo>
                    <a:pt x="186149" y="265176"/>
                  </a:lnTo>
                  <a:moveTo>
                    <a:pt x="123402" y="83539"/>
                  </a:moveTo>
                  <a:lnTo>
                    <a:pt x="123402" y="97950"/>
                  </a:lnTo>
                  <a:cubicBezTo>
                    <a:pt x="123402" y="112361"/>
                    <a:pt x="111693" y="124370"/>
                    <a:pt x="97582" y="124370"/>
                  </a:cubicBezTo>
                  <a:lnTo>
                    <a:pt x="54050" y="124370"/>
                  </a:lnTo>
                  <a:lnTo>
                    <a:pt x="54050" y="56218"/>
                  </a:lnTo>
                  <a:lnTo>
                    <a:pt x="97582" y="56218"/>
                  </a:lnTo>
                  <a:cubicBezTo>
                    <a:pt x="104187" y="55918"/>
                    <a:pt x="110492" y="58620"/>
                    <a:pt x="115296" y="63424"/>
                  </a:cubicBezTo>
                  <a:cubicBezTo>
                    <a:pt x="120400" y="68227"/>
                    <a:pt x="123402" y="75133"/>
                    <a:pt x="123102" y="82338"/>
                  </a:cubicBezTo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7" name="Google Shape;4907;p51"/>
            <p:cNvSpPr/>
            <p:nvPr/>
          </p:nvSpPr>
          <p:spPr>
            <a:xfrm>
              <a:off x="6485374" y="4373489"/>
              <a:ext cx="60045" cy="120090"/>
            </a:xfrm>
            <a:custGeom>
              <a:rect b="b" l="l" r="r" t="t"/>
              <a:pathLst>
                <a:path extrusionOk="0" h="120090" w="60045">
                  <a:moveTo>
                    <a:pt x="60045" y="120391"/>
                  </a:moveTo>
                  <a:lnTo>
                    <a:pt x="54641" y="120391"/>
                  </a:lnTo>
                  <a:cubicBezTo>
                    <a:pt x="53440" y="120391"/>
                    <a:pt x="52840" y="119490"/>
                    <a:pt x="52840" y="118589"/>
                  </a:cubicBezTo>
                  <a:lnTo>
                    <a:pt x="52840" y="117088"/>
                  </a:lnTo>
                  <a:cubicBezTo>
                    <a:pt x="52840" y="115587"/>
                    <a:pt x="52239" y="115287"/>
                    <a:pt x="51039" y="115287"/>
                  </a:cubicBezTo>
                  <a:cubicBezTo>
                    <a:pt x="49838" y="115287"/>
                    <a:pt x="50138" y="115287"/>
                    <a:pt x="50138" y="115287"/>
                  </a:cubicBezTo>
                  <a:cubicBezTo>
                    <a:pt x="36628" y="126095"/>
                    <a:pt x="17113" y="123693"/>
                    <a:pt x="6605" y="109583"/>
                  </a:cubicBezTo>
                  <a:cubicBezTo>
                    <a:pt x="2402" y="104179"/>
                    <a:pt x="0" y="97273"/>
                    <a:pt x="0" y="90368"/>
                  </a:cubicBezTo>
                  <a:lnTo>
                    <a:pt x="0" y="64549"/>
                  </a:lnTo>
                  <a:cubicBezTo>
                    <a:pt x="0" y="56443"/>
                    <a:pt x="3302" y="48937"/>
                    <a:pt x="9007" y="43233"/>
                  </a:cubicBezTo>
                  <a:cubicBezTo>
                    <a:pt x="14711" y="36928"/>
                    <a:pt x="22517" y="33625"/>
                    <a:pt x="30923" y="33926"/>
                  </a:cubicBezTo>
                  <a:cubicBezTo>
                    <a:pt x="36628" y="33926"/>
                    <a:pt x="42332" y="35427"/>
                    <a:pt x="47136" y="38729"/>
                  </a:cubicBezTo>
                  <a:lnTo>
                    <a:pt x="48336" y="38729"/>
                  </a:lnTo>
                  <a:cubicBezTo>
                    <a:pt x="49537" y="38729"/>
                    <a:pt x="49838" y="38729"/>
                    <a:pt x="49838" y="37228"/>
                  </a:cubicBezTo>
                  <a:lnTo>
                    <a:pt x="49838" y="1801"/>
                  </a:lnTo>
                  <a:cubicBezTo>
                    <a:pt x="49537" y="901"/>
                    <a:pt x="50138" y="300"/>
                    <a:pt x="51039" y="0"/>
                  </a:cubicBezTo>
                  <a:cubicBezTo>
                    <a:pt x="51339" y="0"/>
                    <a:pt x="51339" y="0"/>
                    <a:pt x="51639" y="0"/>
                  </a:cubicBezTo>
                  <a:lnTo>
                    <a:pt x="60045" y="0"/>
                  </a:lnTo>
                  <a:cubicBezTo>
                    <a:pt x="61246" y="0"/>
                    <a:pt x="61546" y="0"/>
                    <a:pt x="61546" y="1801"/>
                  </a:cubicBezTo>
                  <a:lnTo>
                    <a:pt x="61546" y="118589"/>
                  </a:lnTo>
                  <a:cubicBezTo>
                    <a:pt x="61546" y="119790"/>
                    <a:pt x="61546" y="120691"/>
                    <a:pt x="60045" y="120391"/>
                  </a:cubicBezTo>
                  <a:moveTo>
                    <a:pt x="49838" y="65449"/>
                  </a:moveTo>
                  <a:cubicBezTo>
                    <a:pt x="50138" y="60346"/>
                    <a:pt x="48036" y="55242"/>
                    <a:pt x="44133" y="51639"/>
                  </a:cubicBezTo>
                  <a:cubicBezTo>
                    <a:pt x="36628" y="43833"/>
                    <a:pt x="24619" y="44133"/>
                    <a:pt x="17113" y="51639"/>
                  </a:cubicBezTo>
                  <a:cubicBezTo>
                    <a:pt x="13510" y="55242"/>
                    <a:pt x="11409" y="60346"/>
                    <a:pt x="11409" y="65449"/>
                  </a:cubicBezTo>
                  <a:lnTo>
                    <a:pt x="11409" y="91269"/>
                  </a:lnTo>
                  <a:cubicBezTo>
                    <a:pt x="11409" y="96673"/>
                    <a:pt x="13210" y="101777"/>
                    <a:pt x="16813" y="105379"/>
                  </a:cubicBezTo>
                  <a:cubicBezTo>
                    <a:pt x="20415" y="109282"/>
                    <a:pt x="25219" y="111084"/>
                    <a:pt x="30623" y="111084"/>
                  </a:cubicBezTo>
                  <a:cubicBezTo>
                    <a:pt x="35727" y="111084"/>
                    <a:pt x="40531" y="108982"/>
                    <a:pt x="44133" y="105379"/>
                  </a:cubicBezTo>
                  <a:cubicBezTo>
                    <a:pt x="47736" y="101777"/>
                    <a:pt x="49838" y="96673"/>
                    <a:pt x="49838" y="91269"/>
                  </a:cubicBezTo>
                  <a:lnTo>
                    <a:pt x="49838" y="65449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8" name="Google Shape;4908;p51"/>
            <p:cNvSpPr/>
            <p:nvPr/>
          </p:nvSpPr>
          <p:spPr>
            <a:xfrm>
              <a:off x="6570319" y="4403924"/>
              <a:ext cx="57043" cy="93070"/>
            </a:xfrm>
            <a:custGeom>
              <a:rect b="b" l="l" r="r" t="t"/>
              <a:pathLst>
                <a:path extrusionOk="0" h="93070" w="57043">
                  <a:moveTo>
                    <a:pt x="56762" y="52728"/>
                  </a:moveTo>
                  <a:lnTo>
                    <a:pt x="12929" y="52728"/>
                  </a:lnTo>
                  <a:cubicBezTo>
                    <a:pt x="12028" y="52728"/>
                    <a:pt x="11127" y="53328"/>
                    <a:pt x="11127" y="54229"/>
                  </a:cubicBezTo>
                  <a:cubicBezTo>
                    <a:pt x="11127" y="54229"/>
                    <a:pt x="11127" y="54529"/>
                    <a:pt x="11127" y="54529"/>
                  </a:cubicBezTo>
                  <a:lnTo>
                    <a:pt x="11127" y="59933"/>
                  </a:lnTo>
                  <a:cubicBezTo>
                    <a:pt x="11127" y="65637"/>
                    <a:pt x="13229" y="70741"/>
                    <a:pt x="16832" y="74644"/>
                  </a:cubicBezTo>
                  <a:cubicBezTo>
                    <a:pt x="20434" y="78547"/>
                    <a:pt x="25238" y="80949"/>
                    <a:pt x="30642" y="80949"/>
                  </a:cubicBezTo>
                  <a:cubicBezTo>
                    <a:pt x="37247" y="80949"/>
                    <a:pt x="43552" y="78847"/>
                    <a:pt x="48956" y="74644"/>
                  </a:cubicBezTo>
                  <a:cubicBezTo>
                    <a:pt x="49556" y="74044"/>
                    <a:pt x="50457" y="74044"/>
                    <a:pt x="51057" y="74644"/>
                  </a:cubicBezTo>
                  <a:cubicBezTo>
                    <a:pt x="51057" y="74644"/>
                    <a:pt x="51057" y="74644"/>
                    <a:pt x="51057" y="74644"/>
                  </a:cubicBezTo>
                  <a:lnTo>
                    <a:pt x="55861" y="82150"/>
                  </a:lnTo>
                  <a:cubicBezTo>
                    <a:pt x="56461" y="82750"/>
                    <a:pt x="56762" y="83651"/>
                    <a:pt x="56161" y="84552"/>
                  </a:cubicBezTo>
                  <a:cubicBezTo>
                    <a:pt x="56161" y="84552"/>
                    <a:pt x="55861" y="84852"/>
                    <a:pt x="55861" y="84852"/>
                  </a:cubicBezTo>
                  <a:cubicBezTo>
                    <a:pt x="48656" y="90556"/>
                    <a:pt x="39949" y="93558"/>
                    <a:pt x="30942" y="93558"/>
                  </a:cubicBezTo>
                  <a:cubicBezTo>
                    <a:pt x="22836" y="93558"/>
                    <a:pt x="14730" y="89956"/>
                    <a:pt x="9026" y="83651"/>
                  </a:cubicBezTo>
                  <a:cubicBezTo>
                    <a:pt x="3021" y="77346"/>
                    <a:pt x="-281" y="68640"/>
                    <a:pt x="19" y="59633"/>
                  </a:cubicBezTo>
                  <a:lnTo>
                    <a:pt x="19" y="32012"/>
                  </a:lnTo>
                  <a:cubicBezTo>
                    <a:pt x="19" y="23606"/>
                    <a:pt x="3021" y="15199"/>
                    <a:pt x="8725" y="9195"/>
                  </a:cubicBezTo>
                  <a:cubicBezTo>
                    <a:pt x="20434" y="-3115"/>
                    <a:pt x="39048" y="-3115"/>
                    <a:pt x="50457" y="9495"/>
                  </a:cubicBezTo>
                  <a:cubicBezTo>
                    <a:pt x="55861" y="15500"/>
                    <a:pt x="58863" y="23606"/>
                    <a:pt x="58863" y="32012"/>
                  </a:cubicBezTo>
                  <a:lnTo>
                    <a:pt x="58863" y="50626"/>
                  </a:lnTo>
                  <a:cubicBezTo>
                    <a:pt x="58863" y="52127"/>
                    <a:pt x="58863" y="52728"/>
                    <a:pt x="56762" y="52728"/>
                  </a:cubicBezTo>
                  <a:moveTo>
                    <a:pt x="46854" y="32312"/>
                  </a:moveTo>
                  <a:cubicBezTo>
                    <a:pt x="46854" y="27208"/>
                    <a:pt x="45053" y="22405"/>
                    <a:pt x="41750" y="18802"/>
                  </a:cubicBezTo>
                  <a:cubicBezTo>
                    <a:pt x="38448" y="15199"/>
                    <a:pt x="33944" y="13098"/>
                    <a:pt x="29141" y="13398"/>
                  </a:cubicBezTo>
                  <a:cubicBezTo>
                    <a:pt x="24337" y="13098"/>
                    <a:pt x="19834" y="15199"/>
                    <a:pt x="16531" y="18802"/>
                  </a:cubicBezTo>
                  <a:cubicBezTo>
                    <a:pt x="12929" y="22405"/>
                    <a:pt x="11127" y="27208"/>
                    <a:pt x="11127" y="32312"/>
                  </a:cubicBezTo>
                  <a:lnTo>
                    <a:pt x="11127" y="38017"/>
                  </a:lnTo>
                  <a:cubicBezTo>
                    <a:pt x="11127" y="38917"/>
                    <a:pt x="11728" y="39818"/>
                    <a:pt x="12328" y="40118"/>
                  </a:cubicBezTo>
                  <a:cubicBezTo>
                    <a:pt x="12328" y="40118"/>
                    <a:pt x="12628" y="40118"/>
                    <a:pt x="12628" y="40118"/>
                  </a:cubicBezTo>
                  <a:lnTo>
                    <a:pt x="44452" y="40118"/>
                  </a:lnTo>
                  <a:cubicBezTo>
                    <a:pt x="45653" y="40118"/>
                    <a:pt x="45954" y="39217"/>
                    <a:pt x="45954" y="38017"/>
                  </a:cubicBezTo>
                  <a:lnTo>
                    <a:pt x="46854" y="32312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9" name="Google Shape;4909;p51"/>
            <p:cNvSpPr/>
            <p:nvPr/>
          </p:nvSpPr>
          <p:spPr>
            <a:xfrm>
              <a:off x="6495581" y="4006913"/>
              <a:ext cx="66049" cy="144108"/>
            </a:xfrm>
            <a:custGeom>
              <a:rect b="b" l="l" r="r" t="t"/>
              <a:pathLst>
                <a:path extrusionOk="0" h="144108" w="66049">
                  <a:moveTo>
                    <a:pt x="68151" y="0"/>
                  </a:moveTo>
                  <a:lnTo>
                    <a:pt x="68151" y="144409"/>
                  </a:lnTo>
                  <a:lnTo>
                    <a:pt x="28522" y="106280"/>
                  </a:lnTo>
                  <a:lnTo>
                    <a:pt x="28522" y="10808"/>
                  </a:lnTo>
                  <a:lnTo>
                    <a:pt x="0" y="10808"/>
                  </a:lnTo>
                  <a:lnTo>
                    <a:pt x="0" y="1501"/>
                  </a:lnTo>
                  <a:cubicBezTo>
                    <a:pt x="21616" y="2402"/>
                    <a:pt x="44133" y="600"/>
                    <a:pt x="68151" y="0"/>
                  </a:cubicBezTo>
                  <a:close/>
                </a:path>
              </a:pathLst>
            </a:custGeom>
            <a:solidFill>
              <a:srgbClr val="009F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10" name="Google Shape;4910;p51">
            <a:hlinkClick r:id="rId2"/>
          </p:cNvPr>
          <p:cNvSpPr/>
          <p:nvPr/>
        </p:nvSpPr>
        <p:spPr>
          <a:xfrm>
            <a:off x="3294590" y="1121624"/>
            <a:ext cx="909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@univbordeaux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11" name="Google Shape;4911;p5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9202" y="702273"/>
            <a:ext cx="360003" cy="360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2" name="Google Shape;4912;p51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94972" y="702273"/>
            <a:ext cx="360003" cy="360003"/>
          </a:xfrm>
          <a:prstGeom prst="rect">
            <a:avLst/>
          </a:prstGeom>
          <a:noFill/>
          <a:ln>
            <a:noFill/>
          </a:ln>
        </p:spPr>
      </p:pic>
      <p:sp>
        <p:nvSpPr>
          <p:cNvPr id="4913" name="Google Shape;4913;p51">
            <a:hlinkClick r:id="rId7"/>
          </p:cNvPr>
          <p:cNvSpPr/>
          <p:nvPr/>
        </p:nvSpPr>
        <p:spPr>
          <a:xfrm>
            <a:off x="6620360" y="1121624"/>
            <a:ext cx="909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@univbordeaux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4" name="Google Shape;4914;p51">
            <a:hlinkClick r:id="rId8"/>
          </p:cNvPr>
          <p:cNvSpPr/>
          <p:nvPr/>
        </p:nvSpPr>
        <p:spPr>
          <a:xfrm>
            <a:off x="2277866" y="2154670"/>
            <a:ext cx="127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@universitedebordeaux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15" name="Google Shape;4915;p51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736022" y="1735319"/>
            <a:ext cx="360003" cy="360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6" name="Google Shape;4916;p51">
            <a:hlinkClick r:id="rId11"/>
          </p:cNvPr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232820" y="702273"/>
            <a:ext cx="360003" cy="360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7" name="Google Shape;4917;p51">
            <a:hlinkClick r:id="rId13"/>
          </p:cNvPr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904363" y="702273"/>
            <a:ext cx="360003" cy="360003"/>
          </a:xfrm>
          <a:prstGeom prst="rect">
            <a:avLst/>
          </a:prstGeom>
          <a:noFill/>
          <a:ln>
            <a:noFill/>
          </a:ln>
        </p:spPr>
      </p:pic>
      <p:sp>
        <p:nvSpPr>
          <p:cNvPr id="4918" name="Google Shape;4918;p51">
            <a:hlinkClick r:id="rId15"/>
          </p:cNvPr>
          <p:cNvSpPr/>
          <p:nvPr/>
        </p:nvSpPr>
        <p:spPr>
          <a:xfrm>
            <a:off x="1560019" y="1121624"/>
            <a:ext cx="104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www.u-bordeaux.fr</a:t>
            </a:r>
            <a:endParaRPr/>
          </a:p>
        </p:txBody>
      </p:sp>
      <p:pic>
        <p:nvPicPr>
          <p:cNvPr id="4919" name="Google Shape;4919;p51">
            <a:hlinkClick r:id="rId16"/>
          </p:cNvPr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060942" y="1735319"/>
            <a:ext cx="360003" cy="360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0" name="Google Shape;4920;p5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400221" y="1735319"/>
            <a:ext cx="360003" cy="360003"/>
          </a:xfrm>
          <a:prstGeom prst="rect">
            <a:avLst/>
          </a:prstGeom>
          <a:noFill/>
          <a:ln>
            <a:noFill/>
          </a:ln>
        </p:spPr>
      </p:pic>
      <p:sp>
        <p:nvSpPr>
          <p:cNvPr id="4921" name="Google Shape;4921;p51"/>
          <p:cNvSpPr/>
          <p:nvPr/>
        </p:nvSpPr>
        <p:spPr>
          <a:xfrm>
            <a:off x="4029281" y="2154670"/>
            <a:ext cx="108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 mobile U&amp;me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2" name="Google Shape;4922;p51"/>
          <p:cNvSpPr/>
          <p:nvPr/>
        </p:nvSpPr>
        <p:spPr>
          <a:xfrm>
            <a:off x="5780492" y="2154670"/>
            <a:ext cx="909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@univbordeaux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3" name="Google Shape;4923;p51">
            <a:hlinkClick r:id="rId19"/>
          </p:cNvPr>
          <p:cNvSpPr/>
          <p:nvPr/>
        </p:nvSpPr>
        <p:spPr>
          <a:xfrm>
            <a:off x="4774665" y="1121624"/>
            <a:ext cx="127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@universitedebordeaux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4" name="Google Shape;4924;p51"/>
          <p:cNvSpPr txBox="1"/>
          <p:nvPr>
            <p:ph idx="1" type="body"/>
          </p:nvPr>
        </p:nvSpPr>
        <p:spPr>
          <a:xfrm>
            <a:off x="1614417" y="2973427"/>
            <a:ext cx="59151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925" name="Google Shape;4925;p51"/>
          <p:cNvSpPr txBox="1"/>
          <p:nvPr>
            <p:ph idx="2" type="body"/>
          </p:nvPr>
        </p:nvSpPr>
        <p:spPr>
          <a:xfrm>
            <a:off x="445689" y="1"/>
            <a:ext cx="457500" cy="2017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grpSp>
        <p:nvGrpSpPr>
          <p:cNvPr id="4926" name="Google Shape;4926;p51"/>
          <p:cNvGrpSpPr/>
          <p:nvPr/>
        </p:nvGrpSpPr>
        <p:grpSpPr>
          <a:xfrm flipH="1" rot="10800000">
            <a:off x="-160065" y="-25318"/>
            <a:ext cx="1153796" cy="5252287"/>
            <a:chOff x="-160065" y="-81110"/>
            <a:chExt cx="1153796" cy="5252287"/>
          </a:xfrm>
        </p:grpSpPr>
        <p:sp>
          <p:nvSpPr>
            <p:cNvPr id="4927" name="Google Shape;4927;p51"/>
            <p:cNvSpPr/>
            <p:nvPr/>
          </p:nvSpPr>
          <p:spPr>
            <a:xfrm rot="8716661">
              <a:off x="617653" y="1780243"/>
              <a:ext cx="152833" cy="196011"/>
            </a:xfrm>
            <a:custGeom>
              <a:rect b="b" l="l" r="r" t="t"/>
              <a:pathLst>
                <a:path extrusionOk="0" h="195873" w="152726">
                  <a:moveTo>
                    <a:pt x="39589" y="195873"/>
                  </a:moveTo>
                  <a:lnTo>
                    <a:pt x="0" y="122219"/>
                  </a:lnTo>
                  <a:lnTo>
                    <a:pt x="101089" y="0"/>
                  </a:lnTo>
                  <a:lnTo>
                    <a:pt x="152726" y="0"/>
                  </a:lnTo>
                  <a:lnTo>
                    <a:pt x="152726" y="55323"/>
                  </a:lnTo>
                  <a:lnTo>
                    <a:pt x="87934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8" name="Google Shape;4928;p51"/>
            <p:cNvSpPr/>
            <p:nvPr/>
          </p:nvSpPr>
          <p:spPr>
            <a:xfrm rot="8716661">
              <a:off x="534249" y="1654325"/>
              <a:ext cx="263049" cy="103307"/>
            </a:xfrm>
            <a:custGeom>
              <a:rect b="b" l="l" r="r" t="t"/>
              <a:pathLst>
                <a:path extrusionOk="0" h="103234" w="262864">
                  <a:moveTo>
                    <a:pt x="0" y="75341"/>
                  </a:moveTo>
                  <a:lnTo>
                    <a:pt x="62316" y="0"/>
                  </a:lnTo>
                  <a:lnTo>
                    <a:pt x="65768" y="14220"/>
                  </a:lnTo>
                  <a:cubicBezTo>
                    <a:pt x="75182" y="40107"/>
                    <a:pt x="99304" y="53051"/>
                    <a:pt x="136369" y="53051"/>
                  </a:cubicBezTo>
                  <a:cubicBezTo>
                    <a:pt x="154609" y="52462"/>
                    <a:pt x="172259" y="48932"/>
                    <a:pt x="189321" y="43637"/>
                  </a:cubicBezTo>
                  <a:cubicBezTo>
                    <a:pt x="214031" y="35988"/>
                    <a:pt x="238154" y="25987"/>
                    <a:pt x="261688" y="14220"/>
                  </a:cubicBezTo>
                  <a:cubicBezTo>
                    <a:pt x="262276" y="16573"/>
                    <a:pt x="262864" y="19515"/>
                    <a:pt x="262864" y="21868"/>
                  </a:cubicBezTo>
                  <a:lnTo>
                    <a:pt x="262864" y="27752"/>
                  </a:lnTo>
                  <a:cubicBezTo>
                    <a:pt x="200500" y="81291"/>
                    <a:pt x="118719" y="100119"/>
                    <a:pt x="69887" y="103060"/>
                  </a:cubicBezTo>
                  <a:cubicBezTo>
                    <a:pt x="56355" y="103943"/>
                    <a:pt x="42970" y="101442"/>
                    <a:pt x="30615" y="96294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9" name="Google Shape;4929;p51"/>
            <p:cNvSpPr/>
            <p:nvPr/>
          </p:nvSpPr>
          <p:spPr>
            <a:xfrm rot="8716661">
              <a:off x="632601" y="1232295"/>
              <a:ext cx="121643" cy="232551"/>
            </a:xfrm>
            <a:custGeom>
              <a:rect b="b" l="l" r="r" t="t"/>
              <a:pathLst>
                <a:path extrusionOk="0" h="232388" w="121558">
                  <a:moveTo>
                    <a:pt x="60499" y="232388"/>
                  </a:moveTo>
                  <a:lnTo>
                    <a:pt x="60499" y="69717"/>
                  </a:lnTo>
                  <a:cubicBezTo>
                    <a:pt x="60499" y="68349"/>
                    <a:pt x="60499" y="66983"/>
                    <a:pt x="60499" y="65615"/>
                  </a:cubicBezTo>
                  <a:cubicBezTo>
                    <a:pt x="59133" y="55591"/>
                    <a:pt x="50019" y="48756"/>
                    <a:pt x="39995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64601" y="0"/>
                  </a:lnTo>
                  <a:cubicBezTo>
                    <a:pt x="101509" y="0"/>
                    <a:pt x="121558" y="15948"/>
                    <a:pt x="121558" y="50123"/>
                  </a:cubicBezTo>
                  <a:lnTo>
                    <a:pt x="121558" y="20823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0" name="Google Shape;4930;p51"/>
            <p:cNvSpPr/>
            <p:nvPr/>
          </p:nvSpPr>
          <p:spPr>
            <a:xfrm rot="8716661">
              <a:off x="763442" y="1474776"/>
              <a:ext cx="14153" cy="14329"/>
            </a:xfrm>
            <a:custGeom>
              <a:rect b="b" l="l" r="r" t="t"/>
              <a:pathLst>
                <a:path extrusionOk="0" h="14319" w="14143">
                  <a:moveTo>
                    <a:pt x="0" y="14319"/>
                  </a:moveTo>
                  <a:lnTo>
                    <a:pt x="11843" y="0"/>
                  </a:lnTo>
                  <a:lnTo>
                    <a:pt x="14143" y="7563"/>
                  </a:lnTo>
                  <a:lnTo>
                    <a:pt x="14143" y="1348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1" name="Google Shape;4931;p51"/>
            <p:cNvSpPr/>
            <p:nvPr/>
          </p:nvSpPr>
          <p:spPr>
            <a:xfrm rot="8716661">
              <a:off x="672733" y="1171513"/>
              <a:ext cx="184093" cy="137715"/>
            </a:xfrm>
            <a:custGeom>
              <a:rect b="b" l="l" r="r" t="t"/>
              <a:pathLst>
                <a:path extrusionOk="0" h="137618" w="183964">
                  <a:moveTo>
                    <a:pt x="0" y="137618"/>
                  </a:moveTo>
                  <a:lnTo>
                    <a:pt x="53346" y="73121"/>
                  </a:lnTo>
                  <a:lnTo>
                    <a:pt x="101034" y="28251"/>
                  </a:lnTo>
                  <a:cubicBezTo>
                    <a:pt x="114703" y="12303"/>
                    <a:pt x="134297" y="2278"/>
                    <a:pt x="155713" y="0"/>
                  </a:cubicBezTo>
                  <a:cubicBezTo>
                    <a:pt x="177585" y="0"/>
                    <a:pt x="183964" y="19138"/>
                    <a:pt x="183964" y="33719"/>
                  </a:cubicBezTo>
                  <a:cubicBezTo>
                    <a:pt x="182597" y="49667"/>
                    <a:pt x="172117" y="62881"/>
                    <a:pt x="157536" y="69261"/>
                  </a:cubicBezTo>
                  <a:lnTo>
                    <a:pt x="157991" y="69261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2" name="Google Shape;4932;p51"/>
            <p:cNvSpPr/>
            <p:nvPr/>
          </p:nvSpPr>
          <p:spPr>
            <a:xfrm rot="8713740">
              <a:off x="519552" y="13149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3" name="Google Shape;4933;p51"/>
            <p:cNvSpPr/>
            <p:nvPr/>
          </p:nvSpPr>
          <p:spPr>
            <a:xfrm rot="8719330">
              <a:off x="394767" y="110613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4" name="Google Shape;4934;p51"/>
            <p:cNvSpPr/>
            <p:nvPr/>
          </p:nvSpPr>
          <p:spPr>
            <a:xfrm rot="8713013">
              <a:off x="382336" y="967516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5" name="Google Shape;4935;p51"/>
            <p:cNvSpPr/>
            <p:nvPr/>
          </p:nvSpPr>
          <p:spPr>
            <a:xfrm rot="8713740">
              <a:off x="609793" y="1356076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6" name="Google Shape;4936;p51"/>
            <p:cNvSpPr/>
            <p:nvPr/>
          </p:nvSpPr>
          <p:spPr>
            <a:xfrm rot="8716661">
              <a:off x="683291" y="869460"/>
              <a:ext cx="156110" cy="196011"/>
            </a:xfrm>
            <a:custGeom>
              <a:rect b="b" l="l" r="r" t="t"/>
              <a:pathLst>
                <a:path extrusionOk="0" h="195873" w="156000">
                  <a:moveTo>
                    <a:pt x="42863" y="195873"/>
                  </a:moveTo>
                  <a:lnTo>
                    <a:pt x="0" y="116129"/>
                  </a:lnTo>
                  <a:lnTo>
                    <a:pt x="5100" y="101988"/>
                  </a:lnTo>
                  <a:lnTo>
                    <a:pt x="89456" y="0"/>
                  </a:lnTo>
                  <a:lnTo>
                    <a:pt x="156000" y="0"/>
                  </a:lnTo>
                  <a:lnTo>
                    <a:pt x="156000" y="55323"/>
                  </a:lnTo>
                  <a:lnTo>
                    <a:pt x="91208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7" name="Google Shape;4937;p51"/>
            <p:cNvSpPr/>
            <p:nvPr/>
          </p:nvSpPr>
          <p:spPr>
            <a:xfrm rot="8718291">
              <a:off x="657498" y="956115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8" name="Google Shape;4938;p51"/>
            <p:cNvSpPr/>
            <p:nvPr/>
          </p:nvSpPr>
          <p:spPr>
            <a:xfrm rot="8713740">
              <a:off x="412964" y="564539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9" name="Google Shape;4939;p51"/>
            <p:cNvSpPr/>
            <p:nvPr/>
          </p:nvSpPr>
          <p:spPr>
            <a:xfrm rot="8713740">
              <a:off x="502509" y="59380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0" name="Google Shape;4940;p51"/>
            <p:cNvSpPr/>
            <p:nvPr/>
          </p:nvSpPr>
          <p:spPr>
            <a:xfrm rot="8713740">
              <a:off x="457561" y="50737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1" name="Google Shape;4941;p51"/>
            <p:cNvSpPr/>
            <p:nvPr/>
          </p:nvSpPr>
          <p:spPr>
            <a:xfrm rot="8713740">
              <a:off x="300613" y="652857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2" name="Google Shape;4942;p51"/>
            <p:cNvSpPr/>
            <p:nvPr/>
          </p:nvSpPr>
          <p:spPr>
            <a:xfrm rot="8719330">
              <a:off x="175828" y="444081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3" name="Google Shape;4943;p51"/>
            <p:cNvSpPr/>
            <p:nvPr/>
          </p:nvSpPr>
          <p:spPr>
            <a:xfrm rot="8713013">
              <a:off x="163397" y="305458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4" name="Google Shape;4944;p51"/>
            <p:cNvSpPr/>
            <p:nvPr/>
          </p:nvSpPr>
          <p:spPr>
            <a:xfrm rot="8713740">
              <a:off x="390854" y="694018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5" name="Google Shape;4945;p51"/>
            <p:cNvSpPr/>
            <p:nvPr/>
          </p:nvSpPr>
          <p:spPr>
            <a:xfrm rot="8716661">
              <a:off x="701891" y="317324"/>
              <a:ext cx="131352" cy="232551"/>
            </a:xfrm>
            <a:custGeom>
              <a:rect b="b" l="l" r="r" t="t"/>
              <a:pathLst>
                <a:path extrusionOk="0" h="232388" w="131260">
                  <a:moveTo>
                    <a:pt x="70201" y="232388"/>
                  </a:moveTo>
                  <a:lnTo>
                    <a:pt x="70201" y="69717"/>
                  </a:lnTo>
                  <a:cubicBezTo>
                    <a:pt x="70201" y="68349"/>
                    <a:pt x="70201" y="66983"/>
                    <a:pt x="70201" y="65615"/>
                  </a:cubicBezTo>
                  <a:cubicBezTo>
                    <a:pt x="68835" y="55591"/>
                    <a:pt x="59721" y="48756"/>
                    <a:pt x="49697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74303" y="0"/>
                  </a:lnTo>
                  <a:cubicBezTo>
                    <a:pt x="111211" y="0"/>
                    <a:pt x="131260" y="15948"/>
                    <a:pt x="131260" y="50123"/>
                  </a:cubicBezTo>
                  <a:lnTo>
                    <a:pt x="131260" y="20823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6" name="Google Shape;4946;p51"/>
            <p:cNvSpPr/>
            <p:nvPr/>
          </p:nvSpPr>
          <p:spPr>
            <a:xfrm rot="8716661">
              <a:off x="834958" y="558345"/>
              <a:ext cx="24358" cy="23512"/>
            </a:xfrm>
            <a:custGeom>
              <a:rect b="b" l="l" r="r" t="t"/>
              <a:pathLst>
                <a:path extrusionOk="0" h="23495" w="24341">
                  <a:moveTo>
                    <a:pt x="0" y="23495"/>
                  </a:moveTo>
                  <a:lnTo>
                    <a:pt x="19433" y="0"/>
                  </a:lnTo>
                  <a:lnTo>
                    <a:pt x="24341" y="16139"/>
                  </a:lnTo>
                  <a:lnTo>
                    <a:pt x="24341" y="2206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7" name="Google Shape;4947;p51"/>
            <p:cNvSpPr/>
            <p:nvPr/>
          </p:nvSpPr>
          <p:spPr>
            <a:xfrm rot="8713740">
              <a:off x="589712" y="40270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8" name="Google Shape;4948;p51"/>
            <p:cNvSpPr/>
            <p:nvPr/>
          </p:nvSpPr>
          <p:spPr>
            <a:xfrm rot="8719330">
              <a:off x="464928" y="19392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9" name="Google Shape;4949;p51"/>
            <p:cNvSpPr/>
            <p:nvPr/>
          </p:nvSpPr>
          <p:spPr>
            <a:xfrm rot="8713740">
              <a:off x="679954" y="44386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0" name="Google Shape;4950;p51"/>
            <p:cNvSpPr/>
            <p:nvPr/>
          </p:nvSpPr>
          <p:spPr>
            <a:xfrm rot="8718291">
              <a:off x="438559" y="29405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1" name="Google Shape;4951;p51"/>
            <p:cNvSpPr/>
            <p:nvPr/>
          </p:nvSpPr>
          <p:spPr>
            <a:xfrm rot="7483339">
              <a:off x="811643" y="658864"/>
              <a:ext cx="31100" cy="46173"/>
            </a:xfrm>
            <a:custGeom>
              <a:rect b="b" l="l" r="r" t="t"/>
              <a:pathLst>
                <a:path extrusionOk="0" h="46141" w="31078">
                  <a:moveTo>
                    <a:pt x="15207" y="46141"/>
                  </a:moveTo>
                  <a:lnTo>
                    <a:pt x="0" y="17849"/>
                  </a:lnTo>
                  <a:lnTo>
                    <a:pt x="31078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2" name="Google Shape;4952;p51"/>
            <p:cNvSpPr/>
            <p:nvPr/>
          </p:nvSpPr>
          <p:spPr>
            <a:xfrm rot="8713740">
              <a:off x="780175" y="33648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3" name="Google Shape;4953;p51"/>
            <p:cNvSpPr/>
            <p:nvPr/>
          </p:nvSpPr>
          <p:spPr>
            <a:xfrm rot="8716661">
              <a:off x="202223" y="-57209"/>
              <a:ext cx="142267" cy="186625"/>
            </a:xfrm>
            <a:custGeom>
              <a:rect b="b" l="l" r="r" t="t"/>
              <a:pathLst>
                <a:path extrusionOk="0" h="186494" w="142167">
                  <a:moveTo>
                    <a:pt x="142167" y="186494"/>
                  </a:moveTo>
                  <a:lnTo>
                    <a:pt x="81108" y="144170"/>
                  </a:lnTo>
                  <a:lnTo>
                    <a:pt x="81108" y="69717"/>
                  </a:lnTo>
                  <a:cubicBezTo>
                    <a:pt x="81108" y="68349"/>
                    <a:pt x="81108" y="66983"/>
                    <a:pt x="81108" y="65615"/>
                  </a:cubicBezTo>
                  <a:cubicBezTo>
                    <a:pt x="79741" y="55591"/>
                    <a:pt x="70628" y="48756"/>
                    <a:pt x="60603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8"/>
                    <a:pt x="142167" y="501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4" name="Google Shape;4954;p51"/>
            <p:cNvSpPr/>
            <p:nvPr/>
          </p:nvSpPr>
          <p:spPr>
            <a:xfrm rot="8716661">
              <a:off x="298563" y="-5475"/>
              <a:ext cx="260822" cy="180181"/>
            </a:xfrm>
            <a:custGeom>
              <a:rect b="b" l="l" r="r" t="t"/>
              <a:pathLst>
                <a:path extrusionOk="0" h="180054" w="260639">
                  <a:moveTo>
                    <a:pt x="111638" y="180054"/>
                  </a:moveTo>
                  <a:lnTo>
                    <a:pt x="51490" y="138362"/>
                  </a:ln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2" y="1425"/>
                  </a:lnTo>
                  <a:lnTo>
                    <a:pt x="104802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5" name="Google Shape;4955;p51"/>
            <p:cNvSpPr/>
            <p:nvPr/>
          </p:nvSpPr>
          <p:spPr>
            <a:xfrm rot="8716661">
              <a:off x="276874" y="-12836"/>
              <a:ext cx="36297" cy="28002"/>
            </a:xfrm>
            <a:custGeom>
              <a:rect b="b" l="l" r="r" t="t"/>
              <a:pathLst>
                <a:path extrusionOk="0" h="27982" w="36272">
                  <a:moveTo>
                    <a:pt x="36272" y="27982"/>
                  </a:moveTo>
                  <a:lnTo>
                    <a:pt x="0" y="2840"/>
                  </a:lnTo>
                  <a:lnTo>
                    <a:pt x="9543" y="0"/>
                  </a:lnTo>
                  <a:cubicBezTo>
                    <a:pt x="20479" y="0"/>
                    <a:pt x="27542" y="4784"/>
                    <a:pt x="31871" y="11392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6" name="Google Shape;4956;p51"/>
            <p:cNvSpPr/>
            <p:nvPr/>
          </p:nvSpPr>
          <p:spPr>
            <a:xfrm rot="8716661">
              <a:off x="74592" y="-9693"/>
              <a:ext cx="58109" cy="54810"/>
            </a:xfrm>
            <a:custGeom>
              <a:rect b="b" l="l" r="r" t="t"/>
              <a:pathLst>
                <a:path extrusionOk="0" h="54772" w="58068">
                  <a:moveTo>
                    <a:pt x="37436" y="54772"/>
                  </a:moveTo>
                  <a:lnTo>
                    <a:pt x="0" y="28823"/>
                  </a:lnTo>
                  <a:lnTo>
                    <a:pt x="8515" y="8658"/>
                  </a:lnTo>
                  <a:cubicBezTo>
                    <a:pt x="13983" y="3190"/>
                    <a:pt x="21273" y="0"/>
                    <a:pt x="29020" y="0"/>
                  </a:cubicBezTo>
                  <a:cubicBezTo>
                    <a:pt x="36766" y="0"/>
                    <a:pt x="44057" y="3190"/>
                    <a:pt x="49525" y="8658"/>
                  </a:cubicBezTo>
                  <a:cubicBezTo>
                    <a:pt x="60916" y="19594"/>
                    <a:pt x="60916" y="38276"/>
                    <a:pt x="49525" y="49668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7" name="Google Shape;4957;p51"/>
            <p:cNvSpPr/>
            <p:nvPr/>
          </p:nvSpPr>
          <p:spPr>
            <a:xfrm rot="8716661">
              <a:off x="13779" y="-10415"/>
              <a:ext cx="30048" cy="20829"/>
            </a:xfrm>
            <a:custGeom>
              <a:rect b="b" l="l" r="r" t="t"/>
              <a:pathLst>
                <a:path extrusionOk="0" h="20814" w="30027">
                  <a:moveTo>
                    <a:pt x="30027" y="20814"/>
                  </a:moveTo>
                  <a:lnTo>
                    <a:pt x="0" y="0"/>
                  </a:lnTo>
                  <a:lnTo>
                    <a:pt x="30027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8" name="Google Shape;4958;p51"/>
            <p:cNvSpPr/>
            <p:nvPr/>
          </p:nvSpPr>
          <p:spPr>
            <a:xfrm rot="8713740">
              <a:off x="168184" y="3060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9" name="Google Shape;4959;p51"/>
            <p:cNvSpPr/>
            <p:nvPr/>
          </p:nvSpPr>
          <p:spPr>
            <a:xfrm rot="7480670">
              <a:off x="562275" y="-2828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0" name="Google Shape;4960;p51"/>
            <p:cNvSpPr/>
            <p:nvPr/>
          </p:nvSpPr>
          <p:spPr>
            <a:xfrm rot="-8513943">
              <a:off x="766937" y="-3050"/>
              <a:ext cx="149797" cy="301287"/>
            </a:xfrm>
            <a:custGeom>
              <a:rect b="b" l="l" r="r" t="t"/>
              <a:pathLst>
                <a:path extrusionOk="0" h="301067" w="149688">
                  <a:moveTo>
                    <a:pt x="149688" y="279622"/>
                  </a:moveTo>
                  <a:lnTo>
                    <a:pt x="122393" y="301067"/>
                  </a:lnTo>
                  <a:lnTo>
                    <a:pt x="0" y="114672"/>
                  </a:ln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2836" y="184850"/>
                    <a:pt x="77802" y="216302"/>
                    <a:pt x="87734" y="245547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1" name="Google Shape;4961;p51"/>
            <p:cNvSpPr/>
            <p:nvPr/>
          </p:nvSpPr>
          <p:spPr>
            <a:xfrm rot="8713740">
              <a:off x="212331" y="304532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2" name="Google Shape;4962;p51"/>
            <p:cNvSpPr/>
            <p:nvPr/>
          </p:nvSpPr>
          <p:spPr>
            <a:xfrm rot="8713740">
              <a:off x="301876" y="307458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3" name="Google Shape;4963;p51"/>
            <p:cNvSpPr/>
            <p:nvPr/>
          </p:nvSpPr>
          <p:spPr>
            <a:xfrm rot="8713740">
              <a:off x="256928" y="2988160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4" name="Google Shape;4964;p51"/>
            <p:cNvSpPr/>
            <p:nvPr/>
          </p:nvSpPr>
          <p:spPr>
            <a:xfrm rot="8713740">
              <a:off x="99980" y="3133641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5" name="Google Shape;4965;p51"/>
            <p:cNvSpPr/>
            <p:nvPr/>
          </p:nvSpPr>
          <p:spPr>
            <a:xfrm rot="8719330">
              <a:off x="-24805" y="2924865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6" name="Google Shape;4966;p51"/>
            <p:cNvSpPr/>
            <p:nvPr/>
          </p:nvSpPr>
          <p:spPr>
            <a:xfrm rot="8716661">
              <a:off x="51717" y="2754396"/>
              <a:ext cx="189621" cy="351076"/>
            </a:xfrm>
            <a:custGeom>
              <a:rect b="b" l="l" r="r" t="t"/>
              <a:pathLst>
                <a:path extrusionOk="0" h="350829" w="189488">
                  <a:moveTo>
                    <a:pt x="25299" y="321238"/>
                  </a:moveTo>
                  <a:cubicBezTo>
                    <a:pt x="5295" y="301823"/>
                    <a:pt x="0" y="268286"/>
                    <a:pt x="0" y="220042"/>
                  </a:cubicBez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8" y="300646"/>
                  </a:cubicBezTo>
                  <a:lnTo>
                    <a:pt x="189488" y="296141"/>
                  </a:lnTo>
                  <a:lnTo>
                    <a:pt x="160617" y="337791"/>
                  </a:lnTo>
                  <a:lnTo>
                    <a:pt x="97666" y="350655"/>
                  </a:lnTo>
                  <a:cubicBezTo>
                    <a:pt x="70602" y="352420"/>
                    <a:pt x="44126" y="340653"/>
                    <a:pt x="25299" y="321238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7" name="Google Shape;4967;p51"/>
            <p:cNvSpPr/>
            <p:nvPr/>
          </p:nvSpPr>
          <p:spPr>
            <a:xfrm rot="8713740">
              <a:off x="190221" y="3174802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8" name="Google Shape;4968;p51"/>
            <p:cNvSpPr/>
            <p:nvPr/>
          </p:nvSpPr>
          <p:spPr>
            <a:xfrm rot="8716661">
              <a:off x="502484" y="2801999"/>
              <a:ext cx="117671" cy="232551"/>
            </a:xfrm>
            <a:custGeom>
              <a:rect b="b" l="l" r="r" t="t"/>
              <a:pathLst>
                <a:path extrusionOk="0" h="232388" w="117588">
                  <a:moveTo>
                    <a:pt x="56529" y="232388"/>
                  </a:moveTo>
                  <a:lnTo>
                    <a:pt x="56529" y="69717"/>
                  </a:lnTo>
                  <a:cubicBezTo>
                    <a:pt x="56529" y="68349"/>
                    <a:pt x="56529" y="66983"/>
                    <a:pt x="56529" y="65615"/>
                  </a:cubicBezTo>
                  <a:cubicBezTo>
                    <a:pt x="55163" y="55591"/>
                    <a:pt x="46049" y="48756"/>
                    <a:pt x="36025" y="50123"/>
                  </a:cubicBezTo>
                  <a:lnTo>
                    <a:pt x="0" y="50123"/>
                  </a:lnTo>
                  <a:lnTo>
                    <a:pt x="41458" y="0"/>
                  </a:lnTo>
                  <a:lnTo>
                    <a:pt x="60630" y="0"/>
                  </a:lnTo>
                  <a:cubicBezTo>
                    <a:pt x="97539" y="0"/>
                    <a:pt x="117588" y="15948"/>
                    <a:pt x="117588" y="50123"/>
                  </a:cubicBezTo>
                  <a:lnTo>
                    <a:pt x="117588" y="20823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9" name="Google Shape;4969;p51"/>
            <p:cNvSpPr/>
            <p:nvPr/>
          </p:nvSpPr>
          <p:spPr>
            <a:xfrm rot="8713740">
              <a:off x="389079" y="288348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0" name="Google Shape;4970;p51"/>
            <p:cNvSpPr/>
            <p:nvPr/>
          </p:nvSpPr>
          <p:spPr>
            <a:xfrm rot="8719330">
              <a:off x="264295" y="2674713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1" name="Google Shape;4971;p51"/>
            <p:cNvSpPr/>
            <p:nvPr/>
          </p:nvSpPr>
          <p:spPr>
            <a:xfrm rot="8713740">
              <a:off x="479321" y="2924651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2" name="Google Shape;4972;p51"/>
            <p:cNvSpPr/>
            <p:nvPr/>
          </p:nvSpPr>
          <p:spPr>
            <a:xfrm rot="8718291">
              <a:off x="237926" y="2774841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3" name="Google Shape;4973;p51"/>
            <p:cNvSpPr/>
            <p:nvPr/>
          </p:nvSpPr>
          <p:spPr>
            <a:xfrm rot="7483339">
              <a:off x="609959" y="3142818"/>
              <a:ext cx="20896" cy="31023"/>
            </a:xfrm>
            <a:custGeom>
              <a:rect b="b" l="l" r="r" t="t"/>
              <a:pathLst>
                <a:path extrusionOk="0" h="31001" w="20881">
                  <a:moveTo>
                    <a:pt x="10218" y="31001"/>
                  </a:moveTo>
                  <a:lnTo>
                    <a:pt x="0" y="11992"/>
                  </a:lnTo>
                  <a:lnTo>
                    <a:pt x="20881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4" name="Google Shape;4974;p51"/>
            <p:cNvSpPr/>
            <p:nvPr/>
          </p:nvSpPr>
          <p:spPr>
            <a:xfrm rot="8713740">
              <a:off x="579542" y="2817273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5" name="Google Shape;4975;p51"/>
            <p:cNvSpPr/>
            <p:nvPr/>
          </p:nvSpPr>
          <p:spPr>
            <a:xfrm rot="8716661">
              <a:off x="437890" y="3716095"/>
              <a:ext cx="102751" cy="232551"/>
            </a:xfrm>
            <a:custGeom>
              <a:rect b="b" l="l" r="r" t="t"/>
              <a:pathLst>
                <a:path extrusionOk="0" h="232388" w="102679">
                  <a:moveTo>
                    <a:pt x="41620" y="232388"/>
                  </a:moveTo>
                  <a:lnTo>
                    <a:pt x="41620" y="69717"/>
                  </a:lnTo>
                  <a:cubicBezTo>
                    <a:pt x="41620" y="68349"/>
                    <a:pt x="41620" y="66983"/>
                    <a:pt x="41620" y="65615"/>
                  </a:cubicBezTo>
                  <a:cubicBezTo>
                    <a:pt x="40254" y="55591"/>
                    <a:pt x="31140" y="48756"/>
                    <a:pt x="21116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45721" y="0"/>
                  </a:lnTo>
                  <a:cubicBezTo>
                    <a:pt x="82630" y="0"/>
                    <a:pt x="102679" y="15948"/>
                    <a:pt x="102679" y="50123"/>
                  </a:cubicBezTo>
                  <a:lnTo>
                    <a:pt x="102679" y="20823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6" name="Google Shape;4976;p51"/>
            <p:cNvSpPr/>
            <p:nvPr/>
          </p:nvSpPr>
          <p:spPr>
            <a:xfrm rot="8716661">
              <a:off x="482592" y="3669905"/>
              <a:ext cx="154672" cy="124985"/>
            </a:xfrm>
            <a:custGeom>
              <a:rect b="b" l="l" r="r" t="t"/>
              <a:pathLst>
                <a:path extrusionOk="0" h="124897" w="154563">
                  <a:moveTo>
                    <a:pt x="0" y="124897"/>
                  </a:moveTo>
                  <a:lnTo>
                    <a:pt x="95474" y="9467"/>
                  </a:lnTo>
                  <a:lnTo>
                    <a:pt x="96067" y="9000"/>
                  </a:lnTo>
                  <a:cubicBezTo>
                    <a:pt x="105351" y="4215"/>
                    <a:pt x="115604" y="1139"/>
                    <a:pt x="126312" y="0"/>
                  </a:cubicBezTo>
                  <a:cubicBezTo>
                    <a:pt x="148184" y="0"/>
                    <a:pt x="154563" y="19138"/>
                    <a:pt x="154563" y="33719"/>
                  </a:cubicBezTo>
                  <a:cubicBezTo>
                    <a:pt x="153196" y="49668"/>
                    <a:pt x="142715" y="62882"/>
                    <a:pt x="128135" y="69261"/>
                  </a:cubicBezTo>
                  <a:lnTo>
                    <a:pt x="128590" y="69261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7" name="Google Shape;4977;p51"/>
            <p:cNvSpPr/>
            <p:nvPr/>
          </p:nvSpPr>
          <p:spPr>
            <a:xfrm rot="8713740">
              <a:off x="323147" y="379334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8" name="Google Shape;4978;p51"/>
            <p:cNvSpPr/>
            <p:nvPr/>
          </p:nvSpPr>
          <p:spPr>
            <a:xfrm rot="8719330">
              <a:off x="198362" y="358456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9" name="Google Shape;4979;p51"/>
            <p:cNvSpPr/>
            <p:nvPr/>
          </p:nvSpPr>
          <p:spPr>
            <a:xfrm rot="8713013">
              <a:off x="185931" y="3445941"/>
              <a:ext cx="288394" cy="347250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0" name="Google Shape;4980;p51"/>
            <p:cNvSpPr/>
            <p:nvPr/>
          </p:nvSpPr>
          <p:spPr>
            <a:xfrm rot="8716661">
              <a:off x="410114" y="3834585"/>
              <a:ext cx="103508" cy="219328"/>
            </a:xfrm>
            <a:custGeom>
              <a:rect b="b" l="l" r="r" t="t"/>
              <a:pathLst>
                <a:path extrusionOk="0" h="219174" w="103435">
                  <a:moveTo>
                    <a:pt x="103435" y="219174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16028"/>
                  </a:lnTo>
                  <a:lnTo>
                    <a:pt x="11583" y="2023"/>
                  </a:lnTo>
                  <a:lnTo>
                    <a:pt x="103435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1" name="Google Shape;4981;p51"/>
            <p:cNvSpPr/>
            <p:nvPr/>
          </p:nvSpPr>
          <p:spPr>
            <a:xfrm rot="8716661">
              <a:off x="487320" y="3349262"/>
              <a:ext cx="151268" cy="196011"/>
            </a:xfrm>
            <a:custGeom>
              <a:rect b="b" l="l" r="r" t="t"/>
              <a:pathLst>
                <a:path extrusionOk="0" h="195873" w="151162">
                  <a:moveTo>
                    <a:pt x="38025" y="195873"/>
                  </a:moveTo>
                  <a:lnTo>
                    <a:pt x="0" y="125130"/>
                  </a:lnTo>
                  <a:lnTo>
                    <a:pt x="103497" y="0"/>
                  </a:lnTo>
                  <a:lnTo>
                    <a:pt x="151162" y="0"/>
                  </a:lnTo>
                  <a:lnTo>
                    <a:pt x="151162" y="55323"/>
                  </a:lnTo>
                  <a:lnTo>
                    <a:pt x="86370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2" name="Google Shape;4982;p51"/>
            <p:cNvSpPr/>
            <p:nvPr/>
          </p:nvSpPr>
          <p:spPr>
            <a:xfrm rot="8718291">
              <a:off x="461093" y="3434540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3" name="Google Shape;4983;p51"/>
            <p:cNvSpPr/>
            <p:nvPr/>
          </p:nvSpPr>
          <p:spPr>
            <a:xfrm rot="8716661">
              <a:off x="417206" y="4258812"/>
              <a:ext cx="147741" cy="196012"/>
            </a:xfrm>
            <a:custGeom>
              <a:rect b="b" l="l" r="r" t="t"/>
              <a:pathLst>
                <a:path extrusionOk="0" h="195874" w="147637">
                  <a:moveTo>
                    <a:pt x="34500" y="195874"/>
                  </a:moveTo>
                  <a:lnTo>
                    <a:pt x="0" y="131688"/>
                  </a:lnTo>
                  <a:lnTo>
                    <a:pt x="108921" y="0"/>
                  </a:lnTo>
                  <a:lnTo>
                    <a:pt x="147637" y="0"/>
                  </a:lnTo>
                  <a:lnTo>
                    <a:pt x="147637" y="55323"/>
                  </a:lnTo>
                  <a:lnTo>
                    <a:pt x="82845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4" name="Google Shape;4984;p51"/>
            <p:cNvSpPr/>
            <p:nvPr/>
          </p:nvSpPr>
          <p:spPr>
            <a:xfrm rot="8716661">
              <a:off x="330649" y="4134881"/>
              <a:ext cx="254792" cy="91221"/>
            </a:xfrm>
            <a:custGeom>
              <a:rect b="b" l="l" r="r" t="t"/>
              <a:pathLst>
                <a:path extrusionOk="0" h="91157" w="254613">
                  <a:moveTo>
                    <a:pt x="0" y="68911"/>
                  </a:moveTo>
                  <a:lnTo>
                    <a:pt x="56997" y="0"/>
                  </a:lnTo>
                  <a:lnTo>
                    <a:pt x="57517" y="2143"/>
                  </a:lnTo>
                  <a:cubicBezTo>
                    <a:pt x="66931" y="28030"/>
                    <a:pt x="91053" y="40974"/>
                    <a:pt x="128118" y="40974"/>
                  </a:cubicBezTo>
                  <a:cubicBezTo>
                    <a:pt x="146357" y="40385"/>
                    <a:pt x="164008" y="36855"/>
                    <a:pt x="181070" y="31560"/>
                  </a:cubicBezTo>
                  <a:cubicBezTo>
                    <a:pt x="205780" y="23912"/>
                    <a:pt x="229903" y="13910"/>
                    <a:pt x="253437" y="2143"/>
                  </a:cubicBezTo>
                  <a:cubicBezTo>
                    <a:pt x="254025" y="4496"/>
                    <a:pt x="254613" y="7438"/>
                    <a:pt x="254613" y="9791"/>
                  </a:cubicBezTo>
                  <a:lnTo>
                    <a:pt x="254613" y="15674"/>
                  </a:lnTo>
                  <a:cubicBezTo>
                    <a:pt x="192249" y="69215"/>
                    <a:pt x="110468" y="88042"/>
                    <a:pt x="61636" y="90983"/>
                  </a:cubicBezTo>
                  <a:cubicBezTo>
                    <a:pt x="48104" y="91866"/>
                    <a:pt x="34719" y="89365"/>
                    <a:pt x="22363" y="84217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5" name="Google Shape;4985;p51"/>
            <p:cNvSpPr/>
            <p:nvPr/>
          </p:nvSpPr>
          <p:spPr>
            <a:xfrm rot="8716661">
              <a:off x="-3556" y="2405872"/>
              <a:ext cx="142267" cy="208739"/>
            </a:xfrm>
            <a:custGeom>
              <a:rect b="b" l="l" r="r" t="t"/>
              <a:pathLst>
                <a:path extrusionOk="0" h="208592" w="142167">
                  <a:moveTo>
                    <a:pt x="81108" y="208592"/>
                  </a:moveTo>
                  <a:lnTo>
                    <a:pt x="81108" y="69717"/>
                  </a:lnTo>
                  <a:cubicBezTo>
                    <a:pt x="81108" y="68350"/>
                    <a:pt x="81108" y="66983"/>
                    <a:pt x="81108" y="65615"/>
                  </a:cubicBezTo>
                  <a:cubicBezTo>
                    <a:pt x="79742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10" y="0"/>
                  </a:lnTo>
                  <a:cubicBezTo>
                    <a:pt x="122118" y="0"/>
                    <a:pt x="142167" y="15948"/>
                    <a:pt x="142167" y="50123"/>
                  </a:cubicBezTo>
                  <a:lnTo>
                    <a:pt x="142167" y="12050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6" name="Google Shape;4986;p51"/>
            <p:cNvSpPr/>
            <p:nvPr/>
          </p:nvSpPr>
          <p:spPr>
            <a:xfrm rot="8713740">
              <a:off x="80358" y="2413611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7" name="Google Shape;4987;p51"/>
            <p:cNvSpPr/>
            <p:nvPr/>
          </p:nvSpPr>
          <p:spPr>
            <a:xfrm rot="8713740">
              <a:off x="35410" y="2327186"/>
              <a:ext cx="186601" cy="13653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8" name="Google Shape;4988;p51"/>
            <p:cNvSpPr/>
            <p:nvPr/>
          </p:nvSpPr>
          <p:spPr>
            <a:xfrm rot="8716661">
              <a:off x="-20338" y="2216978"/>
              <a:ext cx="78786" cy="180792"/>
            </a:xfrm>
            <a:custGeom>
              <a:rect b="b" l="l" r="r" t="t"/>
              <a:pathLst>
                <a:path extrusionOk="0" h="180665" w="78731">
                  <a:moveTo>
                    <a:pt x="0" y="180665"/>
                  </a:moveTo>
                  <a:lnTo>
                    <a:pt x="0" y="40596"/>
                  </a:lnTo>
                  <a:lnTo>
                    <a:pt x="78250" y="0"/>
                  </a:lnTo>
                  <a:lnTo>
                    <a:pt x="78731" y="6708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9" name="Google Shape;4989;p51"/>
            <p:cNvSpPr/>
            <p:nvPr/>
          </p:nvSpPr>
          <p:spPr>
            <a:xfrm rot="8716661">
              <a:off x="-15434" y="2575123"/>
              <a:ext cx="103508" cy="152134"/>
            </a:xfrm>
            <a:custGeom>
              <a:rect b="b" l="l" r="r" t="t"/>
              <a:pathLst>
                <a:path extrusionOk="0" h="152027" w="103435">
                  <a:moveTo>
                    <a:pt x="43288" y="152027"/>
                  </a:move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65255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0" name="Google Shape;4990;p51"/>
            <p:cNvSpPr/>
            <p:nvPr/>
          </p:nvSpPr>
          <p:spPr>
            <a:xfrm rot="8713740">
              <a:off x="279912" y="2134197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1" name="Google Shape;4991;p51"/>
            <p:cNvSpPr/>
            <p:nvPr/>
          </p:nvSpPr>
          <p:spPr>
            <a:xfrm rot="8713740">
              <a:off x="369457" y="2163459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2" name="Google Shape;4992;p51"/>
            <p:cNvSpPr/>
            <p:nvPr/>
          </p:nvSpPr>
          <p:spPr>
            <a:xfrm rot="8713740">
              <a:off x="167561" y="22225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3" name="Google Shape;4993;p51"/>
            <p:cNvSpPr/>
            <p:nvPr/>
          </p:nvSpPr>
          <p:spPr>
            <a:xfrm rot="8719330">
              <a:off x="42777" y="2013739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4" name="Google Shape;4994;p51"/>
            <p:cNvSpPr/>
            <p:nvPr/>
          </p:nvSpPr>
          <p:spPr>
            <a:xfrm rot="8713740">
              <a:off x="257803" y="2263677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5" name="Google Shape;4995;p51"/>
            <p:cNvSpPr/>
            <p:nvPr/>
          </p:nvSpPr>
          <p:spPr>
            <a:xfrm rot="8718291">
              <a:off x="16408" y="2113867"/>
              <a:ext cx="72290" cy="7229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6" name="Google Shape;4996;p51"/>
            <p:cNvSpPr/>
            <p:nvPr/>
          </p:nvSpPr>
          <p:spPr>
            <a:xfrm rot="7480670">
              <a:off x="362794" y="2454937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7" name="Google Shape;4997;p51"/>
            <p:cNvSpPr/>
            <p:nvPr/>
          </p:nvSpPr>
          <p:spPr>
            <a:xfrm rot="-8513943">
              <a:off x="463130" y="2426139"/>
              <a:ext cx="272783" cy="319297"/>
            </a:xfrm>
            <a:custGeom>
              <a:rect b="b" l="l" r="r" t="t"/>
              <a:pathLst>
                <a:path extrusionOk="0" h="319064" w="272584">
                  <a:moveTo>
                    <a:pt x="80445" y="215518"/>
                  </a:moveTo>
                  <a:lnTo>
                    <a:pt x="0" y="93007"/>
                  </a:ln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3664" y="169400"/>
                    <a:pt x="74492" y="184988"/>
                    <a:pt x="76768" y="200369"/>
                  </a:cubicBezTo>
                  <a:close/>
                  <a:moveTo>
                    <a:pt x="272584" y="258238"/>
                  </a:moveTo>
                  <a:cubicBezTo>
                    <a:pt x="243339" y="283344"/>
                    <a:pt x="209542" y="300312"/>
                    <a:pt x="177331" y="311347"/>
                  </a:cubicBezTo>
                  <a:lnTo>
                    <a:pt x="148437" y="319064"/>
                  </a:lnTo>
                  <a:lnTo>
                    <a:pt x="119231" y="274585"/>
                  </a:lnTo>
                  <a:lnTo>
                    <a:pt x="153949" y="281965"/>
                  </a:lnTo>
                  <a:cubicBezTo>
                    <a:pt x="171055" y="281413"/>
                    <a:pt x="187609" y="278102"/>
                    <a:pt x="203610" y="273136"/>
                  </a:cubicBezTo>
                  <a:cubicBezTo>
                    <a:pt x="226785" y="265963"/>
                    <a:pt x="249409" y="256583"/>
                    <a:pt x="271481" y="245547"/>
                  </a:cubicBezTo>
                  <a:cubicBezTo>
                    <a:pt x="272032" y="247754"/>
                    <a:pt x="272584" y="250513"/>
                    <a:pt x="272584" y="25272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8" name="Google Shape;4998;p51"/>
            <p:cNvSpPr/>
            <p:nvPr/>
          </p:nvSpPr>
          <p:spPr>
            <a:xfrm rot="8716661">
              <a:off x="675834" y="2357302"/>
              <a:ext cx="38039" cy="45784"/>
            </a:xfrm>
            <a:custGeom>
              <a:rect b="b" l="l" r="r" t="t"/>
              <a:pathLst>
                <a:path extrusionOk="0" h="45752" w="38012">
                  <a:moveTo>
                    <a:pt x="0" y="45752"/>
                  </a:moveTo>
                  <a:lnTo>
                    <a:pt x="37842" y="0"/>
                  </a:lnTo>
                  <a:lnTo>
                    <a:pt x="38012" y="641"/>
                  </a:lnTo>
                  <a:cubicBezTo>
                    <a:pt x="36400" y="19451"/>
                    <a:pt x="24039" y="35036"/>
                    <a:pt x="6841" y="42560"/>
                  </a:cubicBezTo>
                  <a:lnTo>
                    <a:pt x="7378" y="4256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9" name="Google Shape;4999;p51"/>
            <p:cNvSpPr/>
            <p:nvPr/>
          </p:nvSpPr>
          <p:spPr>
            <a:xfrm rot="8714346">
              <a:off x="601333" y="212612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0" name="Google Shape;5000;p51"/>
            <p:cNvSpPr/>
            <p:nvPr/>
          </p:nvSpPr>
          <p:spPr>
            <a:xfrm rot="8713740">
              <a:off x="358024" y="2156299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1" name="Google Shape;5001;p51"/>
            <p:cNvSpPr/>
            <p:nvPr/>
          </p:nvSpPr>
          <p:spPr>
            <a:xfrm rot="8714346">
              <a:off x="535539" y="1997107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2" name="Google Shape;5002;p51"/>
            <p:cNvSpPr/>
            <p:nvPr/>
          </p:nvSpPr>
          <p:spPr>
            <a:xfrm rot="8716661">
              <a:off x="-76209" y="1768065"/>
              <a:ext cx="197317" cy="215200"/>
            </a:xfrm>
            <a:custGeom>
              <a:rect b="b" l="l" r="r" t="t"/>
              <a:pathLst>
                <a:path extrusionOk="0" h="215049" w="197178">
                  <a:moveTo>
                    <a:pt x="51490" y="215049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4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lnTo>
                    <a:pt x="197178" y="4872"/>
                  </a:lnTo>
                  <a:lnTo>
                    <a:pt x="170795" y="42934"/>
                  </a:lnTo>
                  <a:lnTo>
                    <a:pt x="164950" y="40156"/>
                  </a:ln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12827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3" name="Google Shape;5003;p51"/>
            <p:cNvSpPr/>
            <p:nvPr/>
          </p:nvSpPr>
          <p:spPr>
            <a:xfrm rot="8713740">
              <a:off x="56745" y="1474498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4" name="Google Shape;5004;p51"/>
            <p:cNvSpPr/>
            <p:nvPr/>
          </p:nvSpPr>
          <p:spPr>
            <a:xfrm rot="8713740">
              <a:off x="146290" y="1503760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5" name="Google Shape;5005;p51"/>
            <p:cNvSpPr/>
            <p:nvPr/>
          </p:nvSpPr>
          <p:spPr>
            <a:xfrm rot="8716661">
              <a:off x="-21925" y="1443475"/>
              <a:ext cx="68662" cy="55362"/>
            </a:xfrm>
            <a:custGeom>
              <a:rect b="b" l="l" r="r" t="t"/>
              <a:pathLst>
                <a:path extrusionOk="0" h="55323" w="68614">
                  <a:moveTo>
                    <a:pt x="0" y="55323"/>
                  </a:moveTo>
                  <a:lnTo>
                    <a:pt x="0" y="0"/>
                  </a:lnTo>
                  <a:lnTo>
                    <a:pt x="68614" y="0"/>
                  </a:lnTo>
                  <a:lnTo>
                    <a:pt x="30266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6" name="Google Shape;5006;p51"/>
            <p:cNvSpPr/>
            <p:nvPr/>
          </p:nvSpPr>
          <p:spPr>
            <a:xfrm rot="8716661">
              <a:off x="35716" y="1617988"/>
              <a:ext cx="103508" cy="204040"/>
            </a:xfrm>
            <a:custGeom>
              <a:rect b="b" l="l" r="r" t="t"/>
              <a:pathLst>
                <a:path extrusionOk="0" h="203897" w="103435">
                  <a:moveTo>
                    <a:pt x="87556" y="203897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18098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7" name="Google Shape;5007;p51"/>
            <p:cNvSpPr/>
            <p:nvPr/>
          </p:nvSpPr>
          <p:spPr>
            <a:xfrm rot="7480670">
              <a:off x="139627" y="1795238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8" name="Google Shape;5008;p51"/>
            <p:cNvSpPr/>
            <p:nvPr/>
          </p:nvSpPr>
          <p:spPr>
            <a:xfrm rot="-8510566">
              <a:off x="244413" y="1762011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9" name="Google Shape;5009;p51"/>
            <p:cNvSpPr/>
            <p:nvPr/>
          </p:nvSpPr>
          <p:spPr>
            <a:xfrm rot="8706722">
              <a:off x="429996" y="157034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0" name="Google Shape;5010;p51"/>
            <p:cNvSpPr/>
            <p:nvPr/>
          </p:nvSpPr>
          <p:spPr>
            <a:xfrm rot="8714346">
              <a:off x="378166" y="1466429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1" name="Google Shape;5011;p51"/>
            <p:cNvSpPr/>
            <p:nvPr/>
          </p:nvSpPr>
          <p:spPr>
            <a:xfrm rot="8713740">
              <a:off x="134857" y="1496600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2" name="Google Shape;5012;p51"/>
            <p:cNvSpPr/>
            <p:nvPr/>
          </p:nvSpPr>
          <p:spPr>
            <a:xfrm rot="8714346">
              <a:off x="312372" y="1337408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3" name="Google Shape;5013;p51"/>
            <p:cNvSpPr/>
            <p:nvPr/>
          </p:nvSpPr>
          <p:spPr>
            <a:xfrm rot="8716661">
              <a:off x="-17832" y="949172"/>
              <a:ext cx="39554" cy="50158"/>
            </a:xfrm>
            <a:custGeom>
              <a:rect b="b" l="l" r="r" t="t"/>
              <a:pathLst>
                <a:path extrusionOk="0" h="50123" w="39526">
                  <a:moveTo>
                    <a:pt x="0" y="50123"/>
                  </a:moveTo>
                  <a:lnTo>
                    <a:pt x="0" y="0"/>
                  </a:lnTo>
                  <a:lnTo>
                    <a:pt x="39526" y="0"/>
                  </a:lnTo>
                  <a:lnTo>
                    <a:pt x="4782" y="501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4" name="Google Shape;5014;p51"/>
            <p:cNvSpPr/>
            <p:nvPr/>
          </p:nvSpPr>
          <p:spPr>
            <a:xfrm rot="8716661">
              <a:off x="-65203" y="834596"/>
              <a:ext cx="249825" cy="254953"/>
            </a:xfrm>
            <a:custGeom>
              <a:rect b="b" l="l" r="r" t="t"/>
              <a:pathLst>
                <a:path extrusionOk="0" h="254774" w="249650">
                  <a:moveTo>
                    <a:pt x="51490" y="254774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08922" y="-398"/>
                    <a:pt x="227718" y="7576"/>
                    <a:pt x="240647" y="22727"/>
                  </a:cubicBezTo>
                  <a:lnTo>
                    <a:pt x="249650" y="52327"/>
                  </a:lnTo>
                  <a:lnTo>
                    <a:pt x="218795" y="96841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213764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5" name="Google Shape;5015;p51"/>
            <p:cNvSpPr/>
            <p:nvPr/>
          </p:nvSpPr>
          <p:spPr>
            <a:xfrm rot="7483339">
              <a:off x="-63459" y="1172502"/>
              <a:ext cx="203991" cy="146498"/>
            </a:xfrm>
            <a:custGeom>
              <a:rect b="b" l="l" r="r" t="t"/>
              <a:pathLst>
                <a:path extrusionOk="0" h="146395" w="203848">
                  <a:moveTo>
                    <a:pt x="0" y="55323"/>
                  </a:moveTo>
                  <a:lnTo>
                    <a:pt x="0" y="0"/>
                  </a:lnTo>
                  <a:lnTo>
                    <a:pt x="203848" y="0"/>
                  </a:lnTo>
                  <a:lnTo>
                    <a:pt x="203847" y="49512"/>
                  </a:lnTo>
                  <a:lnTo>
                    <a:pt x="195466" y="55323"/>
                  </a:lnTo>
                  <a:lnTo>
                    <a:pt x="139055" y="55323"/>
                  </a:lnTo>
                  <a:lnTo>
                    <a:pt x="121388" y="106685"/>
                  </a:lnTo>
                  <a:lnTo>
                    <a:pt x="64115" y="146395"/>
                  </a:lnTo>
                  <a:lnTo>
                    <a:pt x="47847" y="116129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6" name="Google Shape;5016;p51"/>
            <p:cNvSpPr/>
            <p:nvPr/>
          </p:nvSpPr>
          <p:spPr>
            <a:xfrm rot="-8510566">
              <a:off x="25474" y="1099953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7" name="Google Shape;5017;p51"/>
            <p:cNvSpPr/>
            <p:nvPr/>
          </p:nvSpPr>
          <p:spPr>
            <a:xfrm rot="8706722">
              <a:off x="211057" y="908283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8" name="Google Shape;5018;p51"/>
            <p:cNvSpPr/>
            <p:nvPr/>
          </p:nvSpPr>
          <p:spPr>
            <a:xfrm rot="8714346">
              <a:off x="159227" y="804371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9" name="Google Shape;5019;p51"/>
            <p:cNvSpPr/>
            <p:nvPr/>
          </p:nvSpPr>
          <p:spPr>
            <a:xfrm rot="8714346">
              <a:off x="93433" y="675350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0" name="Google Shape;5020;p51"/>
            <p:cNvSpPr/>
            <p:nvPr/>
          </p:nvSpPr>
          <p:spPr>
            <a:xfrm rot="8716661">
              <a:off x="-7014" y="316690"/>
              <a:ext cx="14011" cy="20212"/>
            </a:xfrm>
            <a:custGeom>
              <a:rect b="b" l="l" r="r" t="t"/>
              <a:pathLst>
                <a:path extrusionOk="0" h="20198" w="14001">
                  <a:moveTo>
                    <a:pt x="0" y="20198"/>
                  </a:moveTo>
                  <a:lnTo>
                    <a:pt x="0" y="0"/>
                  </a:lnTo>
                  <a:lnTo>
                    <a:pt x="14001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1" name="Google Shape;5021;p51"/>
            <p:cNvSpPr/>
            <p:nvPr/>
          </p:nvSpPr>
          <p:spPr>
            <a:xfrm rot="-8513943">
              <a:off x="-81861" y="472453"/>
              <a:ext cx="173758" cy="237858"/>
            </a:xfrm>
            <a:custGeom>
              <a:rect b="b" l="l" r="r" t="t"/>
              <a:pathLst>
                <a:path extrusionOk="0" h="237684" w="173631">
                  <a:moveTo>
                    <a:pt x="173631" y="220990"/>
                  </a:moveTo>
                  <a:lnTo>
                    <a:pt x="130972" y="232382"/>
                  </a:lnTo>
                  <a:cubicBezTo>
                    <a:pt x="116428" y="235210"/>
                    <a:pt x="103047" y="236831"/>
                    <a:pt x="91597" y="237521"/>
                  </a:cubicBezTo>
                  <a:cubicBezTo>
                    <a:pt x="66215" y="239176"/>
                    <a:pt x="41384" y="228141"/>
                    <a:pt x="23727" y="209931"/>
                  </a:cubicBezTo>
                  <a:cubicBezTo>
                    <a:pt x="4966" y="191722"/>
                    <a:pt x="0" y="160270"/>
                    <a:pt x="0" y="115023"/>
                  </a:cubicBezTo>
                  <a:lnTo>
                    <a:pt x="0" y="0"/>
                  </a:lnTo>
                  <a:lnTo>
                    <a:pt x="76176" y="96953"/>
                  </a:lnTo>
                  <a:lnTo>
                    <a:pt x="76768" y="109023"/>
                  </a:lnTo>
                  <a:cubicBezTo>
                    <a:pt x="79044" y="124404"/>
                    <a:pt x="82768" y="139578"/>
                    <a:pt x="87734" y="154201"/>
                  </a:cubicBezTo>
                  <a:cubicBezTo>
                    <a:pt x="92149" y="166340"/>
                    <a:pt x="100012" y="175445"/>
                    <a:pt x="111117" y="181514"/>
                  </a:cubicBezTo>
                  <a:lnTo>
                    <a:pt x="148930" y="189552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2" name="Google Shape;5022;p51"/>
            <p:cNvSpPr/>
            <p:nvPr/>
          </p:nvSpPr>
          <p:spPr>
            <a:xfrm rot="8706722">
              <a:off x="-11613" y="244868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3" name="Google Shape;5023;p51"/>
            <p:cNvSpPr/>
            <p:nvPr/>
          </p:nvSpPr>
          <p:spPr>
            <a:xfrm rot="8716661">
              <a:off x="-30159" y="143433"/>
              <a:ext cx="77776" cy="97328"/>
            </a:xfrm>
            <a:custGeom>
              <a:rect b="b" l="l" r="r" t="t"/>
              <a:pathLst>
                <a:path extrusionOk="0" h="97260" w="77721">
                  <a:moveTo>
                    <a:pt x="15821" y="97260"/>
                  </a:moveTo>
                  <a:lnTo>
                    <a:pt x="0" y="59790"/>
                  </a:ln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lnTo>
                    <a:pt x="77721" y="796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4" name="Google Shape;5024;p51"/>
            <p:cNvSpPr/>
            <p:nvPr/>
          </p:nvSpPr>
          <p:spPr>
            <a:xfrm rot="8716661">
              <a:off x="-17843" y="3452674"/>
              <a:ext cx="58496" cy="44230"/>
            </a:xfrm>
            <a:custGeom>
              <a:rect b="b" l="l" r="r" t="t"/>
              <a:pathLst>
                <a:path extrusionOk="0" h="44199" w="58455">
                  <a:moveTo>
                    <a:pt x="0" y="44199"/>
                  </a:moveTo>
                  <a:lnTo>
                    <a:pt x="0" y="0"/>
                  </a:lnTo>
                  <a:lnTo>
                    <a:pt x="58455" y="0"/>
                  </a:lnTo>
                  <a:lnTo>
                    <a:pt x="27817" y="44199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5" name="Google Shape;5025;p51"/>
            <p:cNvSpPr/>
            <p:nvPr/>
          </p:nvSpPr>
          <p:spPr>
            <a:xfrm rot="-8513943">
              <a:off x="-91727" y="3601565"/>
              <a:ext cx="206678" cy="292868"/>
            </a:xfrm>
            <a:custGeom>
              <a:rect b="b" l="l" r="r" t="t"/>
              <a:pathLst>
                <a:path extrusionOk="0" h="292654" w="206527">
                  <a:moveTo>
                    <a:pt x="206527" y="258693"/>
                  </a:moveTo>
                  <a:lnTo>
                    <a:pt x="177331" y="274971"/>
                  </a:lnTo>
                  <a:cubicBezTo>
                    <a:pt x="145121" y="286007"/>
                    <a:pt x="114496" y="291111"/>
                    <a:pt x="91597" y="292491"/>
                  </a:cubicBezTo>
                  <a:cubicBezTo>
                    <a:pt x="66215" y="294146"/>
                    <a:pt x="41385" y="283111"/>
                    <a:pt x="23727" y="264901"/>
                  </a:cubicBezTo>
                  <a:cubicBezTo>
                    <a:pt x="4966" y="246692"/>
                    <a:pt x="0" y="215240"/>
                    <a:pt x="0" y="169993"/>
                  </a:cubicBezTo>
                  <a:lnTo>
                    <a:pt x="0" y="1698"/>
                  </a:lnTo>
                  <a:lnTo>
                    <a:pt x="3273" y="0"/>
                  </a:lnTo>
                  <a:lnTo>
                    <a:pt x="74297" y="90396"/>
                  </a:lnTo>
                  <a:lnTo>
                    <a:pt x="74492" y="117574"/>
                  </a:lnTo>
                  <a:cubicBezTo>
                    <a:pt x="72836" y="148474"/>
                    <a:pt x="77802" y="179926"/>
                    <a:pt x="87734" y="209171"/>
                  </a:cubicBezTo>
                  <a:cubicBezTo>
                    <a:pt x="96564" y="233450"/>
                    <a:pt x="119187" y="245589"/>
                    <a:pt x="153949" y="245589"/>
                  </a:cubicBezTo>
                  <a:lnTo>
                    <a:pt x="191049" y="23899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6" name="Google Shape;5026;p51"/>
            <p:cNvSpPr/>
            <p:nvPr/>
          </p:nvSpPr>
          <p:spPr>
            <a:xfrm rot="8706722">
              <a:off x="24922" y="3390061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7" name="Google Shape;5027;p51"/>
            <p:cNvSpPr/>
            <p:nvPr/>
          </p:nvSpPr>
          <p:spPr>
            <a:xfrm rot="8716661">
              <a:off x="-24136" y="3281681"/>
              <a:ext cx="106117" cy="113813"/>
            </a:xfrm>
            <a:custGeom>
              <a:rect b="b" l="l" r="r" t="t"/>
              <a:pathLst>
                <a:path extrusionOk="0" h="113733" w="106042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cubicBezTo>
                    <a:pt x="74507" y="0"/>
                    <a:pt x="89224" y="6439"/>
                    <a:pt x="100262" y="17477"/>
                  </a:cubicBezTo>
                  <a:lnTo>
                    <a:pt x="106042" y="31234"/>
                  </a:lnTo>
                  <a:lnTo>
                    <a:pt x="48856" y="11373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8" name="Google Shape;5028;p51"/>
            <p:cNvSpPr/>
            <p:nvPr/>
          </p:nvSpPr>
          <p:spPr>
            <a:xfrm rot="8716661">
              <a:off x="-21964" y="3179837"/>
              <a:ext cx="45808" cy="62700"/>
            </a:xfrm>
            <a:custGeom>
              <a:rect b="b" l="l" r="r" t="t"/>
              <a:pathLst>
                <a:path extrusionOk="0" h="62656" w="45776">
                  <a:moveTo>
                    <a:pt x="2345" y="62656"/>
                  </a:moveTo>
                  <a:lnTo>
                    <a:pt x="0" y="57104"/>
                  </a:lnTo>
                  <a:lnTo>
                    <a:pt x="0" y="56183"/>
                  </a:lnTo>
                  <a:cubicBezTo>
                    <a:pt x="0" y="40547"/>
                    <a:pt x="6439" y="25829"/>
                    <a:pt x="17477" y="14791"/>
                  </a:cubicBezTo>
                  <a:cubicBezTo>
                    <a:pt x="22996" y="9272"/>
                    <a:pt x="29435" y="4903"/>
                    <a:pt x="36449" y="1913"/>
                  </a:cubicBezTo>
                  <a:lnTo>
                    <a:pt x="45776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9" name="Google Shape;5029;p51"/>
            <p:cNvSpPr/>
            <p:nvPr/>
          </p:nvSpPr>
          <p:spPr>
            <a:xfrm rot="8716661">
              <a:off x="-21385" y="4100628"/>
              <a:ext cx="79169" cy="50158"/>
            </a:xfrm>
            <a:custGeom>
              <a:rect b="b" l="l" r="r" t="t"/>
              <a:pathLst>
                <a:path extrusionOk="0" h="50123" w="79113">
                  <a:moveTo>
                    <a:pt x="0" y="50123"/>
                  </a:moveTo>
                  <a:lnTo>
                    <a:pt x="0" y="0"/>
                  </a:lnTo>
                  <a:lnTo>
                    <a:pt x="79113" y="0"/>
                  </a:lnTo>
                  <a:lnTo>
                    <a:pt x="44369" y="501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0" name="Google Shape;5030;p51"/>
            <p:cNvSpPr/>
            <p:nvPr/>
          </p:nvSpPr>
          <p:spPr>
            <a:xfrm rot="8713740">
              <a:off x="-40114" y="3981876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1" name="Google Shape;5031;p51"/>
            <p:cNvSpPr/>
            <p:nvPr/>
          </p:nvSpPr>
          <p:spPr>
            <a:xfrm rot="7480670">
              <a:off x="-46777" y="4273354"/>
              <a:ext cx="199218" cy="19423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2" name="Google Shape;5032;p51"/>
            <p:cNvSpPr/>
            <p:nvPr/>
          </p:nvSpPr>
          <p:spPr>
            <a:xfrm rot="-8510566">
              <a:off x="58009" y="4240127"/>
              <a:ext cx="270069" cy="32518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3" name="Google Shape;5033;p51"/>
            <p:cNvSpPr/>
            <p:nvPr/>
          </p:nvSpPr>
          <p:spPr>
            <a:xfrm rot="8706722">
              <a:off x="243592" y="4048457"/>
              <a:ext cx="220193" cy="161117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4" name="Google Shape;5034;p51"/>
            <p:cNvSpPr/>
            <p:nvPr/>
          </p:nvSpPr>
          <p:spPr>
            <a:xfrm rot="8714346">
              <a:off x="191762" y="3944545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5" name="Google Shape;5035;p51"/>
            <p:cNvSpPr/>
            <p:nvPr/>
          </p:nvSpPr>
          <p:spPr>
            <a:xfrm rot="8714346">
              <a:off x="125968" y="3815524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6" name="Google Shape;5036;p51"/>
            <p:cNvSpPr/>
            <p:nvPr/>
          </p:nvSpPr>
          <p:spPr>
            <a:xfrm rot="8716661">
              <a:off x="-73236" y="4876693"/>
              <a:ext cx="221538" cy="253527"/>
            </a:xfrm>
            <a:custGeom>
              <a:rect b="b" l="l" r="r" t="t"/>
              <a:pathLst>
                <a:path extrusionOk="0" h="253349" w="221382">
                  <a:moveTo>
                    <a:pt x="51490" y="253349"/>
                  </a:moveTo>
                  <a:lnTo>
                    <a:pt x="51490" y="44199"/>
                  </a:lnTo>
                  <a:lnTo>
                    <a:pt x="0" y="44199"/>
                  </a:lnTo>
                  <a:lnTo>
                    <a:pt x="0" y="0"/>
                  </a:lnTo>
                  <a:lnTo>
                    <a:pt x="104803" y="0"/>
                  </a:lnTo>
                  <a:lnTo>
                    <a:pt x="104802" y="73817"/>
                  </a:lnTo>
                  <a:lnTo>
                    <a:pt x="106169" y="73817"/>
                  </a:lnTo>
                  <a:cubicBezTo>
                    <a:pt x="120751" y="30529"/>
                    <a:pt x="132142" y="13670"/>
                    <a:pt x="154014" y="4556"/>
                  </a:cubicBezTo>
                  <a:lnTo>
                    <a:pt x="174650" y="668"/>
                  </a:lnTo>
                  <a:lnTo>
                    <a:pt x="214075" y="27996"/>
                  </a:lnTo>
                  <a:lnTo>
                    <a:pt x="221382" y="33060"/>
                  </a:lnTo>
                  <a:lnTo>
                    <a:pt x="195540" y="70341"/>
                  </a:lnTo>
                  <a:lnTo>
                    <a:pt x="189157" y="50236"/>
                  </a:lnTo>
                  <a:cubicBezTo>
                    <a:pt x="183177" y="42946"/>
                    <a:pt x="174747" y="38731"/>
                    <a:pt x="164950" y="38731"/>
                  </a:cubicBezTo>
                  <a:cubicBezTo>
                    <a:pt x="135788" y="38731"/>
                    <a:pt x="111638" y="77463"/>
                    <a:pt x="111638" y="126218"/>
                  </a:cubicBezTo>
                  <a:lnTo>
                    <a:pt x="111638" y="191383"/>
                  </a:lnTo>
                  <a:lnTo>
                    <a:pt x="84096" y="231117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7" name="Google Shape;5037;p51"/>
            <p:cNvSpPr/>
            <p:nvPr/>
          </p:nvSpPr>
          <p:spPr>
            <a:xfrm rot="8713740">
              <a:off x="93508" y="4612313"/>
              <a:ext cx="141088" cy="232113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8" name="Google Shape;5038;p51"/>
            <p:cNvSpPr/>
            <p:nvPr/>
          </p:nvSpPr>
          <p:spPr>
            <a:xfrm rot="8713740">
              <a:off x="183053" y="4641575"/>
              <a:ext cx="259421" cy="250318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9" name="Google Shape;5039;p51"/>
            <p:cNvSpPr/>
            <p:nvPr/>
          </p:nvSpPr>
          <p:spPr>
            <a:xfrm rot="8716661">
              <a:off x="-14566" y="4699602"/>
              <a:ext cx="50032" cy="54276"/>
            </a:xfrm>
            <a:custGeom>
              <a:rect b="b" l="l" r="r" t="t"/>
              <a:pathLst>
                <a:path extrusionOk="0" h="54238" w="49997">
                  <a:moveTo>
                    <a:pt x="8658" y="50123"/>
                  </a:moveTo>
                  <a:cubicBezTo>
                    <a:pt x="3190" y="44655"/>
                    <a:pt x="0" y="37365"/>
                    <a:pt x="0" y="29619"/>
                  </a:cubicBezTo>
                  <a:lnTo>
                    <a:pt x="0" y="29162"/>
                  </a:lnTo>
                  <a:cubicBezTo>
                    <a:pt x="0" y="21417"/>
                    <a:pt x="3190" y="14126"/>
                    <a:pt x="8658" y="8658"/>
                  </a:cubicBezTo>
                  <a:cubicBezTo>
                    <a:pt x="14126" y="3190"/>
                    <a:pt x="21416" y="0"/>
                    <a:pt x="29163" y="0"/>
                  </a:cubicBezTo>
                  <a:cubicBezTo>
                    <a:pt x="36909" y="0"/>
                    <a:pt x="44200" y="3190"/>
                    <a:pt x="49668" y="8658"/>
                  </a:cubicBezTo>
                  <a:lnTo>
                    <a:pt x="49997" y="9441"/>
                  </a:lnTo>
                  <a:lnTo>
                    <a:pt x="18945" y="54238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0" name="Google Shape;5040;p51"/>
            <p:cNvSpPr/>
            <p:nvPr/>
          </p:nvSpPr>
          <p:spPr>
            <a:xfrm rot="8716661">
              <a:off x="-30414" y="4579725"/>
              <a:ext cx="113426" cy="71074"/>
            </a:xfrm>
            <a:custGeom>
              <a:rect b="b" l="l" r="r" t="t"/>
              <a:pathLst>
                <a:path extrusionOk="0" h="71024" w="113346">
                  <a:moveTo>
                    <a:pt x="0" y="55323"/>
                  </a:moveTo>
                  <a:lnTo>
                    <a:pt x="0" y="0"/>
                  </a:lnTo>
                  <a:lnTo>
                    <a:pt x="113346" y="0"/>
                  </a:lnTo>
                  <a:lnTo>
                    <a:pt x="64114" y="71024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1" name="Google Shape;5041;p51"/>
            <p:cNvSpPr/>
            <p:nvPr/>
          </p:nvSpPr>
          <p:spPr>
            <a:xfrm rot="8713740">
              <a:off x="71399" y="4741793"/>
              <a:ext cx="100127" cy="218460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2" name="Google Shape;5042;p51"/>
            <p:cNvSpPr/>
            <p:nvPr/>
          </p:nvSpPr>
          <p:spPr>
            <a:xfrm rot="7483339">
              <a:off x="171896" y="4933516"/>
              <a:ext cx="203990" cy="196012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170341" y="0"/>
                  </a:lnTo>
                  <a:lnTo>
                    <a:pt x="203847" y="48325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3" name="Google Shape;5043;p51"/>
            <p:cNvSpPr/>
            <p:nvPr/>
          </p:nvSpPr>
          <p:spPr>
            <a:xfrm rot="-8513943">
              <a:off x="313308" y="4906085"/>
              <a:ext cx="221989" cy="205248"/>
            </a:xfrm>
            <a:custGeom>
              <a:rect b="b" l="l" r="r" t="t"/>
              <a:pathLst>
                <a:path extrusionOk="0" h="205098" w="221827">
                  <a:moveTo>
                    <a:pt x="24153" y="55168"/>
                  </a:moveTo>
                  <a:lnTo>
                    <a:pt x="0" y="18385"/>
                  </a:lnTo>
                  <a:lnTo>
                    <a:pt x="23400" y="0"/>
                  </a:lnTo>
                  <a:lnTo>
                    <a:pt x="23735" y="46640"/>
                  </a:lnTo>
                  <a:close/>
                  <a:moveTo>
                    <a:pt x="221827" y="150928"/>
                  </a:moveTo>
                  <a:cubicBezTo>
                    <a:pt x="192582" y="176035"/>
                    <a:pt x="158785" y="193002"/>
                    <a:pt x="126574" y="204038"/>
                  </a:cubicBezTo>
                  <a:lnTo>
                    <a:pt x="122603" y="205098"/>
                  </a:lnTo>
                  <a:lnTo>
                    <a:pt x="102519" y="174512"/>
                  </a:lnTo>
                  <a:lnTo>
                    <a:pt x="103192" y="174655"/>
                  </a:lnTo>
                  <a:cubicBezTo>
                    <a:pt x="120298" y="174103"/>
                    <a:pt x="136851" y="170792"/>
                    <a:pt x="152853" y="165826"/>
                  </a:cubicBezTo>
                  <a:cubicBezTo>
                    <a:pt x="176028" y="158653"/>
                    <a:pt x="198652" y="149273"/>
                    <a:pt x="220723" y="138237"/>
                  </a:cubicBezTo>
                  <a:cubicBezTo>
                    <a:pt x="221275" y="140444"/>
                    <a:pt x="221827" y="143203"/>
                    <a:pt x="221827" y="145410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4" name="Google Shape;5044;p51"/>
            <p:cNvSpPr/>
            <p:nvPr/>
          </p:nvSpPr>
          <p:spPr>
            <a:xfrm rot="8716661">
              <a:off x="406275" y="4600545"/>
              <a:ext cx="113735" cy="117199"/>
            </a:xfrm>
            <a:custGeom>
              <a:rect b="b" l="l" r="r" t="t"/>
              <a:pathLst>
                <a:path extrusionOk="0" h="117117" w="113655">
                  <a:moveTo>
                    <a:pt x="13623" y="100559"/>
                  </a:moveTo>
                  <a:lnTo>
                    <a:pt x="0" y="68296"/>
                  </a:lnTo>
                  <a:lnTo>
                    <a:pt x="56488" y="0"/>
                  </a:lnTo>
                  <a:lnTo>
                    <a:pt x="96408" y="16856"/>
                  </a:lnTo>
                  <a:cubicBezTo>
                    <a:pt x="119404" y="38931"/>
                    <a:pt x="119404" y="76644"/>
                    <a:pt x="96408" y="99640"/>
                  </a:cubicBezTo>
                  <a:cubicBezTo>
                    <a:pt x="85370" y="110678"/>
                    <a:pt x="70653" y="117116"/>
                    <a:pt x="55015" y="117117"/>
                  </a:cubicBezTo>
                  <a:cubicBezTo>
                    <a:pt x="39378" y="117117"/>
                    <a:pt x="24661" y="111597"/>
                    <a:pt x="13623" y="100559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5" name="Google Shape;5045;p51"/>
            <p:cNvSpPr/>
            <p:nvPr/>
          </p:nvSpPr>
          <p:spPr>
            <a:xfrm rot="8713740">
              <a:off x="171620" y="4634415"/>
              <a:ext cx="54615" cy="5461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6" name="Google Shape;5046;p51"/>
            <p:cNvSpPr/>
            <p:nvPr/>
          </p:nvSpPr>
          <p:spPr>
            <a:xfrm rot="8714346">
              <a:off x="349135" y="4475223"/>
              <a:ext cx="110260" cy="11026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1198859" y="349390"/>
            <a:ext cx="7316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1B0B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3A1B0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9"/>
          <p:cNvSpPr txBox="1"/>
          <p:nvPr>
            <p:ph idx="12" type="sldNum"/>
          </p:nvPr>
        </p:nvSpPr>
        <p:spPr>
          <a:xfrm>
            <a:off x="420766" y="4767263"/>
            <a:ext cx="515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2" name="Google Shape;12;p29"/>
          <p:cNvSpPr txBox="1"/>
          <p:nvPr>
            <p:ph idx="1" type="body"/>
          </p:nvPr>
        </p:nvSpPr>
        <p:spPr>
          <a:xfrm>
            <a:off x="1198858" y="1370013"/>
            <a:ext cx="73164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36.gif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4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30.png"/><Relationship Id="rId5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5" Type="http://schemas.openxmlformats.org/officeDocument/2006/relationships/image" Target="../media/image27.png"/><Relationship Id="rId6" Type="http://schemas.openxmlformats.org/officeDocument/2006/relationships/image" Target="../media/image32.png"/><Relationship Id="rId7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Relationship Id="rId5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1.xml"/><Relationship Id="rId4" Type="http://schemas.openxmlformats.org/officeDocument/2006/relationships/image" Target="../media/image12.png"/><Relationship Id="rId5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12.png"/><Relationship Id="rId5" Type="http://schemas.openxmlformats.org/officeDocument/2006/relationships/image" Target="../media/image46.png"/><Relationship Id="rId6" Type="http://schemas.openxmlformats.org/officeDocument/2006/relationships/image" Target="../media/image35.png"/><Relationship Id="rId7" Type="http://schemas.openxmlformats.org/officeDocument/2006/relationships/image" Target="../media/image33.png"/><Relationship Id="rId8" Type="http://schemas.openxmlformats.org/officeDocument/2006/relationships/image" Target="../media/image5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46.png"/><Relationship Id="rId5" Type="http://schemas.openxmlformats.org/officeDocument/2006/relationships/image" Target="../media/image31.png"/><Relationship Id="rId6" Type="http://schemas.openxmlformats.org/officeDocument/2006/relationships/image" Target="../media/image44.png"/><Relationship Id="rId7" Type="http://schemas.openxmlformats.org/officeDocument/2006/relationships/image" Target="../media/image51.png"/><Relationship Id="rId8" Type="http://schemas.openxmlformats.org/officeDocument/2006/relationships/image" Target="../media/image4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42.png"/><Relationship Id="rId5" Type="http://schemas.openxmlformats.org/officeDocument/2006/relationships/image" Target="../media/image45.png"/><Relationship Id="rId6" Type="http://schemas.openxmlformats.org/officeDocument/2006/relationships/image" Target="../media/image43.png"/><Relationship Id="rId7" Type="http://schemas.openxmlformats.org/officeDocument/2006/relationships/image" Target="../media/image3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45.png"/><Relationship Id="rId9" Type="http://schemas.openxmlformats.org/officeDocument/2006/relationships/image" Target="../media/image47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6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48.png"/><Relationship Id="rId5" Type="http://schemas.openxmlformats.org/officeDocument/2006/relationships/image" Target="../media/image45.png"/><Relationship Id="rId6" Type="http://schemas.openxmlformats.org/officeDocument/2006/relationships/image" Target="../media/image59.png"/><Relationship Id="rId7" Type="http://schemas.openxmlformats.org/officeDocument/2006/relationships/image" Target="../media/image5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5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5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Relationship Id="rId4" Type="http://schemas.openxmlformats.org/officeDocument/2006/relationships/image" Target="../media/image57.png"/><Relationship Id="rId5" Type="http://schemas.openxmlformats.org/officeDocument/2006/relationships/image" Target="../media/image87.png"/><Relationship Id="rId6" Type="http://schemas.openxmlformats.org/officeDocument/2006/relationships/image" Target="../media/image72.png"/><Relationship Id="rId7" Type="http://schemas.openxmlformats.org/officeDocument/2006/relationships/image" Target="../media/image5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Relationship Id="rId4" Type="http://schemas.openxmlformats.org/officeDocument/2006/relationships/image" Target="../media/image6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Relationship Id="rId4" Type="http://schemas.openxmlformats.org/officeDocument/2006/relationships/image" Target="../media/image65.png"/><Relationship Id="rId9" Type="http://schemas.openxmlformats.org/officeDocument/2006/relationships/image" Target="../media/image106.png"/><Relationship Id="rId5" Type="http://schemas.openxmlformats.org/officeDocument/2006/relationships/image" Target="../media/image76.png"/><Relationship Id="rId6" Type="http://schemas.openxmlformats.org/officeDocument/2006/relationships/image" Target="../media/image56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Relationship Id="rId4" Type="http://schemas.openxmlformats.org/officeDocument/2006/relationships/image" Target="../media/image60.png"/><Relationship Id="rId5" Type="http://schemas.openxmlformats.org/officeDocument/2006/relationships/image" Target="../media/image84.png"/><Relationship Id="rId6" Type="http://schemas.openxmlformats.org/officeDocument/2006/relationships/image" Target="../media/image7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Relationship Id="rId4" Type="http://schemas.openxmlformats.org/officeDocument/2006/relationships/image" Target="../media/image64.png"/><Relationship Id="rId5" Type="http://schemas.openxmlformats.org/officeDocument/2006/relationships/image" Target="../media/image79.png"/><Relationship Id="rId6" Type="http://schemas.openxmlformats.org/officeDocument/2006/relationships/image" Target="../media/image67.png"/><Relationship Id="rId7" Type="http://schemas.openxmlformats.org/officeDocument/2006/relationships/image" Target="../media/image7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Relationship Id="rId4" Type="http://schemas.openxmlformats.org/officeDocument/2006/relationships/image" Target="../media/image68.png"/><Relationship Id="rId5" Type="http://schemas.openxmlformats.org/officeDocument/2006/relationships/image" Target="../media/image71.png"/><Relationship Id="rId6" Type="http://schemas.openxmlformats.org/officeDocument/2006/relationships/image" Target="../media/image81.png"/><Relationship Id="rId7" Type="http://schemas.openxmlformats.org/officeDocument/2006/relationships/image" Target="../media/image7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Relationship Id="rId4" Type="http://schemas.openxmlformats.org/officeDocument/2006/relationships/image" Target="../media/image77.png"/><Relationship Id="rId5" Type="http://schemas.openxmlformats.org/officeDocument/2006/relationships/image" Target="../media/image69.png"/><Relationship Id="rId6" Type="http://schemas.openxmlformats.org/officeDocument/2006/relationships/image" Target="../media/image85.png"/><Relationship Id="rId7" Type="http://schemas.openxmlformats.org/officeDocument/2006/relationships/image" Target="../media/image83.png"/><Relationship Id="rId8" Type="http://schemas.openxmlformats.org/officeDocument/2006/relationships/image" Target="../media/image8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Relationship Id="rId4" Type="http://schemas.openxmlformats.org/officeDocument/2006/relationships/image" Target="../media/image78.png"/><Relationship Id="rId5" Type="http://schemas.openxmlformats.org/officeDocument/2006/relationships/image" Target="../media/image82.png"/><Relationship Id="rId6" Type="http://schemas.openxmlformats.org/officeDocument/2006/relationships/image" Target="../media/image7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Relationship Id="rId4" Type="http://schemas.openxmlformats.org/officeDocument/2006/relationships/image" Target="../media/image78.png"/><Relationship Id="rId5" Type="http://schemas.openxmlformats.org/officeDocument/2006/relationships/image" Target="../media/image89.png"/><Relationship Id="rId6" Type="http://schemas.openxmlformats.org/officeDocument/2006/relationships/image" Target="../media/image99.png"/><Relationship Id="rId7" Type="http://schemas.openxmlformats.org/officeDocument/2006/relationships/image" Target="../media/image168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Relationship Id="rId4" Type="http://schemas.openxmlformats.org/officeDocument/2006/relationships/image" Target="../media/image46.png"/><Relationship Id="rId9" Type="http://schemas.openxmlformats.org/officeDocument/2006/relationships/image" Target="../media/image86.png"/><Relationship Id="rId5" Type="http://schemas.openxmlformats.org/officeDocument/2006/relationships/image" Target="../media/image88.png"/><Relationship Id="rId6" Type="http://schemas.openxmlformats.org/officeDocument/2006/relationships/image" Target="../media/image94.png"/><Relationship Id="rId7" Type="http://schemas.openxmlformats.org/officeDocument/2006/relationships/image" Target="../media/image33.png"/><Relationship Id="rId8" Type="http://schemas.openxmlformats.org/officeDocument/2006/relationships/image" Target="../media/image96.png"/></Relationships>
</file>

<file path=ppt/slides/_rels/slide34.xml.rels><?xml version="1.0" encoding="UTF-8" standalone="yes"?><Relationships xmlns="http://schemas.openxmlformats.org/package/2006/relationships"><Relationship Id="rId11" Type="http://schemas.openxmlformats.org/officeDocument/2006/relationships/image" Target="../media/image97.png"/><Relationship Id="rId10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Relationship Id="rId4" Type="http://schemas.openxmlformats.org/officeDocument/2006/relationships/image" Target="../media/image46.png"/><Relationship Id="rId9" Type="http://schemas.openxmlformats.org/officeDocument/2006/relationships/image" Target="../media/image90.png"/><Relationship Id="rId5" Type="http://schemas.openxmlformats.org/officeDocument/2006/relationships/image" Target="../media/image88.png"/><Relationship Id="rId6" Type="http://schemas.openxmlformats.org/officeDocument/2006/relationships/image" Target="../media/image96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png"/><Relationship Id="rId4" Type="http://schemas.openxmlformats.org/officeDocument/2006/relationships/image" Target="../media/image100.png"/><Relationship Id="rId9" Type="http://schemas.openxmlformats.org/officeDocument/2006/relationships/image" Target="../media/image98.png"/><Relationship Id="rId5" Type="http://schemas.openxmlformats.org/officeDocument/2006/relationships/image" Target="../media/image93.png"/><Relationship Id="rId6" Type="http://schemas.openxmlformats.org/officeDocument/2006/relationships/image" Target="../media/image101.png"/><Relationship Id="rId7" Type="http://schemas.openxmlformats.org/officeDocument/2006/relationships/image" Target="../media/image94.png"/><Relationship Id="rId8" Type="http://schemas.openxmlformats.org/officeDocument/2006/relationships/image" Target="../media/image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png"/><Relationship Id="rId4" Type="http://schemas.openxmlformats.org/officeDocument/2006/relationships/image" Target="../media/image100.png"/><Relationship Id="rId9" Type="http://schemas.openxmlformats.org/officeDocument/2006/relationships/image" Target="../media/image119.png"/><Relationship Id="rId5" Type="http://schemas.openxmlformats.org/officeDocument/2006/relationships/image" Target="../media/image93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98.png"/></Relationships>
</file>

<file path=ppt/slides/_rels/slide3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0.png"/><Relationship Id="rId10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.png"/><Relationship Id="rId4" Type="http://schemas.openxmlformats.org/officeDocument/2006/relationships/image" Target="../media/image109.png"/><Relationship Id="rId9" Type="http://schemas.openxmlformats.org/officeDocument/2006/relationships/image" Target="../media/image105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107.png"/><Relationship Id="rId8" Type="http://schemas.openxmlformats.org/officeDocument/2006/relationships/image" Target="../media/image11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.png"/><Relationship Id="rId4" Type="http://schemas.openxmlformats.org/officeDocument/2006/relationships/image" Target="../media/image10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png"/><Relationship Id="rId4" Type="http://schemas.openxmlformats.org/officeDocument/2006/relationships/image" Target="../media/image110.png"/><Relationship Id="rId5" Type="http://schemas.openxmlformats.org/officeDocument/2006/relationships/image" Target="../media/image115.png"/><Relationship Id="rId6" Type="http://schemas.openxmlformats.org/officeDocument/2006/relationships/image" Target="../media/image129.png"/><Relationship Id="rId7" Type="http://schemas.openxmlformats.org/officeDocument/2006/relationships/image" Target="../media/image11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.png"/><Relationship Id="rId4" Type="http://schemas.openxmlformats.org/officeDocument/2006/relationships/image" Target="../media/image128.png"/><Relationship Id="rId5" Type="http://schemas.openxmlformats.org/officeDocument/2006/relationships/image" Target="../media/image12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.png"/><Relationship Id="rId4" Type="http://schemas.openxmlformats.org/officeDocument/2006/relationships/image" Target="../media/image112.png"/><Relationship Id="rId5" Type="http://schemas.openxmlformats.org/officeDocument/2006/relationships/image" Target="../media/image11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2.png"/><Relationship Id="rId4" Type="http://schemas.openxmlformats.org/officeDocument/2006/relationships/image" Target="../media/image121.png"/><Relationship Id="rId5" Type="http://schemas.openxmlformats.org/officeDocument/2006/relationships/image" Target="../media/image13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2.png"/><Relationship Id="rId4" Type="http://schemas.openxmlformats.org/officeDocument/2006/relationships/image" Target="../media/image140.png"/><Relationship Id="rId5" Type="http://schemas.openxmlformats.org/officeDocument/2006/relationships/image" Target="../media/image127.png"/><Relationship Id="rId6" Type="http://schemas.openxmlformats.org/officeDocument/2006/relationships/image" Target="../media/image11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2.png"/><Relationship Id="rId4" Type="http://schemas.openxmlformats.org/officeDocument/2006/relationships/image" Target="../media/image117.png"/><Relationship Id="rId5" Type="http://schemas.openxmlformats.org/officeDocument/2006/relationships/image" Target="../media/image12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2.png"/><Relationship Id="rId4" Type="http://schemas.openxmlformats.org/officeDocument/2006/relationships/image" Target="../media/image126.png"/><Relationship Id="rId5" Type="http://schemas.openxmlformats.org/officeDocument/2006/relationships/image" Target="../media/image138.png"/><Relationship Id="rId6" Type="http://schemas.openxmlformats.org/officeDocument/2006/relationships/image" Target="../media/image12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2.png"/><Relationship Id="rId4" Type="http://schemas.openxmlformats.org/officeDocument/2006/relationships/image" Target="../media/image13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2.png"/><Relationship Id="rId4" Type="http://schemas.openxmlformats.org/officeDocument/2006/relationships/image" Target="../media/image131.png"/><Relationship Id="rId5" Type="http://schemas.openxmlformats.org/officeDocument/2006/relationships/image" Target="../media/image135.png"/><Relationship Id="rId6" Type="http://schemas.openxmlformats.org/officeDocument/2006/relationships/image" Target="../media/image141.png"/><Relationship Id="rId7" Type="http://schemas.openxmlformats.org/officeDocument/2006/relationships/image" Target="../media/image13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2.png"/><Relationship Id="rId4" Type="http://schemas.openxmlformats.org/officeDocument/2006/relationships/image" Target="../media/image143.png"/><Relationship Id="rId5" Type="http://schemas.openxmlformats.org/officeDocument/2006/relationships/image" Target="../media/image141.png"/><Relationship Id="rId6" Type="http://schemas.openxmlformats.org/officeDocument/2006/relationships/image" Target="../media/image13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2.png"/><Relationship Id="rId4" Type="http://schemas.openxmlformats.org/officeDocument/2006/relationships/image" Target="../media/image135.png"/><Relationship Id="rId5" Type="http://schemas.openxmlformats.org/officeDocument/2006/relationships/image" Target="../media/image134.png"/><Relationship Id="rId6" Type="http://schemas.openxmlformats.org/officeDocument/2006/relationships/image" Target="../media/image146.png"/><Relationship Id="rId7" Type="http://schemas.openxmlformats.org/officeDocument/2006/relationships/image" Target="../media/image13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2.png"/><Relationship Id="rId4" Type="http://schemas.openxmlformats.org/officeDocument/2006/relationships/image" Target="../media/image147.png"/><Relationship Id="rId5" Type="http://schemas.openxmlformats.org/officeDocument/2006/relationships/image" Target="../media/image14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2.png"/><Relationship Id="rId4" Type="http://schemas.openxmlformats.org/officeDocument/2006/relationships/hyperlink" Target="https://docs.google.com/spreadsheets/d/1LiImGhiuIrSxVgEpkr-_PDmuLRGd5js-/edit?usp=sharing&amp;ouid=111536693129212534049&amp;rtpof=true&amp;sd=true" TargetMode="Externa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2.png"/><Relationship Id="rId4" Type="http://schemas.openxmlformats.org/officeDocument/2006/relationships/image" Target="../media/image173.jpg"/><Relationship Id="rId5" Type="http://schemas.openxmlformats.org/officeDocument/2006/relationships/image" Target="../media/image168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2.png"/><Relationship Id="rId4" Type="http://schemas.openxmlformats.org/officeDocument/2006/relationships/image" Target="../media/image151.jpg"/><Relationship Id="rId5" Type="http://schemas.openxmlformats.org/officeDocument/2006/relationships/image" Target="../media/image165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2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2.png"/><Relationship Id="rId4" Type="http://schemas.openxmlformats.org/officeDocument/2006/relationships/image" Target="../media/image161.png"/><Relationship Id="rId5" Type="http://schemas.openxmlformats.org/officeDocument/2006/relationships/image" Target="../media/image154.png"/></Relationships>
</file>

<file path=ppt/slides/_rels/slide6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4.png"/><Relationship Id="rId10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2.png"/><Relationship Id="rId4" Type="http://schemas.openxmlformats.org/officeDocument/2006/relationships/image" Target="../media/image155.png"/><Relationship Id="rId9" Type="http://schemas.openxmlformats.org/officeDocument/2006/relationships/image" Target="../media/image157.png"/><Relationship Id="rId5" Type="http://schemas.openxmlformats.org/officeDocument/2006/relationships/image" Target="../media/image153.png"/><Relationship Id="rId6" Type="http://schemas.openxmlformats.org/officeDocument/2006/relationships/image" Target="../media/image156.png"/><Relationship Id="rId7" Type="http://schemas.openxmlformats.org/officeDocument/2006/relationships/image" Target="../media/image152.png"/><Relationship Id="rId8" Type="http://schemas.openxmlformats.org/officeDocument/2006/relationships/image" Target="../media/image148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2.png"/><Relationship Id="rId4" Type="http://schemas.openxmlformats.org/officeDocument/2006/relationships/image" Target="../media/image169.png"/><Relationship Id="rId5" Type="http://schemas.openxmlformats.org/officeDocument/2006/relationships/image" Target="../media/image159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2.png"/><Relationship Id="rId4" Type="http://schemas.openxmlformats.org/officeDocument/2006/relationships/image" Target="../media/image163.png"/><Relationship Id="rId5" Type="http://schemas.openxmlformats.org/officeDocument/2006/relationships/image" Target="../media/image166.png"/><Relationship Id="rId6" Type="http://schemas.openxmlformats.org/officeDocument/2006/relationships/image" Target="../media/image160.png"/><Relationship Id="rId7" Type="http://schemas.openxmlformats.org/officeDocument/2006/relationships/image" Target="../media/image170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2.png"/><Relationship Id="rId4" Type="http://schemas.openxmlformats.org/officeDocument/2006/relationships/image" Target="../media/image162.gif"/><Relationship Id="rId9" Type="http://schemas.openxmlformats.org/officeDocument/2006/relationships/image" Target="../media/image172.png"/><Relationship Id="rId5" Type="http://schemas.openxmlformats.org/officeDocument/2006/relationships/image" Target="../media/image144.png"/><Relationship Id="rId6" Type="http://schemas.openxmlformats.org/officeDocument/2006/relationships/image" Target="../media/image175.jpg"/><Relationship Id="rId7" Type="http://schemas.openxmlformats.org/officeDocument/2006/relationships/image" Target="../media/image174.jpg"/><Relationship Id="rId8" Type="http://schemas.openxmlformats.org/officeDocument/2006/relationships/image" Target="../media/image167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comments" Target="../comments/comment2.xml"/><Relationship Id="rId4" Type="http://schemas.openxmlformats.org/officeDocument/2006/relationships/image" Target="../media/image12.png"/><Relationship Id="rId5" Type="http://schemas.openxmlformats.org/officeDocument/2006/relationships/image" Target="../media/image17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0" name="Shape 5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1" name="Google Shape;5051;p1"/>
          <p:cNvSpPr txBox="1"/>
          <p:nvPr>
            <p:ph idx="4294967295" type="sldNum"/>
          </p:nvPr>
        </p:nvSpPr>
        <p:spPr>
          <a:xfrm>
            <a:off x="0" y="3148013"/>
            <a:ext cx="444500" cy="1995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052" name="Google Shape;5052;p1"/>
          <p:cNvSpPr txBox="1"/>
          <p:nvPr/>
        </p:nvSpPr>
        <p:spPr>
          <a:xfrm>
            <a:off x="2622550" y="220258"/>
            <a:ext cx="6521400" cy="470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lang="fr-FR" sz="2800">
                <a:solidFill>
                  <a:schemeClr val="dk2"/>
                </a:solidFill>
              </a:rPr>
              <a:t>EXPOSÉ</a:t>
            </a:r>
            <a:r>
              <a:rPr b="1" i="0" lang="fr-FR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DE CONCEPTION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PROJET SAE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b="1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KART </a:t>
            </a:r>
            <a:r>
              <a:rPr b="1" lang="fr-FR" sz="2000">
                <a:solidFill>
                  <a:schemeClr val="dk1"/>
                </a:solidFill>
              </a:rPr>
              <a:t>À</a:t>
            </a:r>
            <a:r>
              <a:rPr b="1" i="0" lang="fr-F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-FR" sz="2000">
                <a:solidFill>
                  <a:schemeClr val="dk1"/>
                </a:solidFill>
              </a:rPr>
              <a:t>HÉLICE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Groupe : A</a:t>
            </a:r>
            <a:r>
              <a:rPr b="1" lang="fr-FR" sz="1600">
                <a:solidFill>
                  <a:schemeClr val="dk1"/>
                </a:solidFill>
              </a:rPr>
              <a:t>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b="1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Equipe : n°</a:t>
            </a:r>
            <a:r>
              <a:rPr b="1" lang="fr-FR" sz="1600">
                <a:solidFill>
                  <a:schemeClr val="dk1"/>
                </a:solidFill>
              </a:rPr>
              <a:t>12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b="1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Equipier n°1/2 </a:t>
            </a: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bleu foncé</a:t>
            </a:r>
            <a:r>
              <a:rPr b="1" i="0" lang="fr-FR" sz="16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fr-FR" sz="1600">
                <a:solidFill>
                  <a:schemeClr val="dk1"/>
                </a:solidFill>
              </a:rPr>
              <a:t>LEROY - Gabin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Equipier n°3/4 </a:t>
            </a: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bleu clair</a:t>
            </a:r>
            <a:r>
              <a:rPr b="1" i="0" lang="fr-FR" sz="16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fr-FR" sz="1600">
                <a:solidFill>
                  <a:schemeClr val="dk1"/>
                </a:solidFill>
              </a:rPr>
              <a:t>REBEL</a:t>
            </a: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b="1" lang="fr-FR" sz="1600">
                <a:solidFill>
                  <a:schemeClr val="dk1"/>
                </a:solidFill>
              </a:rPr>
              <a:t>Gabriel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b="1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Equipier n°5/6 </a:t>
            </a: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rouge foncé</a:t>
            </a: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b="1" lang="fr-FR" sz="1600">
                <a:solidFill>
                  <a:schemeClr val="dk1"/>
                </a:solidFill>
              </a:rPr>
              <a:t>VULLIEZ</a:t>
            </a: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b="1" lang="fr-FR" sz="1600">
                <a:solidFill>
                  <a:schemeClr val="dk1"/>
                </a:solidFill>
              </a:rPr>
              <a:t>Mattéo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"/>
              <a:buFont typeface="Arial"/>
              <a:buNone/>
            </a:pPr>
            <a:r>
              <a:t/>
            </a:r>
            <a:endParaRPr b="1" i="0" sz="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Equipier n°7/8 </a:t>
            </a: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rouge clair</a:t>
            </a: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b="1" lang="fr-FR" sz="1600">
                <a:solidFill>
                  <a:schemeClr val="dk1"/>
                </a:solidFill>
              </a:rPr>
              <a:t>BOUIHED</a:t>
            </a: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b="1" lang="fr-FR" sz="1600">
                <a:solidFill>
                  <a:schemeClr val="dk1"/>
                </a:solidFill>
              </a:rPr>
              <a:t>Younès</a:t>
            </a:r>
            <a:endParaRPr b="1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53" name="Google Shape;505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108" y="98686"/>
            <a:ext cx="2222700" cy="329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4" name="Google Shape;505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108" y="4615823"/>
            <a:ext cx="685436" cy="4133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of mario driving a go kart (Provided by Tenor)" id="5055" name="Google Shape;5055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100" y="957925"/>
            <a:ext cx="1582025" cy="1282725"/>
          </a:xfrm>
          <a:prstGeom prst="rect">
            <a:avLst/>
          </a:prstGeom>
          <a:noFill/>
          <a:ln>
            <a:noFill/>
          </a:ln>
        </p:spPr>
      </p:pic>
      <p:sp>
        <p:nvSpPr>
          <p:cNvPr id="5056" name="Google Shape;5056;p1"/>
          <p:cNvSpPr/>
          <p:nvPr/>
        </p:nvSpPr>
        <p:spPr>
          <a:xfrm>
            <a:off x="970271" y="867649"/>
            <a:ext cx="1347989" cy="85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57" name="Google Shape;5057;p1"/>
          <p:cNvPicPr preferRelativeResize="0"/>
          <p:nvPr/>
        </p:nvPicPr>
        <p:blipFill rotWithShape="1">
          <a:blip r:embed="rId6">
            <a:alphaModFix/>
          </a:blip>
          <a:srcRect b="0" l="0" r="27933" t="0"/>
          <a:stretch/>
        </p:blipFill>
        <p:spPr>
          <a:xfrm>
            <a:off x="2674074" y="1388203"/>
            <a:ext cx="1721651" cy="108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1" name="Shape 5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2" name="Google Shape;5062;p2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063" name="Google Shape;5063;p2"/>
          <p:cNvSpPr txBox="1"/>
          <p:nvPr>
            <p:ph type="title"/>
          </p:nvPr>
        </p:nvSpPr>
        <p:spPr>
          <a:xfrm>
            <a:off x="2854011" y="195438"/>
            <a:ext cx="34275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Plan de l’exposé</a:t>
            </a:r>
            <a:endParaRPr/>
          </a:p>
        </p:txBody>
      </p:sp>
      <p:sp>
        <p:nvSpPr>
          <p:cNvPr id="5064" name="Google Shape;5064;p2"/>
          <p:cNvSpPr txBox="1"/>
          <p:nvPr>
            <p:ph idx="1" type="body"/>
          </p:nvPr>
        </p:nvSpPr>
        <p:spPr>
          <a:xfrm>
            <a:off x="2429048" y="723949"/>
            <a:ext cx="4933916" cy="41107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rPr lang="fr-FR" sz="1600"/>
              <a:t>I.</a:t>
            </a:r>
            <a:r>
              <a:rPr lang="fr-FR" sz="1600">
                <a:solidFill>
                  <a:schemeClr val="dk1"/>
                </a:solidFill>
              </a:rPr>
              <a:t> Contexte et Cahier Des Charges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rPr lang="fr-FR" sz="1600"/>
              <a:t>II.</a:t>
            </a:r>
            <a:r>
              <a:rPr lang="fr-FR" sz="1600">
                <a:solidFill>
                  <a:schemeClr val="dk1"/>
                </a:solidFill>
              </a:rPr>
              <a:t> Conception préliminaire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1. </a:t>
            </a:r>
            <a:r>
              <a:rPr lang="fr-FR" sz="1400"/>
              <a:t>Synoptique Electronique Emetteur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2.</a:t>
            </a:r>
            <a:r>
              <a:rPr lang="fr-FR" sz="1400"/>
              <a:t> Synoptique </a:t>
            </a:r>
            <a:r>
              <a:rPr lang="fr-FR" sz="1400"/>
              <a:t>Électronique</a:t>
            </a:r>
            <a:r>
              <a:rPr lang="fr-FR" sz="1400"/>
              <a:t> Récepteur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3.</a:t>
            </a:r>
            <a:r>
              <a:rPr lang="fr-FR" sz="1400"/>
              <a:t> Synoptique Informatique </a:t>
            </a:r>
            <a:r>
              <a:rPr lang="fr-FR" sz="1400"/>
              <a:t>Émetteur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4.</a:t>
            </a:r>
            <a:r>
              <a:rPr lang="fr-FR" sz="1400"/>
              <a:t> Synoptique Informatique Récepteur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rPr lang="fr-FR" sz="1600"/>
              <a:t>III.</a:t>
            </a:r>
            <a:r>
              <a:rPr lang="fr-FR" sz="1600">
                <a:solidFill>
                  <a:schemeClr val="dk1"/>
                </a:solidFill>
              </a:rPr>
              <a:t> Conception détaillée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1. </a:t>
            </a:r>
            <a:r>
              <a:rPr lang="fr-FR" sz="1400"/>
              <a:t>Electronique Emetteur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2.</a:t>
            </a:r>
            <a:r>
              <a:rPr lang="fr-FR" sz="1400"/>
              <a:t> </a:t>
            </a:r>
            <a:r>
              <a:rPr lang="fr-FR" sz="1400"/>
              <a:t>Électronique</a:t>
            </a:r>
            <a:r>
              <a:rPr lang="fr-FR" sz="1400"/>
              <a:t> Récepteur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3.</a:t>
            </a:r>
            <a:r>
              <a:rPr lang="fr-FR" sz="1400"/>
              <a:t> Informatique </a:t>
            </a:r>
            <a:r>
              <a:rPr lang="fr-FR" sz="1400"/>
              <a:t>Émetteur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4.</a:t>
            </a:r>
            <a:r>
              <a:rPr lang="fr-FR" sz="1400"/>
              <a:t> Informatique Récepteur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rPr lang="fr-FR" sz="1600"/>
              <a:t>IV.</a:t>
            </a:r>
            <a:r>
              <a:rPr lang="fr-FR" sz="1600">
                <a:solidFill>
                  <a:schemeClr val="dk1"/>
                </a:solidFill>
              </a:rPr>
              <a:t> Plans de Fabrication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1. </a:t>
            </a:r>
            <a:r>
              <a:rPr lang="fr-FR" sz="1400"/>
              <a:t>Schéma électrique du produit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2.</a:t>
            </a:r>
            <a:r>
              <a:rPr lang="fr-FR" sz="1400"/>
              <a:t> Nomenclature chiffrée du produit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3.</a:t>
            </a:r>
            <a:r>
              <a:rPr lang="fr-FR" sz="1400"/>
              <a:t> Typons et plans du produit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4.</a:t>
            </a:r>
            <a:r>
              <a:rPr lang="fr-FR" sz="1400"/>
              <a:t> Protocole de fabrication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5.</a:t>
            </a:r>
            <a:r>
              <a:rPr lang="fr-FR" sz="1400"/>
              <a:t> Caractéristiques des fichiers informatiques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6.</a:t>
            </a:r>
            <a:r>
              <a:rPr lang="fr-FR" sz="1400"/>
              <a:t> Protocole de téléchargement informatique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rPr lang="fr-FR" sz="1600"/>
              <a:t>V.</a:t>
            </a:r>
            <a:r>
              <a:rPr lang="fr-FR" sz="1600">
                <a:solidFill>
                  <a:schemeClr val="dk1"/>
                </a:solidFill>
              </a:rPr>
              <a:t> Conclusion et perspectives</a:t>
            </a:r>
            <a:endParaRPr/>
          </a:p>
        </p:txBody>
      </p:sp>
      <p:pic>
        <p:nvPicPr>
          <p:cNvPr id="5065" name="Google Shape;506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9" name="Shape 5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0" name="Google Shape;5070;p3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071" name="Google Shape;5071;p3"/>
          <p:cNvSpPr txBox="1"/>
          <p:nvPr>
            <p:ph type="title"/>
          </p:nvPr>
        </p:nvSpPr>
        <p:spPr>
          <a:xfrm>
            <a:off x="1200972" y="216762"/>
            <a:ext cx="56091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I. Contexte et Cahier des Charges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5072" name="Google Shape;507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073" name="Google Shape;5073;p3"/>
          <p:cNvSpPr txBox="1"/>
          <p:nvPr>
            <p:ph idx="1" type="body"/>
          </p:nvPr>
        </p:nvSpPr>
        <p:spPr>
          <a:xfrm>
            <a:off x="4208904" y="1008800"/>
            <a:ext cx="44946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  <a:extLst>
                <a:ext uri="http://customooxmlschemas.google.com/">
                  <go:slidesCustomData xmlns:go="http://customooxmlschemas.google.com/" textRoundtripDataId="0"/>
                </a:ext>
              </a:extLs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rPr b="0" lang="fr-FR" sz="1100">
                <a:solidFill>
                  <a:schemeClr val="lt2"/>
                </a:solidFill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L’entreprise </a:t>
            </a:r>
            <a:r>
              <a:rPr lang="fr-FR" sz="1100">
                <a:solidFill>
                  <a:schemeClr val="lt2"/>
                </a:solidFill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Toy Corporation</a:t>
            </a:r>
            <a:r>
              <a:rPr b="0" lang="fr-FR" sz="1100">
                <a:solidFill>
                  <a:schemeClr val="lt2"/>
                </a:solidFill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 souhaite développer un </a:t>
            </a:r>
            <a:r>
              <a:rPr lang="fr-FR" sz="1100">
                <a:solidFill>
                  <a:schemeClr val="lt2"/>
                </a:solidFill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kart miniature à hélice</a:t>
            </a:r>
            <a:r>
              <a:rPr b="0" lang="fr-FR" sz="1100">
                <a:solidFill>
                  <a:schemeClr val="lt2"/>
                </a:solidFill>
                <a:extLst>
                  <a:ext uri="http://customooxmlschemas.google.com/">
                    <go:slidesCustomData xmlns:go="http://customooxmlschemas.google.com/" textRoundtripDataId="5"/>
                  </a:ext>
                </a:extLst>
              </a:rPr>
              <a:t>, destiné à un usage </a:t>
            </a:r>
            <a:r>
              <a:rPr lang="fr-FR" sz="1100">
                <a:solidFill>
                  <a:schemeClr val="lt2"/>
                </a:solidFill>
                <a:extLst>
                  <a:ext uri="http://customooxmlschemas.google.com/">
                    <go:slidesCustomData xmlns:go="http://customooxmlschemas.google.com/" textRoundtripDataId="6"/>
                  </a:ext>
                </a:extLst>
              </a:rPr>
              <a:t>intérieur</a:t>
            </a:r>
            <a:r>
              <a:rPr b="0" lang="fr-FR" sz="1100">
                <a:solidFill>
                  <a:schemeClr val="lt2"/>
                </a:solidFill>
                <a:extLst>
                  <a:ext uri="http://customooxmlschemas.google.com/">
                    <go:slidesCustomData xmlns:go="http://customooxmlschemas.google.com/" textRoundtripDataId="7"/>
                  </a:ext>
                </a:extLst>
              </a:rPr>
              <a:t> (salon, gymnase…). L’objectif est de proposer un </a:t>
            </a:r>
            <a:r>
              <a:rPr lang="fr-FR" sz="1100">
                <a:solidFill>
                  <a:schemeClr val="lt2"/>
                </a:solidFill>
                <a:extLst>
                  <a:ext uri="http://customooxmlschemas.google.com/">
                    <go:slidesCustomData xmlns:go="http://customooxmlschemas.google.com/" textRoundtripDataId="8"/>
                  </a:ext>
                </a:extLst>
              </a:rPr>
              <a:t>produit grand public</a:t>
            </a:r>
            <a:r>
              <a:rPr b="0" lang="fr-FR" sz="1100">
                <a:solidFill>
                  <a:schemeClr val="lt2"/>
                </a:solidFill>
                <a:extLst>
                  <a:ext uri="http://customooxmlschemas.google.com/">
                    <go:slidesCustomData xmlns:go="http://customooxmlschemas.google.com/" textRoundtripDataId="9"/>
                  </a:ext>
                </a:extLst>
              </a:rPr>
              <a:t>, accessible, peu coûteux, facile à utiliser et à produire en série. Le projet respecte les normes de qualité </a:t>
            </a:r>
            <a:r>
              <a:rPr lang="fr-FR" sz="1100">
                <a:solidFill>
                  <a:schemeClr val="lt2"/>
                </a:solidFill>
                <a:extLst>
                  <a:ext uri="http://customooxmlschemas.google.com/">
                    <go:slidesCustomData xmlns:go="http://customooxmlschemas.google.com/" textRoundtripDataId="10"/>
                  </a:ext>
                </a:extLst>
              </a:rPr>
              <a:t>ISO9001</a:t>
            </a:r>
            <a:r>
              <a:rPr b="0" lang="fr-FR" sz="1100">
                <a:solidFill>
                  <a:schemeClr val="lt2"/>
                </a:solidFill>
                <a:extLst>
                  <a:ext uri="http://customooxmlschemas.google.com/">
                    <go:slidesCustomData xmlns:go="http://customooxmlschemas.google.com/" textRoundtripDataId="11"/>
                  </a:ext>
                </a:extLst>
              </a:rPr>
              <a:t>, garantissant la </a:t>
            </a:r>
            <a:r>
              <a:rPr lang="fr-FR" sz="1100">
                <a:solidFill>
                  <a:schemeClr val="lt2"/>
                </a:solidFill>
                <a:extLst>
                  <a:ext uri="http://customooxmlschemas.google.com/">
                    <go:slidesCustomData xmlns:go="http://customooxmlschemas.google.com/" textRoundtripDataId="12"/>
                  </a:ext>
                </a:extLst>
              </a:rPr>
              <a:t>satisfaction client</a:t>
            </a:r>
            <a:r>
              <a:rPr b="0" lang="fr-FR" sz="1100">
                <a:solidFill>
                  <a:schemeClr val="lt2"/>
                </a:solidFill>
                <a:extLst>
                  <a:ext uri="http://customooxmlschemas.google.com/">
                    <go:slidesCustomData xmlns:go="http://customooxmlschemas.google.com/" textRoundtripDataId="13"/>
                  </a:ext>
                </a:extLst>
              </a:rPr>
              <a:t>.</a:t>
            </a:r>
            <a:endParaRPr b="0" sz="1100">
              <a:solidFill>
                <a:schemeClr val="lt2"/>
              </a:solidFill>
              <a:extLst>
                <a:ext uri="http://customooxmlschemas.google.com/">
                  <go:slidesCustomData xmlns:go="http://customooxmlschemas.google.com/" textRoundtripDataId="14"/>
                </a:ext>
              </a:extLs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rPr b="0" lang="fr-FR" sz="1100">
                <a:solidFill>
                  <a:schemeClr val="lt2"/>
                </a:solidFill>
                <a:extLst>
                  <a:ext uri="http://customooxmlschemas.google.com/">
                    <go:slidesCustomData xmlns:go="http://customooxmlschemas.google.com/" textRoundtripDataId="15"/>
                  </a:ext>
                </a:extLst>
              </a:rPr>
              <a:t>Le produit est divisé en deux parties :</a:t>
            </a:r>
            <a:endParaRPr b="0" sz="1100">
              <a:solidFill>
                <a:schemeClr val="lt2"/>
              </a:solidFill>
              <a:extLst>
                <a:ext uri="http://customooxmlschemas.google.com/">
                  <go:slidesCustomData xmlns:go="http://customooxmlschemas.google.com/" textRoundtripDataId="16"/>
                </a:ext>
              </a:extLs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</a:pPr>
            <a:r>
              <a:rPr lang="fr-FR" sz="1100">
                <a:solidFill>
                  <a:schemeClr val="lt2"/>
                </a:solidFill>
                <a:extLst>
                  <a:ext uri="http://customooxmlschemas.google.com/">
                    <go:slidesCustomData xmlns:go="http://customooxmlschemas.google.com/" textRoundtripDataId="17"/>
                  </a:ext>
                </a:extLst>
              </a:rPr>
              <a:t>L’émetteur</a:t>
            </a:r>
            <a:r>
              <a:rPr b="0" lang="fr-FR" sz="1100">
                <a:solidFill>
                  <a:schemeClr val="lt2"/>
                </a:solidFill>
                <a:extLst>
                  <a:ext uri="http://customooxmlschemas.google.com/">
                    <go:slidesCustomData xmlns:go="http://customooxmlschemas.google.com/" textRoundtripDataId="18"/>
                  </a:ext>
                </a:extLst>
              </a:rPr>
              <a:t> : la télécommande pilotée par l’utilisateur.</a:t>
            </a:r>
            <a:endParaRPr b="0" sz="1100">
              <a:solidFill>
                <a:schemeClr val="lt2"/>
              </a:solidFill>
              <a:extLst>
                <a:ext uri="http://customooxmlschemas.google.com/">
                  <go:slidesCustomData xmlns:go="http://customooxmlschemas.google.com/" textRoundtripDataId="19"/>
                </a:ext>
              </a:extLst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</a:pPr>
            <a:r>
              <a:rPr b="0" lang="fr-FR" sz="1100">
                <a:solidFill>
                  <a:schemeClr val="lt2"/>
                </a:solidFill>
                <a:extLst>
                  <a:ext uri="http://customooxmlschemas.google.com/">
                    <go:slidesCustomData xmlns:go="http://customooxmlschemas.google.com/" textRoundtripDataId="20"/>
                  </a:ext>
                </a:extLst>
              </a:rPr>
              <a:t>autonomie &gt; 1h</a:t>
            </a:r>
            <a:endParaRPr b="0" sz="1100">
              <a:solidFill>
                <a:schemeClr val="lt2"/>
              </a:solidFill>
              <a:extLst>
                <a:ext uri="http://customooxmlschemas.google.com/">
                  <go:slidesCustomData xmlns:go="http://customooxmlschemas.google.com/" textRoundtripDataId="21"/>
                </a:ext>
              </a:extLst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</a:pPr>
            <a:r>
              <a:rPr b="0" lang="fr-FR" sz="1100">
                <a:solidFill>
                  <a:schemeClr val="lt2"/>
                </a:solidFill>
                <a:extLst>
                  <a:ext uri="http://customooxmlschemas.google.com/">
                    <go:slidesCustomData xmlns:go="http://customooxmlschemas.google.com/" textRoundtripDataId="22"/>
                  </a:ext>
                </a:extLst>
              </a:rPr>
              <a:t>distance de détection &gt; 10m</a:t>
            </a:r>
            <a:endParaRPr b="0" sz="1100">
              <a:solidFill>
                <a:schemeClr val="lt2"/>
              </a:solidFill>
              <a:extLst>
                <a:ext uri="http://customooxmlschemas.google.com/">
                  <go:slidesCustomData xmlns:go="http://customooxmlschemas.google.com/" textRoundtripDataId="23"/>
                </a:ext>
              </a:extLst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</a:pPr>
            <a:r>
              <a:rPr lang="fr-FR">
                <a:solidFill>
                  <a:schemeClr val="lt2"/>
                </a:solidFill>
                <a:extLst>
                  <a:ext uri="http://customooxmlschemas.google.com/">
                    <go:slidesCustomData xmlns:go="http://customooxmlschemas.google.com/" textRoundtripDataId="24"/>
                  </a:ext>
                </a:extLst>
              </a:rPr>
              <a:t>…</a:t>
            </a:r>
            <a:endParaRPr>
              <a:solidFill>
                <a:schemeClr val="lt2"/>
              </a:solidFill>
              <a:extLst>
                <a:ext uri="http://customooxmlschemas.google.com/">
                  <go:slidesCustomData xmlns:go="http://customooxmlschemas.google.com/" textRoundtripDataId="25"/>
                </a:ext>
              </a:extLs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</a:pPr>
            <a:r>
              <a:rPr lang="fr-FR" sz="1100">
                <a:solidFill>
                  <a:schemeClr val="lt2"/>
                </a:solidFill>
                <a:extLst>
                  <a:ext uri="http://customooxmlschemas.google.com/">
                    <go:slidesCustomData xmlns:go="http://customooxmlschemas.google.com/" textRoundtripDataId="26"/>
                  </a:ext>
                </a:extLst>
              </a:rPr>
              <a:t>Le récepteur</a:t>
            </a:r>
            <a:r>
              <a:rPr b="0" lang="fr-FR" sz="1100">
                <a:solidFill>
                  <a:schemeClr val="lt2"/>
                </a:solidFill>
                <a:extLst>
                  <a:ext uri="http://customooxmlschemas.google.com/">
                    <go:slidesCustomData xmlns:go="http://customooxmlschemas.google.com/" textRoundtripDataId="27"/>
                  </a:ext>
                </a:extLst>
              </a:rPr>
              <a:t> : le kart motorisé qui reçoit les ordres par liaison </a:t>
            </a:r>
            <a:r>
              <a:rPr lang="fr-FR" sz="1100">
                <a:solidFill>
                  <a:schemeClr val="lt2"/>
                </a:solidFill>
                <a:extLst>
                  <a:ext uri="http://customooxmlschemas.google.com/">
                    <go:slidesCustomData xmlns:go="http://customooxmlschemas.google.com/" textRoundtripDataId="28"/>
                  </a:ext>
                </a:extLst>
              </a:rPr>
              <a:t>infrarouge (IR)</a:t>
            </a:r>
            <a:endParaRPr sz="1100">
              <a:solidFill>
                <a:schemeClr val="lt2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</a:pPr>
            <a:r>
              <a:rPr b="0" lang="fr-FR" sz="1100">
                <a:solidFill>
                  <a:schemeClr val="lt2"/>
                </a:solidFill>
              </a:rPr>
              <a:t>autonomie &gt; 15 min</a:t>
            </a:r>
            <a:endParaRPr>
              <a:solidFill>
                <a:schemeClr val="lt2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</a:pPr>
            <a:r>
              <a:rPr lang="fr-FR">
                <a:solidFill>
                  <a:schemeClr val="lt2"/>
                </a:solidFill>
              </a:rPr>
              <a:t>…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5074" name="Google Shape;507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3069" y="1698325"/>
            <a:ext cx="2688001" cy="194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8" name="Shape 5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" name="Google Shape;5079;p4"/>
          <p:cNvSpPr/>
          <p:nvPr/>
        </p:nvSpPr>
        <p:spPr>
          <a:xfrm>
            <a:off x="6177000" y="1212475"/>
            <a:ext cx="2921100" cy="1694400"/>
          </a:xfrm>
          <a:prstGeom prst="rect">
            <a:avLst/>
          </a:prstGeom>
          <a:solidFill>
            <a:srgbClr val="0070C0">
              <a:alpha val="175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3A1B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0" name="Google Shape;5080;p4"/>
          <p:cNvSpPr/>
          <p:nvPr/>
        </p:nvSpPr>
        <p:spPr>
          <a:xfrm>
            <a:off x="3811300" y="1220325"/>
            <a:ext cx="2285400" cy="1694400"/>
          </a:xfrm>
          <a:prstGeom prst="rect">
            <a:avLst/>
          </a:prstGeom>
          <a:solidFill>
            <a:srgbClr val="0070C0">
              <a:alpha val="941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3A1B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1" name="Google Shape;5081;p4"/>
          <p:cNvSpPr/>
          <p:nvPr/>
        </p:nvSpPr>
        <p:spPr>
          <a:xfrm>
            <a:off x="775989" y="1220333"/>
            <a:ext cx="2955000" cy="1694400"/>
          </a:xfrm>
          <a:prstGeom prst="rect">
            <a:avLst/>
          </a:prstGeom>
          <a:solidFill>
            <a:srgbClr val="0070C0">
              <a:alpha val="175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3A1B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2" name="Google Shape;5082;p4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083" name="Google Shape;5083;p4"/>
          <p:cNvSpPr txBox="1"/>
          <p:nvPr>
            <p:ph type="title"/>
          </p:nvPr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II. Conception préliminaire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1. Synoptique Electronique Emetteur</a:t>
            </a:r>
            <a:endParaRPr/>
          </a:p>
        </p:txBody>
      </p:sp>
      <p:pic>
        <p:nvPicPr>
          <p:cNvPr id="5084" name="Google Shape;508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085" name="Google Shape;5085;p4"/>
          <p:cNvSpPr txBox="1"/>
          <p:nvPr/>
        </p:nvSpPr>
        <p:spPr>
          <a:xfrm>
            <a:off x="8117350" y="3299840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C1-4</a:t>
            </a:r>
            <a:endParaRPr/>
          </a:p>
        </p:txBody>
      </p:sp>
      <p:sp>
        <p:nvSpPr>
          <p:cNvPr id="5086" name="Google Shape;5086;p4"/>
          <p:cNvSpPr txBox="1"/>
          <p:nvPr/>
        </p:nvSpPr>
        <p:spPr>
          <a:xfrm>
            <a:off x="8117368" y="3645213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C1-9</a:t>
            </a:r>
            <a:endParaRPr/>
          </a:p>
        </p:txBody>
      </p:sp>
      <p:sp>
        <p:nvSpPr>
          <p:cNvPr id="5087" name="Google Shape;5087;p4"/>
          <p:cNvSpPr txBox="1"/>
          <p:nvPr/>
        </p:nvSpPr>
        <p:spPr>
          <a:xfrm>
            <a:off x="8117368" y="3986724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C1-10</a:t>
            </a:r>
            <a:endParaRPr/>
          </a:p>
        </p:txBody>
      </p:sp>
      <p:sp>
        <p:nvSpPr>
          <p:cNvPr id="5088" name="Google Shape;5088;p4"/>
          <p:cNvSpPr/>
          <p:nvPr/>
        </p:nvSpPr>
        <p:spPr>
          <a:xfrm>
            <a:off x="6318008" y="1310329"/>
            <a:ext cx="1835474" cy="1414983"/>
          </a:xfrm>
          <a:prstGeom prst="rect">
            <a:avLst/>
          </a:prstGeom>
          <a:noFill/>
          <a:ln cap="flat" cmpd="sng" w="25400">
            <a:solidFill>
              <a:srgbClr val="0075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9" name="Google Shape;5089;p4"/>
          <p:cNvSpPr/>
          <p:nvPr/>
        </p:nvSpPr>
        <p:spPr>
          <a:xfrm>
            <a:off x="4020878" y="1310328"/>
            <a:ext cx="1835474" cy="1414983"/>
          </a:xfrm>
          <a:prstGeom prst="rect">
            <a:avLst/>
          </a:prstGeom>
          <a:noFill/>
          <a:ln cap="flat" cmpd="sng" w="25400">
            <a:solidFill>
              <a:srgbClr val="53CB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TRAITEMENT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5090" name="Google Shape;5090;p4"/>
          <p:cNvSpPr/>
          <p:nvPr/>
        </p:nvSpPr>
        <p:spPr>
          <a:xfrm>
            <a:off x="1750453" y="1310327"/>
            <a:ext cx="1835474" cy="1414983"/>
          </a:xfrm>
          <a:prstGeom prst="rect">
            <a:avLst/>
          </a:prstGeom>
          <a:noFill/>
          <a:ln cap="flat" cmpd="sng" w="25400">
            <a:solidFill>
              <a:srgbClr val="0075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ACQUISITION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1" name="Google Shape;5091;p4"/>
          <p:cNvSpPr/>
          <p:nvPr/>
        </p:nvSpPr>
        <p:spPr>
          <a:xfrm>
            <a:off x="4020878" y="3167944"/>
            <a:ext cx="1835474" cy="1414983"/>
          </a:xfrm>
          <a:prstGeom prst="rect">
            <a:avLst/>
          </a:prstGeom>
          <a:noFill/>
          <a:ln cap="flat" cmpd="sng" w="25400">
            <a:solidFill>
              <a:srgbClr val="53CB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ENERGIE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5092" name="Google Shape;5092;p4"/>
          <p:cNvSpPr/>
          <p:nvPr/>
        </p:nvSpPr>
        <p:spPr>
          <a:xfrm>
            <a:off x="3655921" y="1927824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3" name="Google Shape;5093;p4"/>
          <p:cNvSpPr/>
          <p:nvPr/>
        </p:nvSpPr>
        <p:spPr>
          <a:xfrm>
            <a:off x="5944146" y="1937726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4" name="Google Shape;5094;p4"/>
          <p:cNvSpPr/>
          <p:nvPr/>
        </p:nvSpPr>
        <p:spPr>
          <a:xfrm>
            <a:off x="8222464" y="1927823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5" name="Google Shape;5095;p4"/>
          <p:cNvSpPr/>
          <p:nvPr/>
        </p:nvSpPr>
        <p:spPr>
          <a:xfrm>
            <a:off x="1380027" y="1927822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6" name="Google Shape;5096;p4"/>
          <p:cNvSpPr/>
          <p:nvPr/>
        </p:nvSpPr>
        <p:spPr>
          <a:xfrm rot="-5400000">
            <a:off x="4781765" y="2867541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7" name="Google Shape;5097;p4"/>
          <p:cNvSpPr/>
          <p:nvPr/>
        </p:nvSpPr>
        <p:spPr>
          <a:xfrm rot="-5400000">
            <a:off x="336171" y="1806052"/>
            <a:ext cx="1414983" cy="423538"/>
          </a:xfrm>
          <a:prstGeom prst="rect">
            <a:avLst/>
          </a:prstGeom>
          <a:noFill/>
          <a:ln cap="flat" cmpd="sng" w="25400">
            <a:solidFill>
              <a:srgbClr val="0075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Utilisateur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8" name="Google Shape;5098;p4"/>
          <p:cNvSpPr/>
          <p:nvPr/>
        </p:nvSpPr>
        <p:spPr>
          <a:xfrm rot="-5400000">
            <a:off x="8106279" y="1796145"/>
            <a:ext cx="1414983" cy="423538"/>
          </a:xfrm>
          <a:prstGeom prst="rect">
            <a:avLst/>
          </a:prstGeom>
          <a:noFill/>
          <a:ln cap="flat" cmpd="sng" w="25400">
            <a:solidFill>
              <a:srgbClr val="0075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Trame IR NEC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9" name="Google Shape;5099;p4"/>
          <p:cNvSpPr/>
          <p:nvPr/>
        </p:nvSpPr>
        <p:spPr>
          <a:xfrm rot="-2700000">
            <a:off x="5954840" y="2878236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0" name="Google Shape;5100;p4"/>
          <p:cNvSpPr/>
          <p:nvPr/>
        </p:nvSpPr>
        <p:spPr>
          <a:xfrm rot="-8100000">
            <a:off x="3677428" y="2878236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1" name="Google Shape;5101;p4"/>
          <p:cNvSpPr txBox="1"/>
          <p:nvPr/>
        </p:nvSpPr>
        <p:spPr>
          <a:xfrm>
            <a:off x="8117350" y="2958329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</a:t>
            </a:r>
            <a:endParaRPr/>
          </a:p>
        </p:txBody>
      </p:sp>
      <p:sp>
        <p:nvSpPr>
          <p:cNvPr id="5102" name="Google Shape;5102;p4"/>
          <p:cNvSpPr txBox="1"/>
          <p:nvPr/>
        </p:nvSpPr>
        <p:spPr>
          <a:xfrm>
            <a:off x="8117350" y="433209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C1-11</a:t>
            </a:r>
            <a:endParaRPr/>
          </a:p>
        </p:txBody>
      </p:sp>
      <p:sp>
        <p:nvSpPr>
          <p:cNvPr id="5103" name="Google Shape;5103;p4"/>
          <p:cNvSpPr/>
          <p:nvPr/>
        </p:nvSpPr>
        <p:spPr>
          <a:xfrm>
            <a:off x="1882682" y="1737132"/>
            <a:ext cx="1584300" cy="288000"/>
          </a:xfrm>
          <a:prstGeom prst="rect">
            <a:avLst/>
          </a:prstGeom>
          <a:noFill/>
          <a:ln cap="flat" cmpd="sng" w="254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/>
              <a:t>2 Potentiomètre rectilignes</a:t>
            </a:r>
            <a:endParaRPr sz="8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/>
              <a:t>(</a:t>
            </a:r>
            <a:r>
              <a:rPr lang="fr-FR" sz="800">
                <a:solidFill>
                  <a:schemeClr val="lt2"/>
                </a:solidFill>
              </a:rPr>
              <a:t>PTA4543-2015DP-B103)</a:t>
            </a:r>
            <a:endParaRPr sz="800"/>
          </a:p>
        </p:txBody>
      </p:sp>
      <p:sp>
        <p:nvSpPr>
          <p:cNvPr id="5104" name="Google Shape;5104;p4"/>
          <p:cNvSpPr/>
          <p:nvPr/>
        </p:nvSpPr>
        <p:spPr>
          <a:xfrm>
            <a:off x="1876045" y="2168932"/>
            <a:ext cx="1584300" cy="288000"/>
          </a:xfrm>
          <a:prstGeom prst="rect">
            <a:avLst/>
          </a:prstGeom>
          <a:noFill/>
          <a:ln cap="flat" cmpd="sng" w="254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lt2"/>
                </a:solidFill>
              </a:rPr>
              <a:t>Bouton-poussoir</a:t>
            </a:r>
            <a:endParaRPr sz="8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lt2"/>
                </a:solidFill>
              </a:rPr>
              <a:t>(MCDTS6-3K)</a:t>
            </a:r>
            <a:endParaRPr sz="800"/>
          </a:p>
        </p:txBody>
      </p:sp>
      <p:sp>
        <p:nvSpPr>
          <p:cNvPr id="5105" name="Google Shape;5105;p4"/>
          <p:cNvSpPr/>
          <p:nvPr/>
        </p:nvSpPr>
        <p:spPr>
          <a:xfrm>
            <a:off x="6448025" y="1602725"/>
            <a:ext cx="1584300" cy="474000"/>
          </a:xfrm>
          <a:prstGeom prst="rect">
            <a:avLst/>
          </a:prstGeom>
          <a:noFill/>
          <a:ln cap="flat" cmpd="sng" w="254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lt2"/>
                </a:solidFill>
              </a:rPr>
              <a:t>4 LED infrarouges (TSAL6200)</a:t>
            </a:r>
            <a:endParaRPr sz="8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lt2"/>
                </a:solidFill>
              </a:rPr>
              <a:t>+ 2 Transistors bipolaires (BC337)</a:t>
            </a:r>
            <a:endParaRPr sz="8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lt2"/>
                </a:solidFill>
              </a:rPr>
              <a:t>+ Résistances</a:t>
            </a:r>
            <a:endParaRPr sz="800"/>
          </a:p>
        </p:txBody>
      </p:sp>
      <p:sp>
        <p:nvSpPr>
          <p:cNvPr id="5106" name="Google Shape;5106;p4"/>
          <p:cNvSpPr/>
          <p:nvPr/>
        </p:nvSpPr>
        <p:spPr>
          <a:xfrm>
            <a:off x="6431475" y="2168925"/>
            <a:ext cx="1595400" cy="474000"/>
          </a:xfrm>
          <a:prstGeom prst="rect">
            <a:avLst/>
          </a:prstGeom>
          <a:noFill/>
          <a:ln cap="flat" cmpd="sng" w="254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lt2"/>
                </a:solidFill>
              </a:rPr>
              <a:t>LED verte (</a:t>
            </a:r>
            <a:r>
              <a:rPr lang="fr-FR" sz="800">
                <a:solidFill>
                  <a:schemeClr val="lt2"/>
                </a:solidFill>
              </a:rPr>
              <a:t>HLMP-CM3A-Z10DD</a:t>
            </a:r>
            <a:r>
              <a:rPr lang="fr-FR" sz="1000">
                <a:solidFill>
                  <a:schemeClr val="lt2"/>
                </a:solidFill>
              </a:rPr>
              <a:t>)</a:t>
            </a:r>
            <a:endParaRPr sz="8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lt2"/>
                </a:solidFill>
              </a:rPr>
              <a:t>+ Résistance</a:t>
            </a:r>
            <a:endParaRPr sz="800"/>
          </a:p>
        </p:txBody>
      </p:sp>
      <p:sp>
        <p:nvSpPr>
          <p:cNvPr id="5107" name="Google Shape;5107;p4"/>
          <p:cNvSpPr/>
          <p:nvPr/>
        </p:nvSpPr>
        <p:spPr>
          <a:xfrm>
            <a:off x="3795913" y="3028238"/>
            <a:ext cx="2285400" cy="1694400"/>
          </a:xfrm>
          <a:prstGeom prst="rect">
            <a:avLst/>
          </a:prstGeom>
          <a:solidFill>
            <a:srgbClr val="0070C0">
              <a:alpha val="941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3A1B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8" name="Google Shape;5108;p4"/>
          <p:cNvSpPr txBox="1"/>
          <p:nvPr/>
        </p:nvSpPr>
        <p:spPr>
          <a:xfrm>
            <a:off x="4264950" y="1937725"/>
            <a:ext cx="1327500" cy="431100"/>
          </a:xfrm>
          <a:prstGeom prst="rect">
            <a:avLst/>
          </a:prstGeom>
          <a:noFill/>
          <a:ln cap="flat" cmpd="sng" w="28575">
            <a:solidFill>
              <a:srgbClr val="53C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rgbClr val="000000"/>
                </a:solidFill>
              </a:rPr>
              <a:t>Microcontrôleur</a:t>
            </a:r>
            <a:endParaRPr sz="8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rgbClr val="000000"/>
                </a:solidFill>
              </a:rPr>
              <a:t>(ATMEGA328P)</a:t>
            </a:r>
            <a:endParaRPr sz="1600">
              <a:solidFill>
                <a:srgbClr val="009DE0"/>
              </a:solidFill>
            </a:endParaRPr>
          </a:p>
        </p:txBody>
      </p:sp>
      <p:sp>
        <p:nvSpPr>
          <p:cNvPr id="5109" name="Google Shape;5109;p4"/>
          <p:cNvSpPr txBox="1"/>
          <p:nvPr/>
        </p:nvSpPr>
        <p:spPr>
          <a:xfrm>
            <a:off x="4234225" y="3649725"/>
            <a:ext cx="1386300" cy="431100"/>
          </a:xfrm>
          <a:prstGeom prst="rect">
            <a:avLst/>
          </a:prstGeom>
          <a:noFill/>
          <a:ln cap="flat" cmpd="sng" w="28575">
            <a:solidFill>
              <a:srgbClr val="53C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rgbClr val="000000"/>
                </a:solidFill>
              </a:rPr>
              <a:t>Accumulateur Lipo 2S </a:t>
            </a:r>
            <a:endParaRPr sz="8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régulateur linéaire</a:t>
            </a:r>
            <a:endParaRPr sz="800"/>
          </a:p>
        </p:txBody>
      </p:sp>
      <p:sp>
        <p:nvSpPr>
          <p:cNvPr id="5110" name="Google Shape;5110;p4"/>
          <p:cNvSpPr txBox="1"/>
          <p:nvPr/>
        </p:nvSpPr>
        <p:spPr>
          <a:xfrm>
            <a:off x="4245463" y="4127075"/>
            <a:ext cx="1386300" cy="307800"/>
          </a:xfrm>
          <a:prstGeom prst="rect">
            <a:avLst/>
          </a:prstGeom>
          <a:noFill/>
          <a:ln cap="flat" cmpd="sng" w="28575">
            <a:solidFill>
              <a:srgbClr val="53C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rgbClr val="000000"/>
                </a:solidFill>
              </a:rPr>
              <a:t>Interrupteur</a:t>
            </a:r>
            <a:endParaRPr sz="8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4" name="Shape 5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5" name="Google Shape;5115;g34d83d48b27_2_10"/>
          <p:cNvSpPr txBox="1"/>
          <p:nvPr>
            <p:ph idx="12" type="sldNum"/>
          </p:nvPr>
        </p:nvSpPr>
        <p:spPr>
          <a:xfrm>
            <a:off x="199081" y="3022487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116" name="Google Shape;5116;g34d83d48b27_2_10"/>
          <p:cNvSpPr txBox="1"/>
          <p:nvPr>
            <p:ph type="title"/>
          </p:nvPr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II. Conception préliminaire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2. Synoptique Électronique Récepteur</a:t>
            </a:r>
            <a:endParaRPr/>
          </a:p>
        </p:txBody>
      </p:sp>
      <p:pic>
        <p:nvPicPr>
          <p:cNvPr id="5117" name="Google Shape;5117;g34d83d48b27_2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1640" y="4534207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118" name="Google Shape;5118;g34d83d48b27_2_10"/>
          <p:cNvSpPr txBox="1"/>
          <p:nvPr/>
        </p:nvSpPr>
        <p:spPr>
          <a:xfrm>
            <a:off x="8216550" y="3173965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C1-4</a:t>
            </a:r>
            <a:endParaRPr/>
          </a:p>
        </p:txBody>
      </p:sp>
      <p:sp>
        <p:nvSpPr>
          <p:cNvPr id="5119" name="Google Shape;5119;g34d83d48b27_2_10"/>
          <p:cNvSpPr txBox="1"/>
          <p:nvPr/>
        </p:nvSpPr>
        <p:spPr>
          <a:xfrm>
            <a:off x="8216568" y="3519338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C1-9</a:t>
            </a:r>
            <a:endParaRPr/>
          </a:p>
        </p:txBody>
      </p:sp>
      <p:sp>
        <p:nvSpPr>
          <p:cNvPr id="5120" name="Google Shape;5120;g34d83d48b27_2_10"/>
          <p:cNvSpPr txBox="1"/>
          <p:nvPr/>
        </p:nvSpPr>
        <p:spPr>
          <a:xfrm>
            <a:off x="8216568" y="3860849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C1-10</a:t>
            </a:r>
            <a:endParaRPr/>
          </a:p>
        </p:txBody>
      </p:sp>
      <p:sp>
        <p:nvSpPr>
          <p:cNvPr id="5121" name="Google Shape;5121;g34d83d48b27_2_10"/>
          <p:cNvSpPr/>
          <p:nvPr/>
        </p:nvSpPr>
        <p:spPr>
          <a:xfrm>
            <a:off x="6057400" y="991550"/>
            <a:ext cx="1835400" cy="3495300"/>
          </a:xfrm>
          <a:prstGeom prst="rect">
            <a:avLst/>
          </a:prstGeom>
          <a:noFill/>
          <a:ln cap="flat" cmpd="sng" w="25400">
            <a:solidFill>
              <a:srgbClr val="CE4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Témoin lumineux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➡</a:t>
            </a:r>
            <a:r>
              <a:rPr b="1" lang="fr-FR">
                <a:solidFill>
                  <a:schemeClr val="dk1"/>
                </a:solidFill>
              </a:rPr>
              <a:t>LEDS vert et bleu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Klaxon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</a:pPr>
            <a:r>
              <a:rPr b="1" lang="fr-FR">
                <a:solidFill>
                  <a:schemeClr val="dk1"/>
                </a:solidFill>
              </a:rPr>
              <a:t>➡</a:t>
            </a:r>
            <a:r>
              <a:rPr b="1" lang="fr-FR">
                <a:solidFill>
                  <a:schemeClr val="dk1"/>
                </a:solidFill>
              </a:rPr>
              <a:t>Buzzer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Rotation des roues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</a:pPr>
            <a:r>
              <a:rPr b="1" lang="fr-FR">
                <a:solidFill>
                  <a:schemeClr val="dk1"/>
                </a:solidFill>
              </a:rPr>
              <a:t>➡</a:t>
            </a:r>
            <a:r>
              <a:rPr b="1" lang="fr-FR">
                <a:solidFill>
                  <a:schemeClr val="dk1"/>
                </a:solidFill>
              </a:rPr>
              <a:t>ServoMoteur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Rotation de l’Hélices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</a:pPr>
            <a:r>
              <a:rPr b="1" lang="fr-FR">
                <a:solidFill>
                  <a:schemeClr val="dk1"/>
                </a:solidFill>
              </a:rPr>
              <a:t>➡</a:t>
            </a:r>
            <a:r>
              <a:rPr b="1" lang="fr-FR">
                <a:solidFill>
                  <a:schemeClr val="dk1"/>
                </a:solidFill>
              </a:rPr>
              <a:t>Moteur Brushless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5122" name="Google Shape;5122;g34d83d48b27_2_10"/>
          <p:cNvSpPr/>
          <p:nvPr/>
        </p:nvSpPr>
        <p:spPr>
          <a:xfrm>
            <a:off x="3760275" y="1184550"/>
            <a:ext cx="1835400" cy="1647900"/>
          </a:xfrm>
          <a:prstGeom prst="rect">
            <a:avLst/>
          </a:prstGeom>
          <a:noFill/>
          <a:ln cap="flat" cmpd="sng" w="25400">
            <a:solidFill>
              <a:srgbClr val="F3A58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TRAITEMENT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3" name="Google Shape;5123;g34d83d48b27_2_10"/>
          <p:cNvSpPr/>
          <p:nvPr/>
        </p:nvSpPr>
        <p:spPr>
          <a:xfrm>
            <a:off x="1489850" y="1184550"/>
            <a:ext cx="1835400" cy="1647900"/>
          </a:xfrm>
          <a:prstGeom prst="rect">
            <a:avLst/>
          </a:prstGeom>
          <a:noFill/>
          <a:ln cap="flat" cmpd="sng" w="25400">
            <a:solidFill>
              <a:srgbClr val="CE4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ACQUISITION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Récupération</a:t>
            </a:r>
            <a:r>
              <a:rPr b="1" lang="fr-FR">
                <a:solidFill>
                  <a:schemeClr val="dk1"/>
                </a:solidFill>
              </a:rPr>
              <a:t> Trame NEC IR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⬇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Capteur Infrarouge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4" name="Google Shape;5124;g34d83d48b27_2_10"/>
          <p:cNvSpPr/>
          <p:nvPr/>
        </p:nvSpPr>
        <p:spPr>
          <a:xfrm>
            <a:off x="3799041" y="3257819"/>
            <a:ext cx="1835400" cy="1415100"/>
          </a:xfrm>
          <a:prstGeom prst="rect">
            <a:avLst/>
          </a:prstGeom>
          <a:noFill/>
          <a:ln cap="flat" cmpd="sng" w="25400">
            <a:solidFill>
              <a:srgbClr val="F3A58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ENERGIE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5" name="Google Shape;5125;g34d83d48b27_2_10"/>
          <p:cNvSpPr/>
          <p:nvPr/>
        </p:nvSpPr>
        <p:spPr>
          <a:xfrm>
            <a:off x="3395321" y="1802049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6" name="Google Shape;5126;g34d83d48b27_2_10"/>
          <p:cNvSpPr/>
          <p:nvPr/>
        </p:nvSpPr>
        <p:spPr>
          <a:xfrm>
            <a:off x="5683546" y="1811951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7" name="Google Shape;5127;g34d83d48b27_2_10"/>
          <p:cNvSpPr/>
          <p:nvPr/>
        </p:nvSpPr>
        <p:spPr>
          <a:xfrm>
            <a:off x="7961864" y="1802048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8" name="Google Shape;5128;g34d83d48b27_2_10"/>
          <p:cNvSpPr/>
          <p:nvPr/>
        </p:nvSpPr>
        <p:spPr>
          <a:xfrm>
            <a:off x="1119427" y="1802047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9" name="Google Shape;5129;g34d83d48b27_2_10"/>
          <p:cNvSpPr/>
          <p:nvPr/>
        </p:nvSpPr>
        <p:spPr>
          <a:xfrm rot="-5400000">
            <a:off x="4559884" y="2957359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0" name="Google Shape;5130;g34d83d48b27_2_10"/>
          <p:cNvSpPr/>
          <p:nvPr/>
        </p:nvSpPr>
        <p:spPr>
          <a:xfrm rot="-5400000">
            <a:off x="75543" y="1680187"/>
            <a:ext cx="1415100" cy="423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CE4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Tame IR NEC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1" name="Google Shape;5131;g34d83d48b27_2_10"/>
          <p:cNvSpPr/>
          <p:nvPr/>
        </p:nvSpPr>
        <p:spPr>
          <a:xfrm rot="-5400000">
            <a:off x="8016825" y="1486675"/>
            <a:ext cx="1415100" cy="790800"/>
          </a:xfrm>
          <a:prstGeom prst="rect">
            <a:avLst/>
          </a:prstGeom>
          <a:noFill/>
          <a:ln cap="flat" cmpd="sng" w="25400">
            <a:solidFill>
              <a:srgbClr val="CE4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Lumière, son, Déplacement du Kart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2" name="Google Shape;5132;g34d83d48b27_2_10"/>
          <p:cNvSpPr/>
          <p:nvPr/>
        </p:nvSpPr>
        <p:spPr>
          <a:xfrm rot="-2700000">
            <a:off x="5733092" y="2968143"/>
            <a:ext cx="313531" cy="160372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3" name="Google Shape;5133;g34d83d48b27_2_10"/>
          <p:cNvSpPr/>
          <p:nvPr/>
        </p:nvSpPr>
        <p:spPr>
          <a:xfrm rot="-8100000">
            <a:off x="3455799" y="2968013"/>
            <a:ext cx="313531" cy="160372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4" name="Google Shape;5134;g34d83d48b27_2_10"/>
          <p:cNvSpPr txBox="1"/>
          <p:nvPr/>
        </p:nvSpPr>
        <p:spPr>
          <a:xfrm>
            <a:off x="8216550" y="2832454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</a:t>
            </a:r>
            <a:endParaRPr/>
          </a:p>
        </p:txBody>
      </p:sp>
      <p:sp>
        <p:nvSpPr>
          <p:cNvPr id="5135" name="Google Shape;5135;g34d83d48b27_2_10"/>
          <p:cNvSpPr txBox="1"/>
          <p:nvPr/>
        </p:nvSpPr>
        <p:spPr>
          <a:xfrm>
            <a:off x="8216550" y="420622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C1-11</a:t>
            </a:r>
            <a:endParaRPr/>
          </a:p>
        </p:txBody>
      </p:sp>
      <p:sp>
        <p:nvSpPr>
          <p:cNvPr id="5136" name="Google Shape;5136;g34d83d48b27_2_10"/>
          <p:cNvSpPr/>
          <p:nvPr/>
        </p:nvSpPr>
        <p:spPr>
          <a:xfrm>
            <a:off x="6133350" y="1533750"/>
            <a:ext cx="1692600" cy="501600"/>
          </a:xfrm>
          <a:prstGeom prst="rect">
            <a:avLst/>
          </a:prstGeom>
          <a:noFill/>
          <a:ln cap="flat" cmpd="sng" w="19050">
            <a:solidFill>
              <a:srgbClr val="CE41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7" name="Google Shape;5137;g34d83d48b27_2_10"/>
          <p:cNvSpPr/>
          <p:nvPr/>
        </p:nvSpPr>
        <p:spPr>
          <a:xfrm>
            <a:off x="6133350" y="2167575"/>
            <a:ext cx="1692600" cy="501600"/>
          </a:xfrm>
          <a:prstGeom prst="rect">
            <a:avLst/>
          </a:prstGeom>
          <a:noFill/>
          <a:ln cap="flat" cmpd="sng" w="19050">
            <a:solidFill>
              <a:srgbClr val="CE41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8" name="Google Shape;5138;g34d83d48b27_2_10"/>
          <p:cNvSpPr/>
          <p:nvPr/>
        </p:nvSpPr>
        <p:spPr>
          <a:xfrm>
            <a:off x="6133350" y="2801400"/>
            <a:ext cx="1692600" cy="501600"/>
          </a:xfrm>
          <a:prstGeom prst="rect">
            <a:avLst/>
          </a:prstGeom>
          <a:noFill/>
          <a:ln cap="flat" cmpd="sng" w="19050">
            <a:solidFill>
              <a:srgbClr val="CE41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9" name="Google Shape;5139;g34d83d48b27_2_10"/>
          <p:cNvSpPr/>
          <p:nvPr/>
        </p:nvSpPr>
        <p:spPr>
          <a:xfrm>
            <a:off x="6128800" y="3435225"/>
            <a:ext cx="1692600" cy="948900"/>
          </a:xfrm>
          <a:prstGeom prst="rect">
            <a:avLst/>
          </a:prstGeom>
          <a:noFill/>
          <a:ln cap="flat" cmpd="sng" w="19050">
            <a:solidFill>
              <a:srgbClr val="CE41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0" name="Google Shape;5140;g34d83d48b27_2_10"/>
          <p:cNvSpPr/>
          <p:nvPr/>
        </p:nvSpPr>
        <p:spPr>
          <a:xfrm>
            <a:off x="1567975" y="1682250"/>
            <a:ext cx="1692600" cy="948900"/>
          </a:xfrm>
          <a:prstGeom prst="rect">
            <a:avLst/>
          </a:prstGeom>
          <a:noFill/>
          <a:ln cap="flat" cmpd="sng" w="19050">
            <a:solidFill>
              <a:srgbClr val="CE41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1" name="Google Shape;5141;g34d83d48b27_2_10"/>
          <p:cNvSpPr/>
          <p:nvPr/>
        </p:nvSpPr>
        <p:spPr>
          <a:xfrm>
            <a:off x="355175" y="1105300"/>
            <a:ext cx="3157200" cy="1773600"/>
          </a:xfrm>
          <a:prstGeom prst="rect">
            <a:avLst/>
          </a:prstGeom>
          <a:solidFill>
            <a:srgbClr val="C00000">
              <a:alpha val="175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3A1B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2" name="Google Shape;5142;g34d83d48b27_2_10"/>
          <p:cNvSpPr/>
          <p:nvPr/>
        </p:nvSpPr>
        <p:spPr>
          <a:xfrm>
            <a:off x="5858138" y="844763"/>
            <a:ext cx="2222700" cy="3664200"/>
          </a:xfrm>
          <a:prstGeom prst="rect">
            <a:avLst/>
          </a:prstGeom>
          <a:solidFill>
            <a:srgbClr val="C00000">
              <a:alpha val="175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3A1B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3" name="Google Shape;5143;g34d83d48b27_2_10"/>
          <p:cNvSpPr/>
          <p:nvPr/>
        </p:nvSpPr>
        <p:spPr>
          <a:xfrm>
            <a:off x="3651013" y="1105300"/>
            <a:ext cx="2068500" cy="1773600"/>
          </a:xfrm>
          <a:prstGeom prst="rect">
            <a:avLst/>
          </a:prstGeom>
          <a:solidFill>
            <a:srgbClr val="F9CFB9">
              <a:alpha val="4367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3A1B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4" name="Google Shape;5144;g34d83d48b27_2_10"/>
          <p:cNvSpPr/>
          <p:nvPr/>
        </p:nvSpPr>
        <p:spPr>
          <a:xfrm>
            <a:off x="3653950" y="3078575"/>
            <a:ext cx="2068500" cy="1773600"/>
          </a:xfrm>
          <a:prstGeom prst="rect">
            <a:avLst/>
          </a:prstGeom>
          <a:solidFill>
            <a:srgbClr val="F9CFB9">
              <a:alpha val="4367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3A1B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5" name="Google Shape;5145;g34d83d48b27_2_10"/>
          <p:cNvSpPr/>
          <p:nvPr/>
        </p:nvSpPr>
        <p:spPr>
          <a:xfrm>
            <a:off x="3850038" y="1650625"/>
            <a:ext cx="1692600" cy="9489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Décoder les trames NEC reçu et en extraire les information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5146" name="Google Shape;5146;g34d83d48b27_2_10"/>
          <p:cNvSpPr/>
          <p:nvPr/>
        </p:nvSpPr>
        <p:spPr>
          <a:xfrm>
            <a:off x="3870463" y="3625275"/>
            <a:ext cx="1692600" cy="9489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Alimenter les différents modules de la carte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50" name="Shape 5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1" name="Google Shape;5151;g367b87eabe1_0_0"/>
          <p:cNvSpPr/>
          <p:nvPr/>
        </p:nvSpPr>
        <p:spPr>
          <a:xfrm>
            <a:off x="-62925" y="-62925"/>
            <a:ext cx="9230400" cy="522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2" name="Google Shape;5152;g367b87eabe1_0_0"/>
          <p:cNvSpPr/>
          <p:nvPr/>
        </p:nvSpPr>
        <p:spPr>
          <a:xfrm>
            <a:off x="6057400" y="991550"/>
            <a:ext cx="1835400" cy="3495300"/>
          </a:xfrm>
          <a:prstGeom prst="rect">
            <a:avLst/>
          </a:prstGeom>
          <a:noFill/>
          <a:ln cap="flat" cmpd="sng" w="25400">
            <a:solidFill>
              <a:srgbClr val="CE4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Témoin lumineux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➡LEDS vert et bleu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Klaxon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</a:pPr>
            <a:r>
              <a:rPr b="1" lang="fr-FR">
                <a:solidFill>
                  <a:schemeClr val="dk1"/>
                </a:solidFill>
              </a:rPr>
              <a:t>➡Buzzer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Rotation des roues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</a:pPr>
            <a:r>
              <a:rPr b="1" lang="fr-FR">
                <a:solidFill>
                  <a:schemeClr val="dk1"/>
                </a:solidFill>
              </a:rPr>
              <a:t>➡ServoMoteur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Rotation de l’Hélices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</a:pPr>
            <a:r>
              <a:rPr b="1" lang="fr-FR">
                <a:solidFill>
                  <a:schemeClr val="dk1"/>
                </a:solidFill>
              </a:rPr>
              <a:t>➡Moteur Brushless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5153" name="Google Shape;5153;g367b87eabe1_0_0"/>
          <p:cNvSpPr/>
          <p:nvPr/>
        </p:nvSpPr>
        <p:spPr>
          <a:xfrm>
            <a:off x="3760275" y="1184550"/>
            <a:ext cx="1835400" cy="1647900"/>
          </a:xfrm>
          <a:prstGeom prst="rect">
            <a:avLst/>
          </a:prstGeom>
          <a:noFill/>
          <a:ln cap="flat" cmpd="sng" w="25400">
            <a:solidFill>
              <a:srgbClr val="F3A58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TRAITEMENT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4" name="Google Shape;5154;g367b87eabe1_0_0"/>
          <p:cNvSpPr/>
          <p:nvPr/>
        </p:nvSpPr>
        <p:spPr>
          <a:xfrm>
            <a:off x="1489850" y="1184550"/>
            <a:ext cx="1835400" cy="1647900"/>
          </a:xfrm>
          <a:prstGeom prst="rect">
            <a:avLst/>
          </a:prstGeom>
          <a:noFill/>
          <a:ln cap="flat" cmpd="sng" w="25400">
            <a:solidFill>
              <a:srgbClr val="CE4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ACQUISITION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Récupération Trame NEC IR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⬇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Capteur Infrarouge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5" name="Google Shape;5155;g367b87eabe1_0_0"/>
          <p:cNvSpPr/>
          <p:nvPr/>
        </p:nvSpPr>
        <p:spPr>
          <a:xfrm>
            <a:off x="3799041" y="3257819"/>
            <a:ext cx="1835400" cy="1415100"/>
          </a:xfrm>
          <a:prstGeom prst="rect">
            <a:avLst/>
          </a:prstGeom>
          <a:noFill/>
          <a:ln cap="flat" cmpd="sng" w="25400">
            <a:solidFill>
              <a:srgbClr val="F3A58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ENERGIE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6" name="Google Shape;5156;g367b87eabe1_0_0"/>
          <p:cNvSpPr/>
          <p:nvPr/>
        </p:nvSpPr>
        <p:spPr>
          <a:xfrm>
            <a:off x="3395321" y="1802049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7" name="Google Shape;5157;g367b87eabe1_0_0"/>
          <p:cNvSpPr/>
          <p:nvPr/>
        </p:nvSpPr>
        <p:spPr>
          <a:xfrm>
            <a:off x="5683546" y="1811951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8" name="Google Shape;5158;g367b87eabe1_0_0"/>
          <p:cNvSpPr/>
          <p:nvPr/>
        </p:nvSpPr>
        <p:spPr>
          <a:xfrm>
            <a:off x="7961864" y="1802048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9" name="Google Shape;5159;g367b87eabe1_0_0"/>
          <p:cNvSpPr/>
          <p:nvPr/>
        </p:nvSpPr>
        <p:spPr>
          <a:xfrm>
            <a:off x="1119427" y="1802047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0" name="Google Shape;5160;g367b87eabe1_0_0"/>
          <p:cNvSpPr/>
          <p:nvPr/>
        </p:nvSpPr>
        <p:spPr>
          <a:xfrm rot="-5400000">
            <a:off x="4559884" y="2957359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1" name="Google Shape;5161;g367b87eabe1_0_0"/>
          <p:cNvSpPr/>
          <p:nvPr/>
        </p:nvSpPr>
        <p:spPr>
          <a:xfrm rot="-5400000">
            <a:off x="75543" y="1680187"/>
            <a:ext cx="1415100" cy="423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CE4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Tame IR NEC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2" name="Google Shape;5162;g367b87eabe1_0_0"/>
          <p:cNvSpPr/>
          <p:nvPr/>
        </p:nvSpPr>
        <p:spPr>
          <a:xfrm rot="-5400000">
            <a:off x="8016825" y="1486675"/>
            <a:ext cx="1415100" cy="790800"/>
          </a:xfrm>
          <a:prstGeom prst="rect">
            <a:avLst/>
          </a:prstGeom>
          <a:noFill/>
          <a:ln cap="flat" cmpd="sng" w="25400">
            <a:solidFill>
              <a:srgbClr val="CE4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Lumière, son, Déplacement du Kart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3" name="Google Shape;5163;g367b87eabe1_0_0"/>
          <p:cNvSpPr/>
          <p:nvPr/>
        </p:nvSpPr>
        <p:spPr>
          <a:xfrm rot="-2700000">
            <a:off x="5733092" y="2968143"/>
            <a:ext cx="313531" cy="160372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4" name="Google Shape;5164;g367b87eabe1_0_0"/>
          <p:cNvSpPr/>
          <p:nvPr/>
        </p:nvSpPr>
        <p:spPr>
          <a:xfrm rot="-8100000">
            <a:off x="3455799" y="2968013"/>
            <a:ext cx="313531" cy="160372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5" name="Google Shape;5165;g367b87eabe1_0_0"/>
          <p:cNvSpPr/>
          <p:nvPr/>
        </p:nvSpPr>
        <p:spPr>
          <a:xfrm>
            <a:off x="6133350" y="1533750"/>
            <a:ext cx="1692600" cy="501600"/>
          </a:xfrm>
          <a:prstGeom prst="rect">
            <a:avLst/>
          </a:prstGeom>
          <a:noFill/>
          <a:ln cap="flat" cmpd="sng" w="19050">
            <a:solidFill>
              <a:srgbClr val="CE41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6" name="Google Shape;5166;g367b87eabe1_0_0"/>
          <p:cNvSpPr/>
          <p:nvPr/>
        </p:nvSpPr>
        <p:spPr>
          <a:xfrm>
            <a:off x="6133350" y="2167575"/>
            <a:ext cx="1692600" cy="501600"/>
          </a:xfrm>
          <a:prstGeom prst="rect">
            <a:avLst/>
          </a:prstGeom>
          <a:noFill/>
          <a:ln cap="flat" cmpd="sng" w="19050">
            <a:solidFill>
              <a:srgbClr val="CE41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7" name="Google Shape;5167;g367b87eabe1_0_0"/>
          <p:cNvSpPr/>
          <p:nvPr/>
        </p:nvSpPr>
        <p:spPr>
          <a:xfrm>
            <a:off x="6133350" y="2801400"/>
            <a:ext cx="1692600" cy="501600"/>
          </a:xfrm>
          <a:prstGeom prst="rect">
            <a:avLst/>
          </a:prstGeom>
          <a:noFill/>
          <a:ln cap="flat" cmpd="sng" w="19050">
            <a:solidFill>
              <a:srgbClr val="CE41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8" name="Google Shape;5168;g367b87eabe1_0_0"/>
          <p:cNvSpPr/>
          <p:nvPr/>
        </p:nvSpPr>
        <p:spPr>
          <a:xfrm>
            <a:off x="6128800" y="3435225"/>
            <a:ext cx="1692600" cy="948900"/>
          </a:xfrm>
          <a:prstGeom prst="rect">
            <a:avLst/>
          </a:prstGeom>
          <a:noFill/>
          <a:ln cap="flat" cmpd="sng" w="19050">
            <a:solidFill>
              <a:srgbClr val="CE41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9" name="Google Shape;5169;g367b87eabe1_0_0"/>
          <p:cNvSpPr/>
          <p:nvPr/>
        </p:nvSpPr>
        <p:spPr>
          <a:xfrm>
            <a:off x="1567975" y="1682250"/>
            <a:ext cx="1692600" cy="948900"/>
          </a:xfrm>
          <a:prstGeom prst="rect">
            <a:avLst/>
          </a:prstGeom>
          <a:noFill/>
          <a:ln cap="flat" cmpd="sng" w="19050">
            <a:solidFill>
              <a:srgbClr val="CE41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0" name="Google Shape;5170;g367b87eabe1_0_0"/>
          <p:cNvSpPr/>
          <p:nvPr/>
        </p:nvSpPr>
        <p:spPr>
          <a:xfrm>
            <a:off x="3850038" y="1650625"/>
            <a:ext cx="1692600" cy="9489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Décoder les trames NEC reçu et en extraire les information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5171" name="Google Shape;5171;g367b87eabe1_0_0"/>
          <p:cNvSpPr/>
          <p:nvPr/>
        </p:nvSpPr>
        <p:spPr>
          <a:xfrm>
            <a:off x="3870463" y="3625275"/>
            <a:ext cx="1692600" cy="9489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Alimenter les différents modules de la carte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5175" name="Shape 5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6" name="Google Shape;5176;g35b98626057_0_0"/>
          <p:cNvSpPr/>
          <p:nvPr/>
        </p:nvSpPr>
        <p:spPr>
          <a:xfrm>
            <a:off x="7875" y="-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7" name="Google Shape;5177;g35b98626057_0_0"/>
          <p:cNvSpPr/>
          <p:nvPr/>
        </p:nvSpPr>
        <p:spPr>
          <a:xfrm>
            <a:off x="6057400" y="991550"/>
            <a:ext cx="1835400" cy="3161100"/>
          </a:xfrm>
          <a:prstGeom prst="rect">
            <a:avLst/>
          </a:prstGeom>
          <a:noFill/>
          <a:ln cap="flat" cmpd="sng" w="25400">
            <a:solidFill>
              <a:srgbClr val="CE4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Témoin lumineux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Klaxon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Rotation des roues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Rotation de l’hélice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5178" name="Google Shape;5178;g35b98626057_0_0"/>
          <p:cNvSpPr/>
          <p:nvPr/>
        </p:nvSpPr>
        <p:spPr>
          <a:xfrm>
            <a:off x="3760275" y="1184550"/>
            <a:ext cx="1835400" cy="1647900"/>
          </a:xfrm>
          <a:prstGeom prst="rect">
            <a:avLst/>
          </a:prstGeom>
          <a:noFill/>
          <a:ln cap="flat" cmpd="sng" w="25400">
            <a:solidFill>
              <a:srgbClr val="F3A58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TRAITEMENT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9" name="Google Shape;5179;g35b98626057_0_0"/>
          <p:cNvSpPr/>
          <p:nvPr/>
        </p:nvSpPr>
        <p:spPr>
          <a:xfrm>
            <a:off x="1489850" y="1184550"/>
            <a:ext cx="1835400" cy="1647900"/>
          </a:xfrm>
          <a:prstGeom prst="rect">
            <a:avLst/>
          </a:prstGeom>
          <a:noFill/>
          <a:ln cap="flat" cmpd="sng" w="25400">
            <a:solidFill>
              <a:srgbClr val="CE4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ACQUISITION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Récupération Trame NEC IR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0" name="Google Shape;5180;g35b98626057_0_0"/>
          <p:cNvSpPr/>
          <p:nvPr/>
        </p:nvSpPr>
        <p:spPr>
          <a:xfrm>
            <a:off x="3799041" y="3257819"/>
            <a:ext cx="1835400" cy="1415100"/>
          </a:xfrm>
          <a:prstGeom prst="rect">
            <a:avLst/>
          </a:prstGeom>
          <a:noFill/>
          <a:ln cap="flat" cmpd="sng" w="25400">
            <a:solidFill>
              <a:srgbClr val="F3A58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ENERGIE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1" name="Google Shape;5181;g35b98626057_0_0"/>
          <p:cNvSpPr/>
          <p:nvPr/>
        </p:nvSpPr>
        <p:spPr>
          <a:xfrm>
            <a:off x="3395321" y="1802049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2" name="Google Shape;5182;g35b98626057_0_0"/>
          <p:cNvSpPr/>
          <p:nvPr/>
        </p:nvSpPr>
        <p:spPr>
          <a:xfrm>
            <a:off x="5683546" y="1811951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3" name="Google Shape;5183;g35b98626057_0_0"/>
          <p:cNvSpPr/>
          <p:nvPr/>
        </p:nvSpPr>
        <p:spPr>
          <a:xfrm>
            <a:off x="6128800" y="3511650"/>
            <a:ext cx="1692600" cy="425100"/>
          </a:xfrm>
          <a:prstGeom prst="rect">
            <a:avLst/>
          </a:prstGeom>
          <a:noFill/>
          <a:ln cap="flat" cmpd="sng" w="19050">
            <a:solidFill>
              <a:srgbClr val="CE41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4" name="Google Shape;5184;g35b98626057_0_0"/>
          <p:cNvSpPr/>
          <p:nvPr/>
        </p:nvSpPr>
        <p:spPr>
          <a:xfrm>
            <a:off x="7961864" y="1802048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5" name="Google Shape;5185;g35b98626057_0_0"/>
          <p:cNvSpPr/>
          <p:nvPr/>
        </p:nvSpPr>
        <p:spPr>
          <a:xfrm>
            <a:off x="1119427" y="1802047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6" name="Google Shape;5186;g35b98626057_0_0"/>
          <p:cNvSpPr/>
          <p:nvPr/>
        </p:nvSpPr>
        <p:spPr>
          <a:xfrm rot="-5400000">
            <a:off x="4559884" y="2957359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7" name="Google Shape;5187;g35b98626057_0_0"/>
          <p:cNvSpPr/>
          <p:nvPr/>
        </p:nvSpPr>
        <p:spPr>
          <a:xfrm rot="-5400000">
            <a:off x="75543" y="1680187"/>
            <a:ext cx="1415100" cy="423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CE4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Trame IR NEC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8" name="Google Shape;5188;g35b98626057_0_0"/>
          <p:cNvSpPr/>
          <p:nvPr/>
        </p:nvSpPr>
        <p:spPr>
          <a:xfrm rot="-5400000">
            <a:off x="8016825" y="1486675"/>
            <a:ext cx="1415100" cy="790800"/>
          </a:xfrm>
          <a:prstGeom prst="rect">
            <a:avLst/>
          </a:prstGeom>
          <a:noFill/>
          <a:ln cap="flat" cmpd="sng" w="25400">
            <a:solidFill>
              <a:srgbClr val="CE4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Lumière, son, Déplacement du Kart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9" name="Google Shape;5189;g35b98626057_0_0"/>
          <p:cNvSpPr/>
          <p:nvPr/>
        </p:nvSpPr>
        <p:spPr>
          <a:xfrm rot="-2700000">
            <a:off x="5733092" y="2968143"/>
            <a:ext cx="313531" cy="160372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0" name="Google Shape;5190;g35b98626057_0_0"/>
          <p:cNvSpPr/>
          <p:nvPr/>
        </p:nvSpPr>
        <p:spPr>
          <a:xfrm rot="-8100000">
            <a:off x="3455799" y="2968013"/>
            <a:ext cx="313531" cy="160372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1" name="Google Shape;5191;g35b98626057_0_0"/>
          <p:cNvSpPr/>
          <p:nvPr/>
        </p:nvSpPr>
        <p:spPr>
          <a:xfrm>
            <a:off x="6133350" y="1533750"/>
            <a:ext cx="1692600" cy="501600"/>
          </a:xfrm>
          <a:prstGeom prst="rect">
            <a:avLst/>
          </a:prstGeom>
          <a:noFill/>
          <a:ln cap="flat" cmpd="sng" w="19050">
            <a:solidFill>
              <a:srgbClr val="CE41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2" name="Google Shape;5192;g35b98626057_0_0"/>
          <p:cNvSpPr/>
          <p:nvPr/>
        </p:nvSpPr>
        <p:spPr>
          <a:xfrm>
            <a:off x="6133350" y="2167575"/>
            <a:ext cx="1692600" cy="501600"/>
          </a:xfrm>
          <a:prstGeom prst="rect">
            <a:avLst/>
          </a:prstGeom>
          <a:noFill/>
          <a:ln cap="flat" cmpd="sng" w="19050">
            <a:solidFill>
              <a:srgbClr val="CE41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3" name="Google Shape;5193;g35b98626057_0_0"/>
          <p:cNvSpPr/>
          <p:nvPr/>
        </p:nvSpPr>
        <p:spPr>
          <a:xfrm>
            <a:off x="6133350" y="2801400"/>
            <a:ext cx="1692600" cy="501600"/>
          </a:xfrm>
          <a:prstGeom prst="rect">
            <a:avLst/>
          </a:prstGeom>
          <a:noFill/>
          <a:ln cap="flat" cmpd="sng" w="19050">
            <a:solidFill>
              <a:srgbClr val="CE41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4" name="Google Shape;5194;g35b98626057_0_0"/>
          <p:cNvSpPr/>
          <p:nvPr/>
        </p:nvSpPr>
        <p:spPr>
          <a:xfrm>
            <a:off x="1567975" y="1838950"/>
            <a:ext cx="1692600" cy="606300"/>
          </a:xfrm>
          <a:prstGeom prst="rect">
            <a:avLst/>
          </a:prstGeom>
          <a:noFill/>
          <a:ln cap="flat" cmpd="sng" w="19050">
            <a:solidFill>
              <a:srgbClr val="CE41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5" name="Google Shape;5195;g35b98626057_0_0"/>
          <p:cNvSpPr/>
          <p:nvPr/>
        </p:nvSpPr>
        <p:spPr>
          <a:xfrm>
            <a:off x="3850050" y="1650625"/>
            <a:ext cx="1692600" cy="1098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Décoder les trames NEC reçues et en extraire les informations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5196" name="Google Shape;5196;g35b98626057_0_0"/>
          <p:cNvSpPr/>
          <p:nvPr/>
        </p:nvSpPr>
        <p:spPr>
          <a:xfrm>
            <a:off x="3870463" y="3625275"/>
            <a:ext cx="1692600" cy="9489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Alimenter les différents modules de la carte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0" name="Shape 5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" name="Google Shape;5201;g34d83d48b27_2_34"/>
          <p:cNvSpPr txBox="1"/>
          <p:nvPr>
            <p:ph idx="12" type="sldNum"/>
          </p:nvPr>
        </p:nvSpPr>
        <p:spPr>
          <a:xfrm>
            <a:off x="199081" y="3022487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202" name="Google Shape;5202;g34d83d48b27_2_34"/>
          <p:cNvSpPr txBox="1"/>
          <p:nvPr>
            <p:ph type="title"/>
          </p:nvPr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II. Conception préliminaire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2. Synoptique Électronique Récepteur</a:t>
            </a:r>
            <a:endParaRPr/>
          </a:p>
        </p:txBody>
      </p:sp>
      <p:pic>
        <p:nvPicPr>
          <p:cNvPr id="5203" name="Google Shape;5203;g34d83d48b27_2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1640" y="4534207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204" name="Google Shape;5204;g34d83d48b27_2_34"/>
          <p:cNvSpPr txBox="1"/>
          <p:nvPr/>
        </p:nvSpPr>
        <p:spPr>
          <a:xfrm>
            <a:off x="8160800" y="3173965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C1-4</a:t>
            </a:r>
            <a:endParaRPr/>
          </a:p>
        </p:txBody>
      </p:sp>
      <p:sp>
        <p:nvSpPr>
          <p:cNvPr id="5205" name="Google Shape;5205;g34d83d48b27_2_34"/>
          <p:cNvSpPr txBox="1"/>
          <p:nvPr/>
        </p:nvSpPr>
        <p:spPr>
          <a:xfrm>
            <a:off x="8160818" y="3519338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C1-9</a:t>
            </a:r>
            <a:endParaRPr/>
          </a:p>
        </p:txBody>
      </p:sp>
      <p:sp>
        <p:nvSpPr>
          <p:cNvPr id="5206" name="Google Shape;5206;g34d83d48b27_2_34"/>
          <p:cNvSpPr txBox="1"/>
          <p:nvPr/>
        </p:nvSpPr>
        <p:spPr>
          <a:xfrm>
            <a:off x="8160818" y="3860849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C1-10</a:t>
            </a:r>
            <a:endParaRPr/>
          </a:p>
        </p:txBody>
      </p:sp>
      <p:sp>
        <p:nvSpPr>
          <p:cNvPr id="5207" name="Google Shape;5207;g34d83d48b27_2_34"/>
          <p:cNvSpPr/>
          <p:nvPr/>
        </p:nvSpPr>
        <p:spPr>
          <a:xfrm>
            <a:off x="5940150" y="1203050"/>
            <a:ext cx="1969800" cy="3106800"/>
          </a:xfrm>
          <a:prstGeom prst="rect">
            <a:avLst/>
          </a:prstGeom>
          <a:noFill/>
          <a:ln cap="flat" cmpd="sng" w="25400">
            <a:solidFill>
              <a:srgbClr val="CE4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HLMP-</a:t>
            </a:r>
            <a:r>
              <a:rPr b="1" lang="fr-FR"/>
              <a:t>CM3A-Z10D   + Resistance</a:t>
            </a:r>
            <a:endParaRPr b="1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/>
              <a:t>HLMP-CM3A-VW0DD + Resistance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/>
              <a:t>MCKPT-G1210-3916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/>
              <a:t>HS322HD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Turingy + Xreg10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8" name="Google Shape;5208;g34d83d48b27_2_34"/>
          <p:cNvSpPr/>
          <p:nvPr/>
        </p:nvSpPr>
        <p:spPr>
          <a:xfrm>
            <a:off x="3673038" y="1202950"/>
            <a:ext cx="1835400" cy="1647900"/>
          </a:xfrm>
          <a:prstGeom prst="rect">
            <a:avLst/>
          </a:prstGeom>
          <a:noFill/>
          <a:ln cap="flat" cmpd="sng" w="25400">
            <a:solidFill>
              <a:srgbClr val="F3A58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TRAITEMENT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9" name="Google Shape;5209;g34d83d48b27_2_34"/>
          <p:cNvSpPr/>
          <p:nvPr/>
        </p:nvSpPr>
        <p:spPr>
          <a:xfrm>
            <a:off x="1371875" y="1203062"/>
            <a:ext cx="1835400" cy="1647900"/>
          </a:xfrm>
          <a:prstGeom prst="rect">
            <a:avLst/>
          </a:prstGeom>
          <a:noFill/>
          <a:ln cap="flat" cmpd="sng" w="25400">
            <a:solidFill>
              <a:srgbClr val="CE4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ACQUISITION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TSOP 4438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0" name="Google Shape;5210;g34d83d48b27_2_34"/>
          <p:cNvSpPr/>
          <p:nvPr/>
        </p:nvSpPr>
        <p:spPr>
          <a:xfrm>
            <a:off x="3711803" y="3276219"/>
            <a:ext cx="1835400" cy="1415100"/>
          </a:xfrm>
          <a:prstGeom prst="rect">
            <a:avLst/>
          </a:prstGeom>
          <a:noFill/>
          <a:ln cap="flat" cmpd="sng" w="25400">
            <a:solidFill>
              <a:srgbClr val="F3A58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ENERGIE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1" name="Google Shape;5211;g34d83d48b27_2_34"/>
          <p:cNvSpPr/>
          <p:nvPr/>
        </p:nvSpPr>
        <p:spPr>
          <a:xfrm>
            <a:off x="3308084" y="1820449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2" name="Google Shape;5212;g34d83d48b27_2_34"/>
          <p:cNvSpPr/>
          <p:nvPr/>
        </p:nvSpPr>
        <p:spPr>
          <a:xfrm>
            <a:off x="5596309" y="1830351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3" name="Google Shape;5213;g34d83d48b27_2_34"/>
          <p:cNvSpPr/>
          <p:nvPr/>
        </p:nvSpPr>
        <p:spPr>
          <a:xfrm>
            <a:off x="7961864" y="1802048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4" name="Google Shape;5214;g34d83d48b27_2_34"/>
          <p:cNvSpPr/>
          <p:nvPr/>
        </p:nvSpPr>
        <p:spPr>
          <a:xfrm>
            <a:off x="1001452" y="1820560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5" name="Google Shape;5215;g34d83d48b27_2_34"/>
          <p:cNvSpPr/>
          <p:nvPr/>
        </p:nvSpPr>
        <p:spPr>
          <a:xfrm rot="-5400000">
            <a:off x="4472646" y="2975759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6" name="Google Shape;5216;g34d83d48b27_2_34"/>
          <p:cNvSpPr/>
          <p:nvPr/>
        </p:nvSpPr>
        <p:spPr>
          <a:xfrm rot="-5400000">
            <a:off x="-42432" y="1698700"/>
            <a:ext cx="1415100" cy="423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CE4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Tame IR NEC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7" name="Google Shape;5217;g34d83d48b27_2_34"/>
          <p:cNvSpPr/>
          <p:nvPr/>
        </p:nvSpPr>
        <p:spPr>
          <a:xfrm rot="-5400000">
            <a:off x="8016825" y="1486675"/>
            <a:ext cx="1415100" cy="790800"/>
          </a:xfrm>
          <a:prstGeom prst="rect">
            <a:avLst/>
          </a:prstGeom>
          <a:noFill/>
          <a:ln cap="flat" cmpd="sng" w="25400">
            <a:solidFill>
              <a:srgbClr val="CE4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Lumière, son, Déplacement du Kart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8" name="Google Shape;5218;g34d83d48b27_2_34"/>
          <p:cNvSpPr/>
          <p:nvPr/>
        </p:nvSpPr>
        <p:spPr>
          <a:xfrm rot="-2700000">
            <a:off x="5577005" y="2986418"/>
            <a:ext cx="313531" cy="16037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9" name="Google Shape;5219;g34d83d48b27_2_34"/>
          <p:cNvSpPr/>
          <p:nvPr/>
        </p:nvSpPr>
        <p:spPr>
          <a:xfrm rot="-8100000">
            <a:off x="3368562" y="2986413"/>
            <a:ext cx="313531" cy="16037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0" name="Google Shape;5220;g34d83d48b27_2_34"/>
          <p:cNvSpPr txBox="1"/>
          <p:nvPr/>
        </p:nvSpPr>
        <p:spPr>
          <a:xfrm>
            <a:off x="8160800" y="2832454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</a:t>
            </a:r>
            <a:endParaRPr/>
          </a:p>
        </p:txBody>
      </p:sp>
      <p:sp>
        <p:nvSpPr>
          <p:cNvPr id="5221" name="Google Shape;5221;g34d83d48b27_2_34"/>
          <p:cNvSpPr txBox="1"/>
          <p:nvPr/>
        </p:nvSpPr>
        <p:spPr>
          <a:xfrm>
            <a:off x="8160800" y="420622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C1-11</a:t>
            </a:r>
            <a:endParaRPr/>
          </a:p>
        </p:txBody>
      </p:sp>
      <p:sp>
        <p:nvSpPr>
          <p:cNvPr id="5222" name="Google Shape;5222;g34d83d48b27_2_34"/>
          <p:cNvSpPr/>
          <p:nvPr/>
        </p:nvSpPr>
        <p:spPr>
          <a:xfrm>
            <a:off x="994902" y="3234372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3" name="Google Shape;5223;g34d83d48b27_2_34"/>
          <p:cNvSpPr/>
          <p:nvPr/>
        </p:nvSpPr>
        <p:spPr>
          <a:xfrm>
            <a:off x="994896" y="3519449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4" name="Google Shape;5224;g34d83d48b27_2_34"/>
          <p:cNvSpPr/>
          <p:nvPr/>
        </p:nvSpPr>
        <p:spPr>
          <a:xfrm>
            <a:off x="994896" y="3804526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5" name="Google Shape;5225;g34d83d48b27_2_34"/>
          <p:cNvSpPr/>
          <p:nvPr/>
        </p:nvSpPr>
        <p:spPr>
          <a:xfrm>
            <a:off x="994889" y="4089598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6" name="Google Shape;5226;g34d83d48b27_2_34"/>
          <p:cNvSpPr/>
          <p:nvPr/>
        </p:nvSpPr>
        <p:spPr>
          <a:xfrm>
            <a:off x="994909" y="4374684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7" name="Google Shape;5227;g34d83d48b27_2_34"/>
          <p:cNvSpPr/>
          <p:nvPr/>
        </p:nvSpPr>
        <p:spPr>
          <a:xfrm>
            <a:off x="1440463" y="3009825"/>
            <a:ext cx="1561800" cy="174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/>
              <a:t>IR (NEC)</a:t>
            </a:r>
            <a:endParaRPr/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/>
              <a:t>Elec</a:t>
            </a:r>
            <a:endParaRPr/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/>
              <a:t>Elec</a:t>
            </a:r>
            <a:endParaRPr/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/>
              <a:t>AUTRE</a:t>
            </a:r>
            <a:endParaRPr/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/>
              <a:t>Elec (5V)</a:t>
            </a:r>
            <a:endParaRPr/>
          </a:p>
        </p:txBody>
      </p:sp>
      <p:sp>
        <p:nvSpPr>
          <p:cNvPr id="5228" name="Google Shape;5228;g34d83d48b27_2_34"/>
          <p:cNvSpPr/>
          <p:nvPr/>
        </p:nvSpPr>
        <p:spPr>
          <a:xfrm>
            <a:off x="1494300" y="1753825"/>
            <a:ext cx="1623600" cy="385500"/>
          </a:xfrm>
          <a:prstGeom prst="rect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9" name="Google Shape;5229;g34d83d48b27_2_34"/>
          <p:cNvSpPr/>
          <p:nvPr/>
        </p:nvSpPr>
        <p:spPr>
          <a:xfrm>
            <a:off x="6030575" y="1755550"/>
            <a:ext cx="1810800" cy="541500"/>
          </a:xfrm>
          <a:prstGeom prst="rect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0" name="Google Shape;5230;g34d83d48b27_2_34"/>
          <p:cNvSpPr/>
          <p:nvPr/>
        </p:nvSpPr>
        <p:spPr>
          <a:xfrm>
            <a:off x="6013325" y="2357625"/>
            <a:ext cx="1810800" cy="541500"/>
          </a:xfrm>
          <a:prstGeom prst="rect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1" name="Google Shape;5231;g34d83d48b27_2_34"/>
          <p:cNvSpPr/>
          <p:nvPr/>
        </p:nvSpPr>
        <p:spPr>
          <a:xfrm>
            <a:off x="6019650" y="2959825"/>
            <a:ext cx="1810800" cy="385500"/>
          </a:xfrm>
          <a:prstGeom prst="rect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2" name="Google Shape;5232;g34d83d48b27_2_34"/>
          <p:cNvSpPr/>
          <p:nvPr/>
        </p:nvSpPr>
        <p:spPr>
          <a:xfrm>
            <a:off x="6019638" y="3393600"/>
            <a:ext cx="1810800" cy="385500"/>
          </a:xfrm>
          <a:prstGeom prst="rect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3" name="Google Shape;5233;g34d83d48b27_2_34"/>
          <p:cNvSpPr/>
          <p:nvPr/>
        </p:nvSpPr>
        <p:spPr>
          <a:xfrm>
            <a:off x="6019638" y="3827375"/>
            <a:ext cx="1810800" cy="385500"/>
          </a:xfrm>
          <a:prstGeom prst="rect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4" name="Google Shape;5234;g34d83d48b27_2_34"/>
          <p:cNvSpPr/>
          <p:nvPr/>
        </p:nvSpPr>
        <p:spPr>
          <a:xfrm>
            <a:off x="323775" y="1140150"/>
            <a:ext cx="3157200" cy="1773600"/>
          </a:xfrm>
          <a:prstGeom prst="rect">
            <a:avLst/>
          </a:prstGeom>
          <a:solidFill>
            <a:srgbClr val="C00000">
              <a:alpha val="175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3A1B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5" name="Google Shape;5235;g34d83d48b27_2_34"/>
          <p:cNvSpPr/>
          <p:nvPr/>
        </p:nvSpPr>
        <p:spPr>
          <a:xfrm>
            <a:off x="5857188" y="885263"/>
            <a:ext cx="2161800" cy="3583200"/>
          </a:xfrm>
          <a:prstGeom prst="rect">
            <a:avLst/>
          </a:prstGeom>
          <a:solidFill>
            <a:srgbClr val="C00000">
              <a:alpha val="175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3A1B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6" name="Google Shape;5236;g34d83d48b27_2_34"/>
          <p:cNvSpPr/>
          <p:nvPr/>
        </p:nvSpPr>
        <p:spPr>
          <a:xfrm>
            <a:off x="3504375" y="1161075"/>
            <a:ext cx="2068500" cy="1773600"/>
          </a:xfrm>
          <a:prstGeom prst="rect">
            <a:avLst/>
          </a:prstGeom>
          <a:solidFill>
            <a:srgbClr val="F9CFB9">
              <a:alpha val="4367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3A1B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7" name="Google Shape;5237;g34d83d48b27_2_34"/>
          <p:cNvSpPr/>
          <p:nvPr/>
        </p:nvSpPr>
        <p:spPr>
          <a:xfrm>
            <a:off x="3620800" y="3173975"/>
            <a:ext cx="2068500" cy="1773600"/>
          </a:xfrm>
          <a:prstGeom prst="rect">
            <a:avLst/>
          </a:prstGeom>
          <a:solidFill>
            <a:srgbClr val="F9CFB9">
              <a:alpha val="4367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3A1B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8" name="Google Shape;5238;g34d83d48b27_2_34"/>
          <p:cNvSpPr/>
          <p:nvPr/>
        </p:nvSpPr>
        <p:spPr>
          <a:xfrm>
            <a:off x="3877086" y="1648460"/>
            <a:ext cx="1464000" cy="3138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ATMEGA328P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5239" name="Google Shape;5239;g34d83d48b27_2_34"/>
          <p:cNvSpPr/>
          <p:nvPr/>
        </p:nvSpPr>
        <p:spPr>
          <a:xfrm>
            <a:off x="3886925" y="2043827"/>
            <a:ext cx="1464000" cy="2808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TSAL6200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5240" name="Google Shape;5240;g34d83d48b27_2_34"/>
          <p:cNvSpPr/>
          <p:nvPr/>
        </p:nvSpPr>
        <p:spPr>
          <a:xfrm>
            <a:off x="3878300" y="2407389"/>
            <a:ext cx="1464000" cy="2808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Condensateur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5241" name="Google Shape;5241;g34d83d48b27_2_34"/>
          <p:cNvSpPr/>
          <p:nvPr/>
        </p:nvSpPr>
        <p:spPr>
          <a:xfrm>
            <a:off x="3897561" y="3599160"/>
            <a:ext cx="1464000" cy="3138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LIPO 2S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5242" name="Google Shape;5242;g34d83d48b27_2_34"/>
          <p:cNvSpPr/>
          <p:nvPr/>
        </p:nvSpPr>
        <p:spPr>
          <a:xfrm>
            <a:off x="3897511" y="3964735"/>
            <a:ext cx="1464000" cy="3138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UBEC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5243" name="Google Shape;5243;g34d83d48b27_2_34"/>
          <p:cNvSpPr/>
          <p:nvPr/>
        </p:nvSpPr>
        <p:spPr>
          <a:xfrm>
            <a:off x="3897561" y="4330310"/>
            <a:ext cx="1464000" cy="3138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MCDTS6-3K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7" name="Shape 5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8" name="Google Shape;5248;p6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249" name="Google Shape;5249;p6"/>
          <p:cNvSpPr txBox="1"/>
          <p:nvPr>
            <p:ph type="title"/>
          </p:nvPr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II. Conception préliminaire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3. Synoptique Informatique Emetteur</a:t>
            </a:r>
            <a:endParaRPr/>
          </a:p>
        </p:txBody>
      </p:sp>
      <p:pic>
        <p:nvPicPr>
          <p:cNvPr id="5250" name="Google Shape;52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251" name="Google Shape;5251;p6"/>
          <p:cNvSpPr txBox="1"/>
          <p:nvPr/>
        </p:nvSpPr>
        <p:spPr>
          <a:xfrm>
            <a:off x="8117350" y="3299840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C1-4</a:t>
            </a:r>
            <a:endParaRPr/>
          </a:p>
        </p:txBody>
      </p:sp>
      <p:sp>
        <p:nvSpPr>
          <p:cNvPr id="5252" name="Google Shape;5252;p6"/>
          <p:cNvSpPr txBox="1"/>
          <p:nvPr/>
        </p:nvSpPr>
        <p:spPr>
          <a:xfrm>
            <a:off x="8117368" y="3645213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C1-9</a:t>
            </a:r>
            <a:endParaRPr/>
          </a:p>
        </p:txBody>
      </p:sp>
      <p:sp>
        <p:nvSpPr>
          <p:cNvPr id="5253" name="Google Shape;5253;p6"/>
          <p:cNvSpPr txBox="1"/>
          <p:nvPr/>
        </p:nvSpPr>
        <p:spPr>
          <a:xfrm>
            <a:off x="8117368" y="3986724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C1-10</a:t>
            </a:r>
            <a:endParaRPr/>
          </a:p>
        </p:txBody>
      </p:sp>
      <p:sp>
        <p:nvSpPr>
          <p:cNvPr id="5254" name="Google Shape;5254;p6"/>
          <p:cNvSpPr/>
          <p:nvPr/>
        </p:nvSpPr>
        <p:spPr>
          <a:xfrm>
            <a:off x="6318008" y="1310329"/>
            <a:ext cx="1835474" cy="1414983"/>
          </a:xfrm>
          <a:prstGeom prst="rect">
            <a:avLst/>
          </a:prstGeom>
          <a:noFill/>
          <a:ln cap="flat" cmpd="sng" w="25400">
            <a:solidFill>
              <a:srgbClr val="F3A58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</a:rPr>
              <a:t>Led verte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</a:rPr>
              <a:t>Générer la TRAM NEC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5" name="Google Shape;5255;p6"/>
          <p:cNvSpPr/>
          <p:nvPr/>
        </p:nvSpPr>
        <p:spPr>
          <a:xfrm>
            <a:off x="4020875" y="1310325"/>
            <a:ext cx="1835400" cy="3679500"/>
          </a:xfrm>
          <a:prstGeom prst="rect">
            <a:avLst/>
          </a:prstGeom>
          <a:noFill/>
          <a:ln cap="flat" cmpd="sng" w="25400">
            <a:solidFill>
              <a:srgbClr val="CE4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TRAITEMENT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1100">
                <a:solidFill>
                  <a:schemeClr val="lt2"/>
                </a:solidFill>
              </a:rPr>
              <a:t>E</a:t>
            </a:r>
            <a:r>
              <a:rPr b="1" lang="fr-FR" sz="1100">
                <a:solidFill>
                  <a:schemeClr val="lt2"/>
                </a:solidFill>
              </a:rPr>
              <a:t>ncoder</a:t>
            </a:r>
            <a:r>
              <a:rPr lang="fr-FR" sz="1100">
                <a:solidFill>
                  <a:schemeClr val="lt2"/>
                </a:solidFill>
              </a:rPr>
              <a:t> deux octets pour le protocole NEC :</a:t>
            </a:r>
            <a:endParaRPr sz="11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lt2"/>
                </a:solidFill>
              </a:rPr>
              <a:t>L’octet </a:t>
            </a:r>
            <a:r>
              <a:rPr b="1" lang="fr-FR" sz="1100">
                <a:solidFill>
                  <a:schemeClr val="lt2"/>
                </a:solidFill>
              </a:rPr>
              <a:t>“address”</a:t>
            </a:r>
            <a:r>
              <a:rPr lang="fr-FR" sz="1100">
                <a:solidFill>
                  <a:schemeClr val="lt2"/>
                </a:solidFill>
              </a:rPr>
              <a:t> : 1 bit pour l’état du bouton poussoir et 7 bits pour l’identifiant de l’équipe.</a:t>
            </a:r>
            <a:endParaRPr sz="11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lt2"/>
                </a:solidFill>
              </a:rPr>
              <a:t>L’octet </a:t>
            </a:r>
            <a:r>
              <a:rPr b="1" lang="fr-FR" sz="1100">
                <a:solidFill>
                  <a:schemeClr val="lt2"/>
                </a:solidFill>
              </a:rPr>
              <a:t>“data”</a:t>
            </a:r>
            <a:r>
              <a:rPr lang="fr-FR" sz="1100">
                <a:solidFill>
                  <a:schemeClr val="lt2"/>
                </a:solidFill>
              </a:rPr>
              <a:t> : 3 bits pour la puissance moteur et 5 bits pour la direction des roues.</a:t>
            </a:r>
            <a:endParaRPr sz="11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-FR" sz="1100">
                <a:solidFill>
                  <a:schemeClr val="lt2"/>
                </a:solidFill>
              </a:rPr>
              <a:t>Vérifie le temps entre chaque émission IR, afin de respecter les délais.</a:t>
            </a:r>
            <a:endParaRPr sz="1100">
              <a:solidFill>
                <a:schemeClr val="lt2"/>
              </a:solidFill>
            </a:endParaRPr>
          </a:p>
        </p:txBody>
      </p:sp>
      <p:sp>
        <p:nvSpPr>
          <p:cNvPr id="5256" name="Google Shape;5256;p6"/>
          <p:cNvSpPr/>
          <p:nvPr/>
        </p:nvSpPr>
        <p:spPr>
          <a:xfrm>
            <a:off x="1750453" y="1310327"/>
            <a:ext cx="1835474" cy="1414983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ACQUISITION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</a:rPr>
              <a:t>Valeur de potentiomètre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</a:rPr>
              <a:t>Bouton poussoir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7" name="Google Shape;5257;p6"/>
          <p:cNvSpPr/>
          <p:nvPr/>
        </p:nvSpPr>
        <p:spPr>
          <a:xfrm>
            <a:off x="3655921" y="1927824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8" name="Google Shape;5258;p6"/>
          <p:cNvSpPr/>
          <p:nvPr/>
        </p:nvSpPr>
        <p:spPr>
          <a:xfrm>
            <a:off x="5944146" y="1937726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9" name="Google Shape;5259;p6"/>
          <p:cNvSpPr/>
          <p:nvPr/>
        </p:nvSpPr>
        <p:spPr>
          <a:xfrm>
            <a:off x="8222464" y="1927823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0" name="Google Shape;5260;p6"/>
          <p:cNvSpPr/>
          <p:nvPr/>
        </p:nvSpPr>
        <p:spPr>
          <a:xfrm>
            <a:off x="1380027" y="1927822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1" name="Google Shape;5261;p6"/>
          <p:cNvSpPr/>
          <p:nvPr/>
        </p:nvSpPr>
        <p:spPr>
          <a:xfrm rot="-5400000">
            <a:off x="336171" y="1806052"/>
            <a:ext cx="1414983" cy="423538"/>
          </a:xfrm>
          <a:prstGeom prst="rect">
            <a:avLst/>
          </a:prstGeom>
          <a:noFill/>
          <a:ln cap="flat" cmpd="sng" w="25400">
            <a:solidFill>
              <a:srgbClr val="F3A58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Mouvement de l’utilisateur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2" name="Google Shape;5262;p6"/>
          <p:cNvSpPr/>
          <p:nvPr/>
        </p:nvSpPr>
        <p:spPr>
          <a:xfrm rot="-5400000">
            <a:off x="8106279" y="1796145"/>
            <a:ext cx="1414983" cy="423538"/>
          </a:xfrm>
          <a:prstGeom prst="rect">
            <a:avLst/>
          </a:prstGeom>
          <a:noFill/>
          <a:ln cap="flat" cmpd="sng" w="25400">
            <a:solidFill>
              <a:srgbClr val="F3A58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Émettre</a:t>
            </a:r>
            <a:r>
              <a:rPr b="1" lang="fr-FR">
                <a:solidFill>
                  <a:schemeClr val="dk1"/>
                </a:solidFill>
              </a:rPr>
              <a:t> le signal NEC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3" name="Google Shape;5263;p6"/>
          <p:cNvSpPr txBox="1"/>
          <p:nvPr/>
        </p:nvSpPr>
        <p:spPr>
          <a:xfrm>
            <a:off x="8117350" y="2958329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</a:t>
            </a:r>
            <a:endParaRPr/>
          </a:p>
        </p:txBody>
      </p:sp>
      <p:sp>
        <p:nvSpPr>
          <p:cNvPr id="5264" name="Google Shape;5264;p6"/>
          <p:cNvSpPr txBox="1"/>
          <p:nvPr/>
        </p:nvSpPr>
        <p:spPr>
          <a:xfrm>
            <a:off x="8117350" y="433209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C1-11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268" name="Shape 5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9" name="Google Shape;5269;g367b87eabe1_0_36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270" name="Google Shape;5270;g367b87eabe1_0_36"/>
          <p:cNvSpPr txBox="1"/>
          <p:nvPr>
            <p:ph type="title"/>
          </p:nvPr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II. Conception préliminaire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3. Synoptique Informatique Emetteur</a:t>
            </a:r>
            <a:endParaRPr/>
          </a:p>
        </p:txBody>
      </p:sp>
      <p:pic>
        <p:nvPicPr>
          <p:cNvPr id="5271" name="Google Shape;5271;g367b87eabe1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272" name="Google Shape;5272;g367b87eabe1_0_36"/>
          <p:cNvSpPr txBox="1"/>
          <p:nvPr/>
        </p:nvSpPr>
        <p:spPr>
          <a:xfrm>
            <a:off x="8117350" y="3299840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C1-4</a:t>
            </a:r>
            <a:endParaRPr/>
          </a:p>
        </p:txBody>
      </p:sp>
      <p:sp>
        <p:nvSpPr>
          <p:cNvPr id="5273" name="Google Shape;5273;g367b87eabe1_0_36"/>
          <p:cNvSpPr txBox="1"/>
          <p:nvPr/>
        </p:nvSpPr>
        <p:spPr>
          <a:xfrm>
            <a:off x="8117368" y="3645213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C1-9</a:t>
            </a:r>
            <a:endParaRPr/>
          </a:p>
        </p:txBody>
      </p:sp>
      <p:sp>
        <p:nvSpPr>
          <p:cNvPr id="5274" name="Google Shape;5274;g367b87eabe1_0_36"/>
          <p:cNvSpPr txBox="1"/>
          <p:nvPr/>
        </p:nvSpPr>
        <p:spPr>
          <a:xfrm>
            <a:off x="8117368" y="3986724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C1-10</a:t>
            </a:r>
            <a:endParaRPr/>
          </a:p>
        </p:txBody>
      </p:sp>
      <p:sp>
        <p:nvSpPr>
          <p:cNvPr id="5275" name="Google Shape;5275;g367b87eabe1_0_36"/>
          <p:cNvSpPr/>
          <p:nvPr/>
        </p:nvSpPr>
        <p:spPr>
          <a:xfrm>
            <a:off x="6318008" y="1310329"/>
            <a:ext cx="1835400" cy="1415100"/>
          </a:xfrm>
          <a:prstGeom prst="rect">
            <a:avLst/>
          </a:prstGeom>
          <a:noFill/>
          <a:ln cap="flat" cmpd="sng" w="25400">
            <a:solidFill>
              <a:srgbClr val="F3A58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</a:rPr>
              <a:t>Led verte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</a:rPr>
              <a:t>Générer la TRAM NEC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6" name="Google Shape;5276;g367b87eabe1_0_36"/>
          <p:cNvSpPr/>
          <p:nvPr/>
        </p:nvSpPr>
        <p:spPr>
          <a:xfrm>
            <a:off x="4020875" y="1310325"/>
            <a:ext cx="1835400" cy="3679500"/>
          </a:xfrm>
          <a:prstGeom prst="rect">
            <a:avLst/>
          </a:prstGeom>
          <a:noFill/>
          <a:ln cap="flat" cmpd="sng" w="25400">
            <a:solidFill>
              <a:srgbClr val="CE4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TRAITEMENT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1100">
                <a:solidFill>
                  <a:schemeClr val="lt2"/>
                </a:solidFill>
              </a:rPr>
              <a:t>E</a:t>
            </a:r>
            <a:r>
              <a:rPr b="1" lang="fr-FR" sz="1100">
                <a:solidFill>
                  <a:schemeClr val="lt2"/>
                </a:solidFill>
              </a:rPr>
              <a:t>ncoder</a:t>
            </a:r>
            <a:r>
              <a:rPr lang="fr-FR" sz="1100">
                <a:solidFill>
                  <a:schemeClr val="lt2"/>
                </a:solidFill>
              </a:rPr>
              <a:t> deux octets pour le protocole NEC :</a:t>
            </a:r>
            <a:endParaRPr sz="11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lt2"/>
                </a:solidFill>
              </a:rPr>
              <a:t>L’octet </a:t>
            </a:r>
            <a:r>
              <a:rPr b="1" lang="fr-FR" sz="1100">
                <a:solidFill>
                  <a:schemeClr val="lt2"/>
                </a:solidFill>
              </a:rPr>
              <a:t>“address”</a:t>
            </a:r>
            <a:r>
              <a:rPr lang="fr-FR" sz="1100">
                <a:solidFill>
                  <a:schemeClr val="lt2"/>
                </a:solidFill>
              </a:rPr>
              <a:t> : 1 bit pour l’état du bouton poussoir et 7 bits pour l’identifiant de l’équipe.</a:t>
            </a:r>
            <a:endParaRPr sz="11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lt2"/>
                </a:solidFill>
              </a:rPr>
              <a:t>L’octet </a:t>
            </a:r>
            <a:r>
              <a:rPr b="1" lang="fr-FR" sz="1100">
                <a:solidFill>
                  <a:schemeClr val="lt2"/>
                </a:solidFill>
              </a:rPr>
              <a:t>“data”</a:t>
            </a:r>
            <a:r>
              <a:rPr lang="fr-FR" sz="1100">
                <a:solidFill>
                  <a:schemeClr val="lt2"/>
                </a:solidFill>
              </a:rPr>
              <a:t> : 3 bits pour la puissance moteur et 5 bits pour la direction des roues.</a:t>
            </a:r>
            <a:endParaRPr sz="11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-FR" sz="1100">
                <a:solidFill>
                  <a:schemeClr val="lt2"/>
                </a:solidFill>
              </a:rPr>
              <a:t>Vérifie le temps entre chaque émission IR, afin de respecter les délais.</a:t>
            </a:r>
            <a:endParaRPr sz="1100">
              <a:solidFill>
                <a:schemeClr val="lt2"/>
              </a:solidFill>
            </a:endParaRPr>
          </a:p>
        </p:txBody>
      </p:sp>
      <p:sp>
        <p:nvSpPr>
          <p:cNvPr id="5277" name="Google Shape;5277;g367b87eabe1_0_36"/>
          <p:cNvSpPr/>
          <p:nvPr/>
        </p:nvSpPr>
        <p:spPr>
          <a:xfrm>
            <a:off x="1750453" y="1310327"/>
            <a:ext cx="1835400" cy="1415100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ACQUISITION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</a:rPr>
              <a:t>Valeur de potentiomètre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</a:rPr>
              <a:t>Bouton poussoir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8" name="Google Shape;5278;g367b87eabe1_0_36"/>
          <p:cNvSpPr/>
          <p:nvPr/>
        </p:nvSpPr>
        <p:spPr>
          <a:xfrm>
            <a:off x="3655921" y="1927824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9" name="Google Shape;5279;g367b87eabe1_0_36"/>
          <p:cNvSpPr/>
          <p:nvPr/>
        </p:nvSpPr>
        <p:spPr>
          <a:xfrm>
            <a:off x="5944146" y="1937726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0" name="Google Shape;5280;g367b87eabe1_0_36"/>
          <p:cNvSpPr/>
          <p:nvPr/>
        </p:nvSpPr>
        <p:spPr>
          <a:xfrm>
            <a:off x="8222464" y="1927823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1" name="Google Shape;5281;g367b87eabe1_0_36"/>
          <p:cNvSpPr/>
          <p:nvPr/>
        </p:nvSpPr>
        <p:spPr>
          <a:xfrm>
            <a:off x="1380027" y="1927822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2" name="Google Shape;5282;g367b87eabe1_0_36"/>
          <p:cNvSpPr/>
          <p:nvPr/>
        </p:nvSpPr>
        <p:spPr>
          <a:xfrm rot="-5400000">
            <a:off x="336143" y="1805962"/>
            <a:ext cx="1415100" cy="423600"/>
          </a:xfrm>
          <a:prstGeom prst="rect">
            <a:avLst/>
          </a:prstGeom>
          <a:noFill/>
          <a:ln cap="flat" cmpd="sng" w="25400">
            <a:solidFill>
              <a:srgbClr val="F3A58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Mouvement de l’utilisateur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3" name="Google Shape;5283;g367b87eabe1_0_36"/>
          <p:cNvSpPr/>
          <p:nvPr/>
        </p:nvSpPr>
        <p:spPr>
          <a:xfrm rot="-5400000">
            <a:off x="8106251" y="1796056"/>
            <a:ext cx="1415100" cy="423600"/>
          </a:xfrm>
          <a:prstGeom prst="rect">
            <a:avLst/>
          </a:prstGeom>
          <a:noFill/>
          <a:ln cap="flat" cmpd="sng" w="25400">
            <a:solidFill>
              <a:srgbClr val="F3A58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Émettre le signal NEC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4" name="Google Shape;5284;g367b87eabe1_0_36"/>
          <p:cNvSpPr txBox="1"/>
          <p:nvPr/>
        </p:nvSpPr>
        <p:spPr>
          <a:xfrm>
            <a:off x="8117350" y="2958329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</a:t>
            </a:r>
            <a:endParaRPr/>
          </a:p>
        </p:txBody>
      </p:sp>
      <p:sp>
        <p:nvSpPr>
          <p:cNvPr id="5285" name="Google Shape;5285;g367b87eabe1_0_36"/>
          <p:cNvSpPr txBox="1"/>
          <p:nvPr/>
        </p:nvSpPr>
        <p:spPr>
          <a:xfrm>
            <a:off x="8117350" y="43320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C1-11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9" name="Shape 5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0" name="Google Shape;5290;p7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291" name="Google Shape;5291;p7"/>
          <p:cNvSpPr txBox="1"/>
          <p:nvPr>
            <p:ph type="title"/>
          </p:nvPr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II. Conception préliminaire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4. Synoptique Informatique Récepteur</a:t>
            </a:r>
            <a:endParaRPr/>
          </a:p>
        </p:txBody>
      </p:sp>
      <p:pic>
        <p:nvPicPr>
          <p:cNvPr id="5292" name="Google Shape;52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293" name="Google Shape;5293;p7"/>
          <p:cNvSpPr txBox="1"/>
          <p:nvPr/>
        </p:nvSpPr>
        <p:spPr>
          <a:xfrm>
            <a:off x="8222475" y="3299840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C1-4</a:t>
            </a:r>
            <a:endParaRPr/>
          </a:p>
        </p:txBody>
      </p:sp>
      <p:sp>
        <p:nvSpPr>
          <p:cNvPr id="5294" name="Google Shape;5294;p7"/>
          <p:cNvSpPr txBox="1"/>
          <p:nvPr/>
        </p:nvSpPr>
        <p:spPr>
          <a:xfrm>
            <a:off x="8222493" y="3645213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C1-9</a:t>
            </a:r>
            <a:endParaRPr/>
          </a:p>
        </p:txBody>
      </p:sp>
      <p:sp>
        <p:nvSpPr>
          <p:cNvPr id="5295" name="Google Shape;5295;p7"/>
          <p:cNvSpPr txBox="1"/>
          <p:nvPr/>
        </p:nvSpPr>
        <p:spPr>
          <a:xfrm>
            <a:off x="8222493" y="3986724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C1-10</a:t>
            </a:r>
            <a:endParaRPr/>
          </a:p>
        </p:txBody>
      </p:sp>
      <p:sp>
        <p:nvSpPr>
          <p:cNvPr id="5296" name="Google Shape;5296;p7"/>
          <p:cNvSpPr/>
          <p:nvPr/>
        </p:nvSpPr>
        <p:spPr>
          <a:xfrm>
            <a:off x="6318000" y="1310325"/>
            <a:ext cx="1835400" cy="2218200"/>
          </a:xfrm>
          <a:prstGeom prst="rect">
            <a:avLst/>
          </a:prstGeom>
          <a:noFill/>
          <a:ln cap="flat" cmpd="sng" w="25400">
            <a:solidFill>
              <a:srgbClr val="53CB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7" name="Google Shape;5297;p7"/>
          <p:cNvSpPr/>
          <p:nvPr/>
        </p:nvSpPr>
        <p:spPr>
          <a:xfrm>
            <a:off x="4020875" y="1310325"/>
            <a:ext cx="1835400" cy="3596400"/>
          </a:xfrm>
          <a:prstGeom prst="rect">
            <a:avLst/>
          </a:prstGeom>
          <a:noFill/>
          <a:ln cap="flat" cmpd="sng" w="25400">
            <a:solidFill>
              <a:srgbClr val="0075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TRAITEMENT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sz="1100">
              <a:solidFill>
                <a:schemeClr val="lt2"/>
              </a:solidFill>
            </a:endParaRPr>
          </a:p>
        </p:txBody>
      </p:sp>
      <p:sp>
        <p:nvSpPr>
          <p:cNvPr id="5298" name="Google Shape;5298;p7"/>
          <p:cNvSpPr/>
          <p:nvPr/>
        </p:nvSpPr>
        <p:spPr>
          <a:xfrm>
            <a:off x="1750453" y="1310327"/>
            <a:ext cx="1835474" cy="1414983"/>
          </a:xfrm>
          <a:prstGeom prst="rect">
            <a:avLst/>
          </a:prstGeom>
          <a:noFill/>
          <a:ln cap="flat" cmpd="sng" w="25400">
            <a:solidFill>
              <a:srgbClr val="53CB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ACQUISITION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9" name="Google Shape;5299;p7"/>
          <p:cNvSpPr/>
          <p:nvPr/>
        </p:nvSpPr>
        <p:spPr>
          <a:xfrm>
            <a:off x="3655921" y="1927824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0" name="Google Shape;5300;p7"/>
          <p:cNvSpPr/>
          <p:nvPr/>
        </p:nvSpPr>
        <p:spPr>
          <a:xfrm>
            <a:off x="5944146" y="1937726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1" name="Google Shape;5301;p7"/>
          <p:cNvSpPr/>
          <p:nvPr/>
        </p:nvSpPr>
        <p:spPr>
          <a:xfrm>
            <a:off x="8222464" y="1927823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2" name="Google Shape;5302;p7"/>
          <p:cNvSpPr/>
          <p:nvPr/>
        </p:nvSpPr>
        <p:spPr>
          <a:xfrm>
            <a:off x="1380027" y="1927822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3" name="Google Shape;5303;p7"/>
          <p:cNvSpPr/>
          <p:nvPr/>
        </p:nvSpPr>
        <p:spPr>
          <a:xfrm rot="-5400000">
            <a:off x="336171" y="1806052"/>
            <a:ext cx="1414983" cy="423538"/>
          </a:xfrm>
          <a:prstGeom prst="rect">
            <a:avLst/>
          </a:prstGeom>
          <a:noFill/>
          <a:ln cap="flat" cmpd="sng" w="25400">
            <a:solidFill>
              <a:srgbClr val="53CB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Trame IR NEC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4" name="Google Shape;5304;p7"/>
          <p:cNvSpPr/>
          <p:nvPr/>
        </p:nvSpPr>
        <p:spPr>
          <a:xfrm rot="-5400000">
            <a:off x="8106279" y="1796145"/>
            <a:ext cx="1414983" cy="423538"/>
          </a:xfrm>
          <a:prstGeom prst="rect">
            <a:avLst/>
          </a:prstGeom>
          <a:noFill/>
          <a:ln cap="flat" cmpd="sng" w="25400">
            <a:solidFill>
              <a:srgbClr val="53CB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KART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5" name="Google Shape;5305;p7"/>
          <p:cNvSpPr txBox="1"/>
          <p:nvPr/>
        </p:nvSpPr>
        <p:spPr>
          <a:xfrm>
            <a:off x="8222475" y="2958329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</a:t>
            </a:r>
            <a:endParaRPr/>
          </a:p>
        </p:txBody>
      </p:sp>
      <p:sp>
        <p:nvSpPr>
          <p:cNvPr id="5306" name="Google Shape;5306;p7"/>
          <p:cNvSpPr txBox="1"/>
          <p:nvPr/>
        </p:nvSpPr>
        <p:spPr>
          <a:xfrm>
            <a:off x="8222475" y="43320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C1-11</a:t>
            </a:r>
            <a:endParaRPr/>
          </a:p>
        </p:txBody>
      </p:sp>
      <p:sp>
        <p:nvSpPr>
          <p:cNvPr id="5307" name="Google Shape;5307;p7"/>
          <p:cNvSpPr/>
          <p:nvPr/>
        </p:nvSpPr>
        <p:spPr>
          <a:xfrm>
            <a:off x="1882682" y="1873832"/>
            <a:ext cx="1584300" cy="288000"/>
          </a:xfrm>
          <a:prstGeom prst="rect">
            <a:avLst/>
          </a:prstGeom>
          <a:noFill/>
          <a:ln cap="flat" cmpd="sng" w="25400">
            <a:solidFill>
              <a:srgbClr val="53C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/>
              <a:t>Acquérir</a:t>
            </a:r>
            <a:r>
              <a:rPr lang="fr-FR" sz="800"/>
              <a:t> la tram NEC</a:t>
            </a:r>
            <a:endParaRPr sz="800"/>
          </a:p>
        </p:txBody>
      </p:sp>
      <p:sp>
        <p:nvSpPr>
          <p:cNvPr id="5308" name="Google Shape;5308;p7"/>
          <p:cNvSpPr/>
          <p:nvPr/>
        </p:nvSpPr>
        <p:spPr>
          <a:xfrm>
            <a:off x="4159813" y="2199025"/>
            <a:ext cx="1584300" cy="1329600"/>
          </a:xfrm>
          <a:prstGeom prst="rect">
            <a:avLst/>
          </a:prstGeom>
          <a:noFill/>
          <a:ln cap="flat" cmpd="sng" w="254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800">
                <a:solidFill>
                  <a:schemeClr val="lt2"/>
                </a:solidFill>
              </a:rPr>
              <a:t>Décoder</a:t>
            </a:r>
            <a:r>
              <a:rPr lang="fr-FR" sz="800">
                <a:solidFill>
                  <a:schemeClr val="lt2"/>
                </a:solidFill>
              </a:rPr>
              <a:t> deux octets pour le protocole NEC :</a:t>
            </a:r>
            <a:br>
              <a:rPr lang="fr-FR" sz="800">
                <a:solidFill>
                  <a:schemeClr val="lt2"/>
                </a:solidFill>
              </a:rPr>
            </a:br>
            <a:r>
              <a:rPr lang="fr-FR" sz="800">
                <a:solidFill>
                  <a:schemeClr val="lt2"/>
                </a:solidFill>
              </a:rPr>
              <a:t>- L’octet </a:t>
            </a:r>
            <a:r>
              <a:rPr b="1" lang="fr-FR" sz="800">
                <a:solidFill>
                  <a:schemeClr val="lt2"/>
                </a:solidFill>
              </a:rPr>
              <a:t>“address”</a:t>
            </a:r>
            <a:r>
              <a:rPr lang="fr-FR" sz="800">
                <a:solidFill>
                  <a:schemeClr val="lt2"/>
                </a:solidFill>
              </a:rPr>
              <a:t> : 1 bit pour l’état du bouton poussoir et 7 bits pour l’identifiant de l’équipe.</a:t>
            </a:r>
            <a:br>
              <a:rPr lang="fr-FR" sz="800">
                <a:solidFill>
                  <a:schemeClr val="lt2"/>
                </a:solidFill>
              </a:rPr>
            </a:br>
            <a:r>
              <a:rPr lang="fr-FR" sz="800">
                <a:solidFill>
                  <a:schemeClr val="lt2"/>
                </a:solidFill>
              </a:rPr>
              <a:t>- L’octet </a:t>
            </a:r>
            <a:r>
              <a:rPr b="1" lang="fr-FR" sz="800">
                <a:solidFill>
                  <a:schemeClr val="lt2"/>
                </a:solidFill>
              </a:rPr>
              <a:t>“data”</a:t>
            </a:r>
            <a:r>
              <a:rPr lang="fr-FR" sz="800">
                <a:solidFill>
                  <a:schemeClr val="lt2"/>
                </a:solidFill>
              </a:rPr>
              <a:t> : 3 bits pour la puissance moteur et 5 bits pour la direction des roues.</a:t>
            </a:r>
            <a:endParaRPr sz="800"/>
          </a:p>
        </p:txBody>
      </p:sp>
      <p:sp>
        <p:nvSpPr>
          <p:cNvPr id="5309" name="Google Shape;5309;p7"/>
          <p:cNvSpPr/>
          <p:nvPr/>
        </p:nvSpPr>
        <p:spPr>
          <a:xfrm>
            <a:off x="4164738" y="1573075"/>
            <a:ext cx="1584300" cy="570300"/>
          </a:xfrm>
          <a:prstGeom prst="rect">
            <a:avLst/>
          </a:prstGeom>
          <a:noFill/>
          <a:ln cap="flat" cmpd="sng" w="254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800">
                <a:solidFill>
                  <a:schemeClr val="lt2"/>
                </a:solidFill>
              </a:rPr>
              <a:t>Détecter </a:t>
            </a:r>
            <a:r>
              <a:rPr lang="fr-FR" sz="800">
                <a:solidFill>
                  <a:schemeClr val="lt2"/>
                </a:solidFill>
              </a:rPr>
              <a:t>la présence d’une trame IR NEC et</a:t>
            </a:r>
            <a:r>
              <a:rPr b="1" lang="fr-FR" sz="800">
                <a:solidFill>
                  <a:schemeClr val="lt2"/>
                </a:solidFill>
              </a:rPr>
              <a:t> vérifier </a:t>
            </a:r>
            <a:r>
              <a:rPr lang="fr-FR" sz="800">
                <a:solidFill>
                  <a:schemeClr val="lt2"/>
                </a:solidFill>
              </a:rPr>
              <a:t>si elle est </a:t>
            </a:r>
            <a:r>
              <a:rPr b="1" lang="fr-FR" sz="800">
                <a:solidFill>
                  <a:schemeClr val="lt2"/>
                </a:solidFill>
              </a:rPr>
              <a:t>valide </a:t>
            </a:r>
            <a:r>
              <a:rPr lang="fr-FR" sz="800">
                <a:solidFill>
                  <a:schemeClr val="lt2"/>
                </a:solidFill>
              </a:rPr>
              <a:t>et</a:t>
            </a:r>
            <a:r>
              <a:rPr b="1" lang="fr-FR" sz="800">
                <a:solidFill>
                  <a:schemeClr val="lt2"/>
                </a:solidFill>
              </a:rPr>
              <a:t> </a:t>
            </a:r>
            <a:r>
              <a:rPr b="1" lang="fr-FR" sz="800">
                <a:solidFill>
                  <a:schemeClr val="lt2"/>
                </a:solidFill>
              </a:rPr>
              <a:t>correcte</a:t>
            </a:r>
            <a:r>
              <a:rPr lang="fr-FR" sz="800">
                <a:solidFill>
                  <a:schemeClr val="lt2"/>
                </a:solidFill>
              </a:rPr>
              <a:t> vis à vis du numéro d’équipe </a:t>
            </a:r>
            <a:endParaRPr sz="800"/>
          </a:p>
        </p:txBody>
      </p:sp>
      <p:sp>
        <p:nvSpPr>
          <p:cNvPr id="5310" name="Google Shape;5310;p7"/>
          <p:cNvSpPr/>
          <p:nvPr/>
        </p:nvSpPr>
        <p:spPr>
          <a:xfrm>
            <a:off x="4146425" y="3584275"/>
            <a:ext cx="1584300" cy="570300"/>
          </a:xfrm>
          <a:prstGeom prst="rect">
            <a:avLst/>
          </a:prstGeom>
          <a:noFill/>
          <a:ln cap="flat" cmpd="sng" w="254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800">
                <a:solidFill>
                  <a:schemeClr val="lt2"/>
                </a:solidFill>
              </a:rPr>
              <a:t>Fixer </a:t>
            </a:r>
            <a:r>
              <a:rPr lang="fr-FR" sz="800">
                <a:solidFill>
                  <a:schemeClr val="lt2"/>
                </a:solidFill>
              </a:rPr>
              <a:t>la puissance du </a:t>
            </a:r>
            <a:r>
              <a:rPr b="1" lang="fr-FR" sz="800">
                <a:solidFill>
                  <a:schemeClr val="lt2"/>
                </a:solidFill>
              </a:rPr>
              <a:t>moteur à 0</a:t>
            </a:r>
            <a:r>
              <a:rPr lang="fr-FR" sz="800">
                <a:solidFill>
                  <a:schemeClr val="lt2"/>
                </a:solidFill>
              </a:rPr>
              <a:t> en cas </a:t>
            </a:r>
            <a:r>
              <a:rPr lang="fr-FR" sz="800">
                <a:solidFill>
                  <a:schemeClr val="lt2"/>
                </a:solidFill>
              </a:rPr>
              <a:t>d'</a:t>
            </a:r>
            <a:r>
              <a:rPr b="1" lang="fr-FR" sz="800">
                <a:solidFill>
                  <a:schemeClr val="lt2"/>
                </a:solidFill>
              </a:rPr>
              <a:t>absence</a:t>
            </a:r>
            <a:r>
              <a:rPr lang="fr-FR" sz="800">
                <a:solidFill>
                  <a:schemeClr val="lt2"/>
                </a:solidFill>
              </a:rPr>
              <a:t> de réception d’un signal IR ou d’</a:t>
            </a:r>
            <a:r>
              <a:rPr b="1" lang="fr-FR" sz="800">
                <a:solidFill>
                  <a:schemeClr val="lt2"/>
                </a:solidFill>
              </a:rPr>
              <a:t>invalidité</a:t>
            </a:r>
            <a:r>
              <a:rPr lang="fr-FR" sz="800">
                <a:solidFill>
                  <a:schemeClr val="lt2"/>
                </a:solidFill>
              </a:rPr>
              <a:t> de celui-ci</a:t>
            </a:r>
            <a:endParaRPr sz="800"/>
          </a:p>
        </p:txBody>
      </p:sp>
      <p:sp>
        <p:nvSpPr>
          <p:cNvPr id="5311" name="Google Shape;5311;p7"/>
          <p:cNvSpPr/>
          <p:nvPr/>
        </p:nvSpPr>
        <p:spPr>
          <a:xfrm>
            <a:off x="4146425" y="4553875"/>
            <a:ext cx="1584300" cy="288000"/>
          </a:xfrm>
          <a:prstGeom prst="rect">
            <a:avLst/>
          </a:prstGeom>
          <a:noFill/>
          <a:ln cap="flat" cmpd="sng" w="254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800"/>
              <a:t>Exécuter</a:t>
            </a:r>
            <a:r>
              <a:rPr lang="fr-FR" sz="800"/>
              <a:t> </a:t>
            </a:r>
            <a:r>
              <a:rPr lang="fr-FR" sz="800"/>
              <a:t>l'algorithme</a:t>
            </a:r>
            <a:r>
              <a:rPr lang="fr-FR" sz="800"/>
              <a:t> comme défini dans l’algorigramme</a:t>
            </a:r>
            <a:endParaRPr sz="800"/>
          </a:p>
        </p:txBody>
      </p:sp>
      <p:sp>
        <p:nvSpPr>
          <p:cNvPr id="5312" name="Google Shape;5312;p7"/>
          <p:cNvSpPr/>
          <p:nvPr/>
        </p:nvSpPr>
        <p:spPr>
          <a:xfrm>
            <a:off x="6436982" y="1585832"/>
            <a:ext cx="1584300" cy="288000"/>
          </a:xfrm>
          <a:prstGeom prst="rect">
            <a:avLst/>
          </a:prstGeom>
          <a:noFill/>
          <a:ln cap="flat" cmpd="sng" w="25400">
            <a:solidFill>
              <a:srgbClr val="53C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/>
              <a:t>Envoyer l’information de puissance au moteur BR</a:t>
            </a:r>
            <a:endParaRPr sz="800"/>
          </a:p>
        </p:txBody>
      </p:sp>
      <p:sp>
        <p:nvSpPr>
          <p:cNvPr id="5313" name="Google Shape;5313;p7"/>
          <p:cNvSpPr/>
          <p:nvPr/>
        </p:nvSpPr>
        <p:spPr>
          <a:xfrm>
            <a:off x="6448007" y="1937732"/>
            <a:ext cx="1584300" cy="288000"/>
          </a:xfrm>
          <a:prstGeom prst="rect">
            <a:avLst/>
          </a:prstGeom>
          <a:noFill/>
          <a:ln cap="flat" cmpd="sng" w="25400">
            <a:solidFill>
              <a:srgbClr val="53C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/>
              <a:t>Envoyer l’information de direction au servomoteur</a:t>
            </a:r>
            <a:endParaRPr sz="800"/>
          </a:p>
        </p:txBody>
      </p:sp>
      <p:sp>
        <p:nvSpPr>
          <p:cNvPr id="5314" name="Google Shape;5314;p7"/>
          <p:cNvSpPr/>
          <p:nvPr/>
        </p:nvSpPr>
        <p:spPr>
          <a:xfrm>
            <a:off x="6436988" y="2326075"/>
            <a:ext cx="1584300" cy="612900"/>
          </a:xfrm>
          <a:prstGeom prst="rect">
            <a:avLst/>
          </a:prstGeom>
          <a:noFill/>
          <a:ln cap="flat" cmpd="sng" w="25400">
            <a:solidFill>
              <a:srgbClr val="53C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/>
              <a:t>Envoyer un signal carré de</a:t>
            </a:r>
            <a:br>
              <a:rPr lang="fr-FR" sz="800"/>
            </a:br>
            <a:r>
              <a:rPr lang="fr-FR" sz="800"/>
              <a:t>4 kHz avec un rapport cyclique de 50% vers le buzzer lorsque l’information de celui-ci doit être allumé</a:t>
            </a:r>
            <a:endParaRPr sz="800"/>
          </a:p>
        </p:txBody>
      </p:sp>
      <p:sp>
        <p:nvSpPr>
          <p:cNvPr id="5315" name="Google Shape;5315;p7"/>
          <p:cNvSpPr/>
          <p:nvPr/>
        </p:nvSpPr>
        <p:spPr>
          <a:xfrm>
            <a:off x="6436975" y="3039325"/>
            <a:ext cx="1584300" cy="408300"/>
          </a:xfrm>
          <a:prstGeom prst="rect">
            <a:avLst/>
          </a:prstGeom>
          <a:noFill/>
          <a:ln cap="flat" cmpd="sng" w="25400">
            <a:solidFill>
              <a:srgbClr val="53C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/>
              <a:t>Allumer la LED bleue dans le cas d’un reçu d’une trame IR NEC valide et correcte</a:t>
            </a:r>
            <a:endParaRPr sz="800"/>
          </a:p>
        </p:txBody>
      </p:sp>
      <p:sp>
        <p:nvSpPr>
          <p:cNvPr id="5316" name="Google Shape;5316;p7"/>
          <p:cNvSpPr/>
          <p:nvPr/>
        </p:nvSpPr>
        <p:spPr>
          <a:xfrm>
            <a:off x="4146425" y="4210225"/>
            <a:ext cx="1584300" cy="288000"/>
          </a:xfrm>
          <a:prstGeom prst="rect">
            <a:avLst/>
          </a:prstGeom>
          <a:noFill/>
          <a:ln cap="flat" cmpd="sng" w="254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800"/>
              <a:t>Déterminer si le klaxon doit être activé ou non</a:t>
            </a:r>
            <a:endParaRPr sz="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0" name="Shape 5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1" name="Google Shape;5321;p8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322" name="Google Shape;532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323" name="Google Shape;5323;p8"/>
          <p:cNvSpPr txBox="1"/>
          <p:nvPr/>
        </p:nvSpPr>
        <p:spPr>
          <a:xfrm>
            <a:off x="8117350" y="172797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24" name="Google Shape;5324;p8"/>
          <p:cNvSpPr txBox="1"/>
          <p:nvPr/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Electronique Emetteur Acquisition</a:t>
            </a:r>
            <a:endParaRPr/>
          </a:p>
        </p:txBody>
      </p:sp>
      <p:sp>
        <p:nvSpPr>
          <p:cNvPr id="5325" name="Google Shape;5325;p8"/>
          <p:cNvSpPr txBox="1"/>
          <p:nvPr/>
        </p:nvSpPr>
        <p:spPr>
          <a:xfrm>
            <a:off x="8117350" y="207651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26" name="Google Shape;5326;p8"/>
          <p:cNvSpPr txBox="1"/>
          <p:nvPr/>
        </p:nvSpPr>
        <p:spPr>
          <a:xfrm>
            <a:off x="8117350" y="242506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27" name="Google Shape;5327;p8"/>
          <p:cNvSpPr txBox="1"/>
          <p:nvPr/>
        </p:nvSpPr>
        <p:spPr>
          <a:xfrm>
            <a:off x="8117350" y="277360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28" name="Google Shape;5328;p8"/>
          <p:cNvSpPr txBox="1"/>
          <p:nvPr/>
        </p:nvSpPr>
        <p:spPr>
          <a:xfrm>
            <a:off x="8117350" y="312215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29" name="Google Shape;5329;p8"/>
          <p:cNvSpPr txBox="1"/>
          <p:nvPr/>
        </p:nvSpPr>
        <p:spPr>
          <a:xfrm>
            <a:off x="8117350" y="347069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pic>
        <p:nvPicPr>
          <p:cNvPr id="5330" name="Google Shape;533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0675" y="2008752"/>
            <a:ext cx="2940782" cy="1744525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graphicFrame>
        <p:nvGraphicFramePr>
          <p:cNvPr id="5331" name="Google Shape;5331;p8"/>
          <p:cNvGraphicFramePr/>
          <p:nvPr/>
        </p:nvGraphicFramePr>
        <p:xfrm>
          <a:off x="4350538" y="1265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{77E6F9C7-0300-435E-9AEC-991F8B8F4E24}</a:tableStyleId>
              </a:tblPr>
              <a:tblGrid>
                <a:gridCol w="1945625"/>
                <a:gridCol w="1652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lt1"/>
                          </a:solidFill>
                        </a:rPr>
                        <a:t>Caractéristiques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lt1"/>
                          </a:solidFill>
                        </a:rPr>
                        <a:t>Détails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Type de potentiomètre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Rectiligne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Type d’utilisation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Pont diviseur de tension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332" name="Google Shape;5332;p8"/>
          <p:cNvSpPr/>
          <p:nvPr/>
        </p:nvSpPr>
        <p:spPr>
          <a:xfrm>
            <a:off x="6954625" y="322475"/>
            <a:ext cx="20760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lt1"/>
                </a:solidFill>
              </a:rPr>
              <a:t>EXIG_EMTT_IHM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333" name="Google Shape;5333;p8"/>
          <p:cNvSpPr/>
          <p:nvPr/>
        </p:nvSpPr>
        <p:spPr>
          <a:xfrm>
            <a:off x="1022900" y="4660050"/>
            <a:ext cx="4653900" cy="3297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Sources : Datasheets </a:t>
            </a:r>
            <a:r>
              <a:rPr lang="fr-FR">
                <a:solidFill>
                  <a:schemeClr val="dk1"/>
                </a:solidFill>
              </a:rPr>
              <a:t>PTA4543;</a:t>
            </a:r>
            <a:r>
              <a:rPr lang="fr-FR">
                <a:solidFill>
                  <a:schemeClr val="dk1"/>
                </a:solidFill>
              </a:rPr>
              <a:t> </a:t>
            </a:r>
            <a:r>
              <a:rPr lang="fr-FR">
                <a:solidFill>
                  <a:schemeClr val="dk1"/>
                </a:solidFill>
              </a:rPr>
              <a:t>ATMEGA328P</a:t>
            </a:r>
            <a:endParaRPr>
              <a:solidFill>
                <a:schemeClr val="lt2"/>
              </a:solidFill>
            </a:endParaRPr>
          </a:p>
        </p:txBody>
      </p:sp>
      <p:graphicFrame>
        <p:nvGraphicFramePr>
          <p:cNvPr id="5334" name="Google Shape;5334;p8"/>
          <p:cNvGraphicFramePr/>
          <p:nvPr/>
        </p:nvGraphicFramePr>
        <p:xfrm>
          <a:off x="4350538" y="3054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{77E6F9C7-0300-435E-9AEC-991F8B8F4E24}</a:tableStyleId>
              </a:tblPr>
              <a:tblGrid>
                <a:gridCol w="1945625"/>
                <a:gridCol w="1652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Tolérance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1/32 ème de la tension d’alimentation de l’étage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Courant de fuite MCU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1 μA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335" name="Google Shape;5335;p8"/>
          <p:cNvSpPr txBox="1"/>
          <p:nvPr>
            <p:ph idx="1" type="body"/>
          </p:nvPr>
        </p:nvSpPr>
        <p:spPr>
          <a:xfrm>
            <a:off x="1237882" y="1008809"/>
            <a:ext cx="10659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Etage IHM</a:t>
            </a:r>
            <a:endParaRPr sz="1400">
              <a:solidFill>
                <a:schemeClr val="dk1"/>
              </a:solidFill>
            </a:endParaRPr>
          </a:p>
        </p:txBody>
      </p:sp>
      <p:grpSp>
        <p:nvGrpSpPr>
          <p:cNvPr id="5336" name="Google Shape;5336;p8"/>
          <p:cNvGrpSpPr/>
          <p:nvPr/>
        </p:nvGrpSpPr>
        <p:grpSpPr>
          <a:xfrm>
            <a:off x="5327200" y="96725"/>
            <a:ext cx="1597500" cy="1104300"/>
            <a:chOff x="5356950" y="96725"/>
            <a:chExt cx="1597500" cy="1104300"/>
          </a:xfrm>
        </p:grpSpPr>
        <p:sp>
          <p:nvSpPr>
            <p:cNvPr id="5337" name="Google Shape;5337;p8"/>
            <p:cNvSpPr/>
            <p:nvPr/>
          </p:nvSpPr>
          <p:spPr>
            <a:xfrm>
              <a:off x="5356950" y="96725"/>
              <a:ext cx="1597500" cy="11043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1" u="sng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1" u="sng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1" u="sng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1" u="sng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fr-FR" u="sng">
                  <a:solidFill>
                    <a:schemeClr val="dk1"/>
                  </a:solidFill>
                </a:rPr>
                <a:t>PTA4543</a:t>
              </a:r>
              <a:endParaRPr sz="1100">
                <a:solidFill>
                  <a:schemeClr val="lt2"/>
                </a:solidFill>
              </a:endParaRPr>
            </a:p>
          </p:txBody>
        </p:sp>
        <p:pic>
          <p:nvPicPr>
            <p:cNvPr id="5338" name="Google Shape;5338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483350" y="202676"/>
              <a:ext cx="1344681" cy="7571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2" name="Shape 5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3" name="Google Shape;5343;g354a95ab4f4_0_9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344" name="Google Shape;5344;g354a95ab4f4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345" name="Google Shape;5345;g354a95ab4f4_0_9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46" name="Google Shape;5346;g354a95ab4f4_0_9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Electronique Emetteur Acquisition</a:t>
            </a:r>
            <a:endParaRPr/>
          </a:p>
        </p:txBody>
      </p:sp>
      <p:sp>
        <p:nvSpPr>
          <p:cNvPr id="5347" name="Google Shape;5347;g354a95ab4f4_0_9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48" name="Google Shape;5348;g354a95ab4f4_0_9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49" name="Google Shape;5349;g354a95ab4f4_0_9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50" name="Google Shape;5350;g354a95ab4f4_0_9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51" name="Google Shape;5351;g354a95ab4f4_0_9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52" name="Google Shape;5352;g354a95ab4f4_0_9"/>
          <p:cNvSpPr txBox="1"/>
          <p:nvPr>
            <p:ph idx="1" type="body"/>
          </p:nvPr>
        </p:nvSpPr>
        <p:spPr>
          <a:xfrm>
            <a:off x="1237882" y="1008809"/>
            <a:ext cx="10659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Etage IHM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353" name="Google Shape;5353;g354a95ab4f4_0_9"/>
          <p:cNvSpPr/>
          <p:nvPr/>
        </p:nvSpPr>
        <p:spPr>
          <a:xfrm>
            <a:off x="6954625" y="322475"/>
            <a:ext cx="20760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lt1"/>
                </a:solidFill>
              </a:rPr>
              <a:t>EXIG_EMTT_IHM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354" name="Google Shape;5354;g354a95ab4f4_0_9"/>
          <p:cNvSpPr/>
          <p:nvPr/>
        </p:nvSpPr>
        <p:spPr>
          <a:xfrm>
            <a:off x="1022900" y="4660050"/>
            <a:ext cx="4653900" cy="3297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Sources : HTUT n°1 et 5 ; Stock GEII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5355" name="Google Shape;5355;g354a95ab4f4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6575" y="1480513"/>
            <a:ext cx="4514025" cy="6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6" name="Google Shape;5356;g354a95ab4f4_0_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6575" y="2373600"/>
            <a:ext cx="3029625" cy="6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5357" name="Google Shape;5357;g354a95ab4f4_0_9"/>
          <p:cNvSpPr txBox="1"/>
          <p:nvPr>
            <p:ph idx="1" type="body"/>
          </p:nvPr>
        </p:nvSpPr>
        <p:spPr>
          <a:xfrm>
            <a:off x="1200982" y="1297884"/>
            <a:ext cx="10659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5"/>
              <a:buNone/>
            </a:pPr>
            <a:r>
              <a:rPr lang="fr-FR" sz="1210">
                <a:solidFill>
                  <a:schemeClr val="dk1"/>
                </a:solidFill>
              </a:rPr>
              <a:t>Calcul I</a:t>
            </a:r>
            <a:r>
              <a:rPr lang="fr-FR" sz="810">
                <a:solidFill>
                  <a:schemeClr val="dk1"/>
                </a:solidFill>
              </a:rPr>
              <a:t>PONT</a:t>
            </a:r>
            <a:endParaRPr sz="810">
              <a:solidFill>
                <a:schemeClr val="dk1"/>
              </a:solidFill>
            </a:endParaRPr>
          </a:p>
        </p:txBody>
      </p:sp>
      <p:sp>
        <p:nvSpPr>
          <p:cNvPr id="5358" name="Google Shape;5358;g354a95ab4f4_0_9"/>
          <p:cNvSpPr txBox="1"/>
          <p:nvPr>
            <p:ph idx="1" type="body"/>
          </p:nvPr>
        </p:nvSpPr>
        <p:spPr>
          <a:xfrm>
            <a:off x="1200975" y="2149375"/>
            <a:ext cx="2717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5"/>
              <a:buNone/>
            </a:pPr>
            <a:r>
              <a:rPr lang="fr-FR" sz="1210">
                <a:solidFill>
                  <a:schemeClr val="dk1"/>
                </a:solidFill>
              </a:rPr>
              <a:t>Calcul valeur du potentiomètre P</a:t>
            </a:r>
            <a:endParaRPr sz="810">
              <a:solidFill>
                <a:schemeClr val="dk1"/>
              </a:solidFill>
            </a:endParaRPr>
          </a:p>
        </p:txBody>
      </p:sp>
      <p:cxnSp>
        <p:nvCxnSpPr>
          <p:cNvPr id="5359" name="Google Shape;5359;g354a95ab4f4_0_9"/>
          <p:cNvCxnSpPr/>
          <p:nvPr/>
        </p:nvCxnSpPr>
        <p:spPr>
          <a:xfrm>
            <a:off x="1179000" y="3092663"/>
            <a:ext cx="6786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60" name="Google Shape;5360;g354a95ab4f4_0_9"/>
          <p:cNvSpPr txBox="1"/>
          <p:nvPr>
            <p:ph idx="1" type="body"/>
          </p:nvPr>
        </p:nvSpPr>
        <p:spPr>
          <a:xfrm>
            <a:off x="1200975" y="3195050"/>
            <a:ext cx="287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5"/>
              <a:buNone/>
            </a:pPr>
            <a:r>
              <a:rPr lang="fr-FR" sz="1210">
                <a:solidFill>
                  <a:schemeClr val="dk1"/>
                </a:solidFill>
              </a:rPr>
              <a:t>Vérification de la valeur normalisée</a:t>
            </a:r>
            <a:endParaRPr sz="810">
              <a:solidFill>
                <a:schemeClr val="dk1"/>
              </a:solidFill>
            </a:endParaRPr>
          </a:p>
        </p:txBody>
      </p:sp>
      <p:pic>
        <p:nvPicPr>
          <p:cNvPr id="5361" name="Google Shape;5361;g354a95ab4f4_0_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37875" y="3470712"/>
            <a:ext cx="4104475" cy="448064"/>
          </a:xfrm>
          <a:prstGeom prst="rect">
            <a:avLst/>
          </a:prstGeom>
          <a:noFill/>
          <a:ln>
            <a:noFill/>
          </a:ln>
        </p:spPr>
      </p:pic>
      <p:sp>
        <p:nvSpPr>
          <p:cNvPr id="5362" name="Google Shape;5362;g354a95ab4f4_0_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3" name="Google Shape;5363;g354a95ab4f4_0_9"/>
          <p:cNvSpPr/>
          <p:nvPr/>
        </p:nvSpPr>
        <p:spPr>
          <a:xfrm>
            <a:off x="5178775" y="2076525"/>
            <a:ext cx="2076000" cy="525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lt2"/>
                </a:solidFill>
              </a:rPr>
              <a:t>Valeur normalisée :</a:t>
            </a:r>
            <a:br>
              <a:rPr lang="fr-FR" sz="1200">
                <a:solidFill>
                  <a:schemeClr val="lt2"/>
                </a:solidFill>
              </a:rPr>
            </a:br>
            <a:r>
              <a:rPr lang="fr-FR" sz="1200">
                <a:solidFill>
                  <a:schemeClr val="lt2"/>
                </a:solidFill>
              </a:rPr>
              <a:t>10 kΩ (-/+ 20%)</a:t>
            </a:r>
            <a:endParaRPr sz="1100">
              <a:solidFill>
                <a:schemeClr val="lt2"/>
              </a:solidFill>
            </a:endParaRPr>
          </a:p>
        </p:txBody>
      </p:sp>
      <p:sp>
        <p:nvSpPr>
          <p:cNvPr id="5364" name="Google Shape;5364;g354a95ab4f4_0_9"/>
          <p:cNvSpPr/>
          <p:nvPr/>
        </p:nvSpPr>
        <p:spPr>
          <a:xfrm>
            <a:off x="5480000" y="3431938"/>
            <a:ext cx="2076000" cy="525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lt2"/>
                </a:solidFill>
              </a:rPr>
              <a:t>Dimensionnement</a:t>
            </a:r>
            <a:r>
              <a:rPr lang="fr-FR" sz="1200">
                <a:solidFill>
                  <a:schemeClr val="lt2"/>
                </a:solidFill>
              </a:rPr>
              <a:t> conforme</a:t>
            </a:r>
            <a:endParaRPr sz="1100">
              <a:solidFill>
                <a:schemeClr val="lt2"/>
              </a:solidFill>
            </a:endParaRPr>
          </a:p>
        </p:txBody>
      </p:sp>
      <p:grpSp>
        <p:nvGrpSpPr>
          <p:cNvPr id="5365" name="Google Shape;5365;g354a95ab4f4_0_9"/>
          <p:cNvGrpSpPr/>
          <p:nvPr/>
        </p:nvGrpSpPr>
        <p:grpSpPr>
          <a:xfrm>
            <a:off x="5327200" y="96725"/>
            <a:ext cx="1597500" cy="1104300"/>
            <a:chOff x="5356950" y="96725"/>
            <a:chExt cx="1597500" cy="1104300"/>
          </a:xfrm>
        </p:grpSpPr>
        <p:sp>
          <p:nvSpPr>
            <p:cNvPr id="5366" name="Google Shape;5366;g354a95ab4f4_0_9"/>
            <p:cNvSpPr/>
            <p:nvPr/>
          </p:nvSpPr>
          <p:spPr>
            <a:xfrm>
              <a:off x="5356950" y="96725"/>
              <a:ext cx="1597500" cy="11043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1" u="sng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1" u="sng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1" u="sng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1" u="sng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fr-FR" u="sng">
                  <a:solidFill>
                    <a:schemeClr val="dk1"/>
                  </a:solidFill>
                </a:rPr>
                <a:t>PTA4543</a:t>
              </a:r>
              <a:endParaRPr sz="1100">
                <a:solidFill>
                  <a:schemeClr val="lt2"/>
                </a:solidFill>
              </a:endParaRPr>
            </a:p>
          </p:txBody>
        </p:sp>
        <p:pic>
          <p:nvPicPr>
            <p:cNvPr id="5367" name="Google Shape;5367;g354a95ab4f4_0_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483350" y="202676"/>
              <a:ext cx="1344681" cy="7571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1" name="Shape 5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2" name="Google Shape;5372;g347eac06703_0_10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373" name="Google Shape;5373;g347eac06703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374" name="Google Shape;5374;g347eac06703_0_10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75" name="Google Shape;5375;g347eac06703_0_10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Electronique Emetteur Acquisition</a:t>
            </a:r>
            <a:endParaRPr/>
          </a:p>
        </p:txBody>
      </p:sp>
      <p:sp>
        <p:nvSpPr>
          <p:cNvPr id="5376" name="Google Shape;5376;g347eac06703_0_10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77" name="Google Shape;5377;g347eac06703_0_10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78" name="Google Shape;5378;g347eac06703_0_10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79" name="Google Shape;5379;g347eac06703_0_10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80" name="Google Shape;5380;g347eac06703_0_10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81" name="Google Shape;5381;g347eac06703_0_10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Etage Klaxon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graphicFrame>
        <p:nvGraphicFramePr>
          <p:cNvPr id="5382" name="Google Shape;5382;g347eac06703_0_10"/>
          <p:cNvGraphicFramePr/>
          <p:nvPr/>
        </p:nvGraphicFramePr>
        <p:xfrm>
          <a:off x="4437663" y="1306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{77E6F9C7-0300-435E-9AEC-991F8B8F4E24}</a:tableStyleId>
              </a:tblPr>
              <a:tblGrid>
                <a:gridCol w="1621425"/>
                <a:gridCol w="1621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lt1"/>
                          </a:solidFill>
                        </a:rPr>
                        <a:t>Caractéristique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lt1"/>
                          </a:solidFill>
                        </a:rPr>
                        <a:t>Détails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Intensité électrique 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maximale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supportée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50 mA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Logique utilisée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Négative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Résistance interne du microcontrôleur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(R</a:t>
                      </a:r>
                      <a:r>
                        <a:rPr lang="fr-FR" sz="800">
                          <a:solidFill>
                            <a:schemeClr val="dk1"/>
                          </a:solidFill>
                        </a:rPr>
                        <a:t>PU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20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kΩ-50kΩ</a:t>
                      </a:r>
                      <a:r>
                        <a:rPr lang="fr-FR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383" name="Google Shape;5383;g347eac06703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0350" y="1361550"/>
            <a:ext cx="1751850" cy="17867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5384" name="Google Shape;5384;g347eac06703_0_10"/>
          <p:cNvSpPr/>
          <p:nvPr/>
        </p:nvSpPr>
        <p:spPr>
          <a:xfrm>
            <a:off x="6954625" y="322475"/>
            <a:ext cx="20760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lt1"/>
                </a:solidFill>
              </a:rPr>
              <a:t>EXIG_EMTT_KLAXON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385" name="Google Shape;5385;g347eac06703_0_10"/>
          <p:cNvSpPr/>
          <p:nvPr/>
        </p:nvSpPr>
        <p:spPr>
          <a:xfrm>
            <a:off x="1022900" y="4660050"/>
            <a:ext cx="4781700" cy="3297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Sources : Datasheets MCDTS6-3K ;</a:t>
            </a:r>
            <a:r>
              <a:rPr lang="fr-FR"/>
              <a:t> </a:t>
            </a:r>
            <a:r>
              <a:rPr lang="fr-FR">
                <a:solidFill>
                  <a:schemeClr val="dk1"/>
                </a:solidFill>
              </a:rPr>
              <a:t>ATMEGA328P</a:t>
            </a:r>
            <a:endParaRPr/>
          </a:p>
        </p:txBody>
      </p:sp>
      <p:grpSp>
        <p:nvGrpSpPr>
          <p:cNvPr id="5386" name="Google Shape;5386;g347eac06703_0_10"/>
          <p:cNvGrpSpPr/>
          <p:nvPr/>
        </p:nvGrpSpPr>
        <p:grpSpPr>
          <a:xfrm>
            <a:off x="5327200" y="96725"/>
            <a:ext cx="1597500" cy="1104300"/>
            <a:chOff x="5327200" y="96725"/>
            <a:chExt cx="1597500" cy="1104300"/>
          </a:xfrm>
        </p:grpSpPr>
        <p:sp>
          <p:nvSpPr>
            <p:cNvPr id="5387" name="Google Shape;5387;g347eac06703_0_10"/>
            <p:cNvSpPr/>
            <p:nvPr/>
          </p:nvSpPr>
          <p:spPr>
            <a:xfrm>
              <a:off x="5327200" y="96725"/>
              <a:ext cx="1597500" cy="11043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1" u="sng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1" u="sng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1" u="sng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1" u="sng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Arial"/>
                <a:buNone/>
              </a:pPr>
              <a:r>
                <a:rPr lang="fr-FR" u="sng">
                  <a:solidFill>
                    <a:schemeClr val="dk1"/>
                  </a:solidFill>
                </a:rPr>
                <a:t>MCDTS6-3K</a:t>
              </a:r>
              <a:endParaRPr sz="1100" u="sng">
                <a:solidFill>
                  <a:schemeClr val="dk1"/>
                </a:solidFill>
              </a:endParaRPr>
            </a:p>
          </p:txBody>
        </p:sp>
        <p:pic>
          <p:nvPicPr>
            <p:cNvPr id="5388" name="Google Shape;5388;g347eac06703_0_1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815398" y="210875"/>
              <a:ext cx="621111" cy="6863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389" name="Google Shape;5389;g347eac06703_0_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1275" y="3675550"/>
            <a:ext cx="2619375" cy="4572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5390" name="Google Shape;5390;g347eac06703_0_10"/>
          <p:cNvSpPr txBox="1"/>
          <p:nvPr>
            <p:ph idx="1" type="body"/>
          </p:nvPr>
        </p:nvSpPr>
        <p:spPr>
          <a:xfrm>
            <a:off x="1232925" y="3318525"/>
            <a:ext cx="28761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5"/>
              <a:buNone/>
            </a:pPr>
            <a:r>
              <a:rPr lang="fr-FR" sz="1210">
                <a:solidFill>
                  <a:schemeClr val="dk1"/>
                </a:solidFill>
              </a:rPr>
              <a:t>Vérification de l’intensité circulant dans le bouton poussoir</a:t>
            </a:r>
            <a:endParaRPr sz="81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4" name="Shape 5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5" name="Google Shape;5395;g35554e43cf7_0_1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396" name="Google Shape;5396;g35554e43cf7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397" name="Google Shape;5397;g35554e43cf7_0_1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98" name="Google Shape;5398;g35554e43cf7_0_1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Electronique Emetteur</a:t>
            </a:r>
            <a:endParaRPr/>
          </a:p>
        </p:txBody>
      </p:sp>
      <p:sp>
        <p:nvSpPr>
          <p:cNvPr id="5399" name="Google Shape;5399;g35554e43cf7_0_1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00" name="Google Shape;5400;g35554e43cf7_0_1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01" name="Google Shape;5401;g35554e43cf7_0_1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02" name="Google Shape;5402;g35554e43cf7_0_1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03" name="Google Shape;5403;g35554e43cf7_0_1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04" name="Google Shape;5404;g35554e43cf7_0_1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Traitement</a:t>
            </a:r>
            <a:br>
              <a:rPr lang="fr-FR" sz="1400" u="sng">
                <a:solidFill>
                  <a:schemeClr val="dk1"/>
                </a:solidFill>
              </a:rPr>
            </a:br>
            <a:br>
              <a:rPr lang="fr-FR" sz="1400" u="sng">
                <a:solidFill>
                  <a:schemeClr val="dk1"/>
                </a:solidFill>
              </a:rPr>
            </a:br>
            <a:r>
              <a:rPr b="0" lang="fr-FR" sz="1400" u="sng">
                <a:solidFill>
                  <a:schemeClr val="dk1"/>
                </a:solidFill>
              </a:rPr>
              <a:t>EXIG_EMTT_TRAITEMENT</a:t>
            </a:r>
            <a:r>
              <a:rPr b="0" lang="fr-FR" sz="1400" u="sng">
                <a:solidFill>
                  <a:schemeClr val="dk1"/>
                </a:solidFill>
              </a:rPr>
              <a:t> :</a:t>
            </a:r>
            <a:endParaRPr b="0" sz="14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0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0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405" name="Google Shape;5405;g35554e43cf7_0_1"/>
          <p:cNvSpPr/>
          <p:nvPr/>
        </p:nvSpPr>
        <p:spPr>
          <a:xfrm>
            <a:off x="1022900" y="4660050"/>
            <a:ext cx="5251200" cy="3297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Source : datasheets ATMEGA328P, datasheet trame NEC</a:t>
            </a:r>
            <a:endParaRPr/>
          </a:p>
        </p:txBody>
      </p:sp>
      <p:pic>
        <p:nvPicPr>
          <p:cNvPr id="5406" name="Google Shape;5406;g35554e43cf7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5226" y="927513"/>
            <a:ext cx="4104957" cy="1995250"/>
          </a:xfrm>
          <a:prstGeom prst="rect">
            <a:avLst/>
          </a:prstGeom>
          <a:noFill/>
          <a:ln cap="flat" cmpd="sng" w="28575">
            <a:solidFill>
              <a:srgbClr val="3A1B0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407" name="Google Shape;5407;g35554e43cf7_0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4471" y="1845671"/>
            <a:ext cx="1312100" cy="1077100"/>
          </a:xfrm>
          <a:prstGeom prst="rect">
            <a:avLst/>
          </a:prstGeom>
          <a:noFill/>
          <a:ln cap="flat" cmpd="sng" w="28575">
            <a:solidFill>
              <a:srgbClr val="3A1B0B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5408" name="Google Shape;5408;g35554e43cf7_0_1"/>
          <p:cNvGraphicFramePr/>
          <p:nvPr/>
        </p:nvGraphicFramePr>
        <p:xfrm>
          <a:off x="1237875" y="3148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{77E6F9C7-0300-435E-9AEC-991F8B8F4E24}</a:tableStyleId>
              </a:tblPr>
              <a:tblGrid>
                <a:gridCol w="2852975"/>
                <a:gridCol w="2852975"/>
              </a:tblGrid>
              <a:tr h="52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/>
                        <a:t>8 bits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/>
                        <a:t>encoder les octets “address” et “data” du protocole NEC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662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595"/>
                        </a:spcAft>
                        <a:buNone/>
                      </a:pPr>
                      <a:r>
                        <a:rPr lang="fr-FR" sz="9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 et 4 MHz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/>
                        <a:t>fréquence superieur a 100kHz</a:t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2" name="Shape 5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3" name="Google Shape;5413;p9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414" name="Google Shape;541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415" name="Google Shape;5415;p9"/>
          <p:cNvSpPr txBox="1"/>
          <p:nvPr/>
        </p:nvSpPr>
        <p:spPr>
          <a:xfrm>
            <a:off x="8117350" y="172797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16" name="Google Shape;5416;p9"/>
          <p:cNvSpPr txBox="1"/>
          <p:nvPr/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Electronique Emetteur</a:t>
            </a:r>
            <a:endParaRPr/>
          </a:p>
        </p:txBody>
      </p:sp>
      <p:sp>
        <p:nvSpPr>
          <p:cNvPr id="5417" name="Google Shape;5417;p9"/>
          <p:cNvSpPr txBox="1"/>
          <p:nvPr/>
        </p:nvSpPr>
        <p:spPr>
          <a:xfrm>
            <a:off x="8117350" y="207651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18" name="Google Shape;5418;p9"/>
          <p:cNvSpPr txBox="1"/>
          <p:nvPr/>
        </p:nvSpPr>
        <p:spPr>
          <a:xfrm>
            <a:off x="8117350" y="242506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19" name="Google Shape;5419;p9"/>
          <p:cNvSpPr txBox="1"/>
          <p:nvPr/>
        </p:nvSpPr>
        <p:spPr>
          <a:xfrm>
            <a:off x="8117350" y="277360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20" name="Google Shape;5420;p9"/>
          <p:cNvSpPr txBox="1"/>
          <p:nvPr/>
        </p:nvSpPr>
        <p:spPr>
          <a:xfrm>
            <a:off x="8117350" y="312215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21" name="Google Shape;5421;p9"/>
          <p:cNvSpPr txBox="1"/>
          <p:nvPr/>
        </p:nvSpPr>
        <p:spPr>
          <a:xfrm>
            <a:off x="8117350" y="347069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22" name="Google Shape;5422;p9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Traitement</a:t>
            </a:r>
            <a:br>
              <a:rPr lang="fr-FR" sz="1400" u="sng">
                <a:solidFill>
                  <a:schemeClr val="dk1"/>
                </a:solidFill>
              </a:rPr>
            </a:br>
            <a:br>
              <a:rPr lang="fr-FR" sz="1400" u="sng">
                <a:solidFill>
                  <a:schemeClr val="dk1"/>
                </a:solidFill>
              </a:rPr>
            </a:br>
            <a:r>
              <a:rPr b="0" lang="fr-FR" sz="1400" u="sng">
                <a:solidFill>
                  <a:schemeClr val="dk1"/>
                </a:solidFill>
              </a:rPr>
              <a:t>EXIG_EMTT_REPETITIVITE :</a:t>
            </a:r>
            <a:endParaRPr b="0" sz="14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0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0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423" name="Google Shape;5423;p9"/>
          <p:cNvSpPr/>
          <p:nvPr/>
        </p:nvSpPr>
        <p:spPr>
          <a:xfrm>
            <a:off x="1022900" y="4659900"/>
            <a:ext cx="4788600" cy="329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Source : jeu simon, datasheet du quartz, HTUT 24</a:t>
            </a:r>
            <a:endParaRPr/>
          </a:p>
        </p:txBody>
      </p:sp>
      <p:pic>
        <p:nvPicPr>
          <p:cNvPr id="5424" name="Google Shape;5424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4606" y="1909431"/>
            <a:ext cx="2042673" cy="2140175"/>
          </a:xfrm>
          <a:prstGeom prst="rect">
            <a:avLst/>
          </a:prstGeom>
          <a:noFill/>
          <a:ln cap="flat" cmpd="sng" w="28575">
            <a:solidFill>
              <a:srgbClr val="3A1B0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425" name="Google Shape;5425;p9"/>
          <p:cNvSpPr txBox="1"/>
          <p:nvPr/>
        </p:nvSpPr>
        <p:spPr>
          <a:xfrm>
            <a:off x="4237875" y="1483175"/>
            <a:ext cx="26475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rgbClr val="3A1B0B"/>
                </a:solidFill>
              </a:rPr>
              <a:t>Dimensionnement du quartz : </a:t>
            </a:r>
            <a:endParaRPr sz="900">
              <a:solidFill>
                <a:srgbClr val="3A1B0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A1B0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rgbClr val="3A1B0B"/>
                </a:solidFill>
              </a:rPr>
              <a:t>formule :</a:t>
            </a:r>
            <a:endParaRPr sz="900">
              <a:solidFill>
                <a:srgbClr val="3A1B0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A1B0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rgbClr val="3A1B0B"/>
                </a:solidFill>
              </a:rPr>
              <a:t>condensateur : 22pF</a:t>
            </a:r>
            <a:endParaRPr sz="900">
              <a:solidFill>
                <a:srgbClr val="3A1B0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A1B0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A1B0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rgbClr val="3A1B0B"/>
                </a:solidFill>
              </a:rPr>
              <a:t>Dimensionnement du reset : </a:t>
            </a:r>
            <a:endParaRPr sz="900">
              <a:solidFill>
                <a:srgbClr val="3A1B0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A1B0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rgbClr val="3A1B0B"/>
                </a:solidFill>
              </a:rPr>
              <a:t>formule : </a:t>
            </a:r>
            <a:endParaRPr sz="900">
              <a:solidFill>
                <a:srgbClr val="3A1B0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A1B0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rgbClr val="3A1B0B"/>
                </a:solidFill>
              </a:rPr>
              <a:t>	     RC = </a:t>
            </a:r>
            <a:r>
              <a:rPr lang="fr-FR"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11,2x10^-6</a:t>
            </a:r>
            <a:endParaRPr sz="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rgbClr val="000000"/>
                </a:solidFill>
              </a:rPr>
              <a:t>formule : R &gt; RC/C</a:t>
            </a:r>
            <a:endParaRPr sz="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rgbClr val="000000"/>
                </a:solidFill>
              </a:rPr>
              <a:t>	 R &gt; 11 200 ohm soit 12k ohm</a:t>
            </a:r>
            <a:endParaRPr sz="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A1B0B"/>
              </a:solidFill>
            </a:endParaRPr>
          </a:p>
        </p:txBody>
      </p:sp>
      <p:sp>
        <p:nvSpPr>
          <p:cNvPr id="5426" name="Google Shape;5426;p9"/>
          <p:cNvSpPr/>
          <p:nvPr/>
        </p:nvSpPr>
        <p:spPr>
          <a:xfrm>
            <a:off x="6732250" y="322475"/>
            <a:ext cx="22983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lt1"/>
                </a:solidFill>
              </a:rPr>
              <a:t>EXIG_EMTT_REPETITIVITE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0" name="Shape 5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31" name="Google Shape;5431;p10"/>
          <p:cNvGrpSpPr/>
          <p:nvPr/>
        </p:nvGrpSpPr>
        <p:grpSpPr>
          <a:xfrm>
            <a:off x="5745846" y="1968100"/>
            <a:ext cx="2068800" cy="400200"/>
            <a:chOff x="3983596" y="1968100"/>
            <a:chExt cx="2068800" cy="400200"/>
          </a:xfrm>
        </p:grpSpPr>
        <p:pic>
          <p:nvPicPr>
            <p:cNvPr id="5432" name="Google Shape;5432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21850" y="1968100"/>
              <a:ext cx="1992300" cy="4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3" name="Google Shape;5433;p10"/>
            <p:cNvSpPr/>
            <p:nvPr/>
          </p:nvSpPr>
          <p:spPr>
            <a:xfrm>
              <a:off x="3983596" y="1968100"/>
              <a:ext cx="2068800" cy="4002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34" name="Google Shape;5434;p10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435" name="Google Shape;543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436" name="Google Shape;5436;p10"/>
          <p:cNvSpPr txBox="1"/>
          <p:nvPr/>
        </p:nvSpPr>
        <p:spPr>
          <a:xfrm>
            <a:off x="8117350" y="172797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37" name="Google Shape;5437;p10"/>
          <p:cNvSpPr txBox="1"/>
          <p:nvPr/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Electronique Emetteur Action</a:t>
            </a:r>
            <a:endParaRPr/>
          </a:p>
        </p:txBody>
      </p:sp>
      <p:sp>
        <p:nvSpPr>
          <p:cNvPr id="5438" name="Google Shape;5438;p10"/>
          <p:cNvSpPr txBox="1"/>
          <p:nvPr/>
        </p:nvSpPr>
        <p:spPr>
          <a:xfrm>
            <a:off x="8117350" y="207651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39" name="Google Shape;5439;p10"/>
          <p:cNvSpPr txBox="1"/>
          <p:nvPr/>
        </p:nvSpPr>
        <p:spPr>
          <a:xfrm>
            <a:off x="8117350" y="242506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40" name="Google Shape;5440;p10"/>
          <p:cNvSpPr txBox="1"/>
          <p:nvPr/>
        </p:nvSpPr>
        <p:spPr>
          <a:xfrm>
            <a:off x="8117350" y="277360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41" name="Google Shape;5441;p10"/>
          <p:cNvSpPr txBox="1"/>
          <p:nvPr/>
        </p:nvSpPr>
        <p:spPr>
          <a:xfrm>
            <a:off x="8117350" y="312215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42" name="Google Shape;5442;p10"/>
          <p:cNvSpPr txBox="1"/>
          <p:nvPr/>
        </p:nvSpPr>
        <p:spPr>
          <a:xfrm>
            <a:off x="8117350" y="347069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43" name="Google Shape;5443;p10"/>
          <p:cNvSpPr txBox="1"/>
          <p:nvPr>
            <p:ph idx="1" type="body"/>
          </p:nvPr>
        </p:nvSpPr>
        <p:spPr>
          <a:xfrm>
            <a:off x="1237877" y="1008805"/>
            <a:ext cx="1591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Etage indicateur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444" name="Google Shape;5444;p10"/>
          <p:cNvSpPr/>
          <p:nvPr/>
        </p:nvSpPr>
        <p:spPr>
          <a:xfrm>
            <a:off x="6954625" y="322475"/>
            <a:ext cx="21561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lt1"/>
                </a:solidFill>
              </a:rPr>
              <a:t>EXIG_EMTT_INDICATEUR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445" name="Google Shape;5445;p10"/>
          <p:cNvSpPr/>
          <p:nvPr/>
        </p:nvSpPr>
        <p:spPr>
          <a:xfrm>
            <a:off x="1022900" y="4660050"/>
            <a:ext cx="5074200" cy="3297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Sources : Datasheet HLMP-CM3A-Z10DD ; HTUT n°7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446" name="Google Shape;5446;p10"/>
          <p:cNvSpPr/>
          <p:nvPr/>
        </p:nvSpPr>
        <p:spPr>
          <a:xfrm>
            <a:off x="1343775" y="1359625"/>
            <a:ext cx="2222700" cy="330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lt2"/>
                </a:solidFill>
              </a:rPr>
              <a:t>Exigence : 50 mcd (-/+ 20%)</a:t>
            </a:r>
            <a:endParaRPr sz="1100">
              <a:solidFill>
                <a:schemeClr val="lt2"/>
              </a:solidFill>
            </a:endParaRPr>
          </a:p>
        </p:txBody>
      </p:sp>
      <p:sp>
        <p:nvSpPr>
          <p:cNvPr id="5447" name="Google Shape;5447;p10"/>
          <p:cNvSpPr/>
          <p:nvPr/>
        </p:nvSpPr>
        <p:spPr>
          <a:xfrm>
            <a:off x="4920775" y="96725"/>
            <a:ext cx="2004000" cy="1211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u="sng">
                <a:solidFill>
                  <a:schemeClr val="dk1"/>
                </a:solidFill>
              </a:rPr>
              <a:t>HLMP-CM3A-Z10DD</a:t>
            </a:r>
            <a:endParaRPr sz="1100" u="sng">
              <a:solidFill>
                <a:schemeClr val="dk1"/>
              </a:solidFill>
            </a:endParaRPr>
          </a:p>
        </p:txBody>
      </p:sp>
      <p:pic>
        <p:nvPicPr>
          <p:cNvPr descr="Lampe LED verte sur | Vecteurs publiques" id="5448" name="Google Shape;5448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8449">
            <a:off x="5346827" y="155858"/>
            <a:ext cx="1151920" cy="863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9" name="Google Shape;5449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43775" y="1892350"/>
            <a:ext cx="1295895" cy="2564987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grpSp>
        <p:nvGrpSpPr>
          <p:cNvPr id="5450" name="Google Shape;5450;p10"/>
          <p:cNvGrpSpPr/>
          <p:nvPr/>
        </p:nvGrpSpPr>
        <p:grpSpPr>
          <a:xfrm>
            <a:off x="2762737" y="2646750"/>
            <a:ext cx="2641175" cy="1810580"/>
            <a:chOff x="3190237" y="2705800"/>
            <a:chExt cx="2641175" cy="1810580"/>
          </a:xfrm>
        </p:grpSpPr>
        <p:pic>
          <p:nvPicPr>
            <p:cNvPr id="5451" name="Google Shape;5451;p1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190237" y="2705800"/>
              <a:ext cx="2641175" cy="1810580"/>
            </a:xfrm>
            <a:prstGeom prst="rect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5452" name="Google Shape;5452;p10"/>
            <p:cNvSpPr/>
            <p:nvPr/>
          </p:nvSpPr>
          <p:spPr>
            <a:xfrm>
              <a:off x="4684300" y="4215238"/>
              <a:ext cx="50700" cy="5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53" name="Google Shape;5453;p10"/>
          <p:cNvSpPr/>
          <p:nvPr/>
        </p:nvSpPr>
        <p:spPr>
          <a:xfrm>
            <a:off x="5781250" y="3448175"/>
            <a:ext cx="1341900" cy="450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285"/>
              </a:spcBef>
              <a:spcAft>
                <a:spcPts val="595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lt2"/>
                </a:solidFill>
              </a:rPr>
              <a:t>V</a:t>
            </a:r>
            <a:r>
              <a:rPr lang="fr-FR" sz="800">
                <a:solidFill>
                  <a:schemeClr val="lt2"/>
                </a:solidFill>
              </a:rPr>
              <a:t>f</a:t>
            </a:r>
            <a:r>
              <a:rPr lang="fr-FR" sz="1200">
                <a:solidFill>
                  <a:schemeClr val="lt2"/>
                </a:solidFill>
              </a:rPr>
              <a:t> de 2,659 V</a:t>
            </a:r>
            <a:endParaRPr/>
          </a:p>
        </p:txBody>
      </p:sp>
      <p:sp>
        <p:nvSpPr>
          <p:cNvPr id="5454" name="Google Shape;5454;p10"/>
          <p:cNvSpPr/>
          <p:nvPr/>
        </p:nvSpPr>
        <p:spPr>
          <a:xfrm>
            <a:off x="2931050" y="1968088"/>
            <a:ext cx="837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1100">
                <a:solidFill>
                  <a:schemeClr val="lt2"/>
                </a:solidFill>
              </a:rPr>
              <a:t>I = 20 mA</a:t>
            </a:r>
            <a:endParaRPr/>
          </a:p>
        </p:txBody>
      </p:sp>
      <p:sp>
        <p:nvSpPr>
          <p:cNvPr id="5455" name="Google Shape;5455;p10"/>
          <p:cNvSpPr/>
          <p:nvPr/>
        </p:nvSpPr>
        <p:spPr>
          <a:xfrm>
            <a:off x="4033500" y="1789600"/>
            <a:ext cx="1447500" cy="757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1100">
                <a:solidFill>
                  <a:schemeClr val="lt2"/>
                </a:solidFill>
              </a:rPr>
              <a:t>Intensité lumineuse</a:t>
            </a:r>
            <a:br>
              <a:rPr lang="fr-FR" sz="1100">
                <a:solidFill>
                  <a:schemeClr val="lt2"/>
                </a:solidFill>
              </a:rPr>
            </a:br>
            <a:r>
              <a:rPr lang="fr-FR" sz="1100">
                <a:solidFill>
                  <a:schemeClr val="lt2"/>
                </a:solidFill>
              </a:rPr>
              <a:t>Min = 12000 mcd</a:t>
            </a:r>
            <a:br>
              <a:rPr lang="fr-FR" sz="1100">
                <a:solidFill>
                  <a:schemeClr val="lt2"/>
                </a:solidFill>
              </a:rPr>
            </a:br>
            <a:r>
              <a:rPr lang="fr-FR" sz="1100">
                <a:solidFill>
                  <a:schemeClr val="lt2"/>
                </a:solidFill>
              </a:rPr>
              <a:t>Max = 21000 mcd</a:t>
            </a:r>
            <a:endParaRPr sz="1100">
              <a:solidFill>
                <a:schemeClr val="lt2"/>
              </a:solidFill>
            </a:endParaRPr>
          </a:p>
        </p:txBody>
      </p:sp>
      <p:sp>
        <p:nvSpPr>
          <p:cNvPr id="5456" name="Google Shape;5456;p10"/>
          <p:cNvSpPr/>
          <p:nvPr/>
        </p:nvSpPr>
        <p:spPr>
          <a:xfrm>
            <a:off x="5503975" y="2708125"/>
            <a:ext cx="837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lt2"/>
                </a:solidFill>
              </a:rPr>
              <a:t>50 mcd</a:t>
            </a:r>
            <a:endParaRPr/>
          </a:p>
        </p:txBody>
      </p:sp>
      <p:grpSp>
        <p:nvGrpSpPr>
          <p:cNvPr id="5457" name="Google Shape;5457;p10"/>
          <p:cNvGrpSpPr/>
          <p:nvPr/>
        </p:nvGrpSpPr>
        <p:grpSpPr>
          <a:xfrm>
            <a:off x="6496987" y="2713900"/>
            <a:ext cx="1533600" cy="400200"/>
            <a:chOff x="6496912" y="2687000"/>
            <a:chExt cx="1533600" cy="400200"/>
          </a:xfrm>
        </p:grpSpPr>
        <p:pic>
          <p:nvPicPr>
            <p:cNvPr id="5458" name="Google Shape;5458;p1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6526000" y="2722238"/>
              <a:ext cx="1475425" cy="32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59" name="Google Shape;5459;p10"/>
            <p:cNvSpPr/>
            <p:nvPr/>
          </p:nvSpPr>
          <p:spPr>
            <a:xfrm>
              <a:off x="6496912" y="2687000"/>
              <a:ext cx="1533600" cy="4002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460" name="Google Shape;5460;p10"/>
          <p:cNvCxnSpPr>
            <a:endCxn id="5455" idx="1"/>
          </p:cNvCxnSpPr>
          <p:nvPr/>
        </p:nvCxnSpPr>
        <p:spPr>
          <a:xfrm flipH="1" rot="10800000">
            <a:off x="3776700" y="2168200"/>
            <a:ext cx="256800" cy="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61" name="Google Shape;5461;p10"/>
          <p:cNvCxnSpPr>
            <a:stCxn id="5455" idx="3"/>
            <a:endCxn id="5433" idx="1"/>
          </p:cNvCxnSpPr>
          <p:nvPr/>
        </p:nvCxnSpPr>
        <p:spPr>
          <a:xfrm>
            <a:off x="5481000" y="2168200"/>
            <a:ext cx="26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62" name="Google Shape;5462;p10"/>
          <p:cNvCxnSpPr>
            <a:stCxn id="5456" idx="3"/>
            <a:endCxn id="5459" idx="1"/>
          </p:cNvCxnSpPr>
          <p:nvPr/>
        </p:nvCxnSpPr>
        <p:spPr>
          <a:xfrm>
            <a:off x="6341575" y="2908225"/>
            <a:ext cx="1554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63" name="Google Shape;5463;p10"/>
          <p:cNvCxnSpPr>
            <a:stCxn id="5452" idx="6"/>
            <a:endCxn id="5453" idx="1"/>
          </p:cNvCxnSpPr>
          <p:nvPr/>
        </p:nvCxnSpPr>
        <p:spPr>
          <a:xfrm flipH="1" rot="10800000">
            <a:off x="4307500" y="3673488"/>
            <a:ext cx="1473900" cy="51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7" name="Shape 5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" name="Google Shape;5468;g35590eb6703_2_0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469" name="Google Shape;5469;g35590eb6703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470" name="Google Shape;5470;g35590eb6703_2_0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71" name="Google Shape;5471;g35590eb6703_2_0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Electronique Emetteur Action</a:t>
            </a:r>
            <a:endParaRPr/>
          </a:p>
        </p:txBody>
      </p:sp>
      <p:sp>
        <p:nvSpPr>
          <p:cNvPr id="5472" name="Google Shape;5472;g35590eb6703_2_0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73" name="Google Shape;5473;g35590eb6703_2_0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74" name="Google Shape;5474;g35590eb6703_2_0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75" name="Google Shape;5475;g35590eb6703_2_0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76" name="Google Shape;5476;g35590eb6703_2_0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77" name="Google Shape;5477;g35590eb6703_2_0"/>
          <p:cNvSpPr txBox="1"/>
          <p:nvPr>
            <p:ph idx="1" type="body"/>
          </p:nvPr>
        </p:nvSpPr>
        <p:spPr>
          <a:xfrm>
            <a:off x="1237877" y="1008805"/>
            <a:ext cx="1591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Etage indicateur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478" name="Google Shape;5478;g35590eb6703_2_0"/>
          <p:cNvSpPr/>
          <p:nvPr/>
        </p:nvSpPr>
        <p:spPr>
          <a:xfrm>
            <a:off x="6954625" y="322475"/>
            <a:ext cx="21561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lt1"/>
                </a:solidFill>
              </a:rPr>
              <a:t>EXIG_EMTT_INDICATEUR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479" name="Google Shape;5479;g35590eb6703_2_0"/>
          <p:cNvSpPr/>
          <p:nvPr/>
        </p:nvSpPr>
        <p:spPr>
          <a:xfrm>
            <a:off x="1022900" y="4660050"/>
            <a:ext cx="4653900" cy="3297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Sources : HTUT n°1 et 7 ; Stock GEII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480" name="Google Shape;5480;g35590eb6703_2_0"/>
          <p:cNvSpPr/>
          <p:nvPr/>
        </p:nvSpPr>
        <p:spPr>
          <a:xfrm>
            <a:off x="4920775" y="96725"/>
            <a:ext cx="2004000" cy="1211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u="sng">
                <a:solidFill>
                  <a:schemeClr val="dk1"/>
                </a:solidFill>
              </a:rPr>
              <a:t>HLMP-CM3A-Z10DD</a:t>
            </a:r>
            <a:endParaRPr sz="1100" u="sng">
              <a:solidFill>
                <a:schemeClr val="dk1"/>
              </a:solidFill>
            </a:endParaRPr>
          </a:p>
        </p:txBody>
      </p:sp>
      <p:pic>
        <p:nvPicPr>
          <p:cNvPr descr="Lampe LED verte sur | Vecteurs publiques" id="5481" name="Google Shape;5481;g35590eb6703_2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8449">
            <a:off x="5346827" y="155858"/>
            <a:ext cx="1151920" cy="863958"/>
          </a:xfrm>
          <a:prstGeom prst="rect">
            <a:avLst/>
          </a:prstGeom>
          <a:noFill/>
          <a:ln>
            <a:noFill/>
          </a:ln>
        </p:spPr>
      </p:pic>
      <p:sp>
        <p:nvSpPr>
          <p:cNvPr id="5482" name="Google Shape;5482;g35590eb6703_2_0"/>
          <p:cNvSpPr txBox="1"/>
          <p:nvPr>
            <p:ph idx="1" type="body"/>
          </p:nvPr>
        </p:nvSpPr>
        <p:spPr>
          <a:xfrm>
            <a:off x="1237875" y="1308425"/>
            <a:ext cx="2717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5"/>
              <a:buNone/>
            </a:pPr>
            <a:r>
              <a:rPr lang="fr-FR" sz="1210">
                <a:solidFill>
                  <a:schemeClr val="dk1"/>
                </a:solidFill>
              </a:rPr>
              <a:t>Dimensionnement</a:t>
            </a:r>
            <a:r>
              <a:rPr lang="fr-FR" sz="1210">
                <a:solidFill>
                  <a:schemeClr val="dk1"/>
                </a:solidFill>
              </a:rPr>
              <a:t> résistance</a:t>
            </a:r>
            <a:endParaRPr sz="810">
              <a:solidFill>
                <a:schemeClr val="dk1"/>
              </a:solidFill>
            </a:endParaRPr>
          </a:p>
        </p:txBody>
      </p:sp>
      <p:pic>
        <p:nvPicPr>
          <p:cNvPr id="5483" name="Google Shape;5483;g35590eb6703_2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8351" y="1547000"/>
            <a:ext cx="882514" cy="28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4" name="Google Shape;5484;g35590eb6703_2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53800" y="1530800"/>
            <a:ext cx="1439308" cy="29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5" name="Google Shape;5485;g35590eb6703_2_0"/>
          <p:cNvSpPr/>
          <p:nvPr/>
        </p:nvSpPr>
        <p:spPr>
          <a:xfrm>
            <a:off x="1237875" y="1899450"/>
            <a:ext cx="3334200" cy="362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lt2"/>
                </a:solidFill>
              </a:rPr>
              <a:t>Valeur normalisée : Série E24 39kΩ (-/+ 5%)</a:t>
            </a:r>
            <a:endParaRPr sz="1100">
              <a:solidFill>
                <a:schemeClr val="lt2"/>
              </a:solidFill>
            </a:endParaRPr>
          </a:p>
        </p:txBody>
      </p:sp>
      <p:cxnSp>
        <p:nvCxnSpPr>
          <p:cNvPr id="5486" name="Google Shape;5486;g35590eb6703_2_0"/>
          <p:cNvCxnSpPr/>
          <p:nvPr/>
        </p:nvCxnSpPr>
        <p:spPr>
          <a:xfrm>
            <a:off x="1179000" y="2354850"/>
            <a:ext cx="6786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87" name="Google Shape;5487;g35590eb6703_2_0"/>
          <p:cNvSpPr txBox="1"/>
          <p:nvPr>
            <p:ph idx="1" type="body"/>
          </p:nvPr>
        </p:nvSpPr>
        <p:spPr>
          <a:xfrm>
            <a:off x="1158525" y="2447550"/>
            <a:ext cx="287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5"/>
              <a:buNone/>
            </a:pPr>
            <a:r>
              <a:rPr lang="fr-FR" sz="1210">
                <a:solidFill>
                  <a:schemeClr val="dk1"/>
                </a:solidFill>
              </a:rPr>
              <a:t>Vérification de la valeur normalisée</a:t>
            </a:r>
            <a:endParaRPr sz="810">
              <a:solidFill>
                <a:schemeClr val="dk1"/>
              </a:solidFill>
            </a:endParaRPr>
          </a:p>
        </p:txBody>
      </p:sp>
      <p:pic>
        <p:nvPicPr>
          <p:cNvPr id="5488" name="Google Shape;5488;g35590eb6703_2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28350" y="2716363"/>
            <a:ext cx="3567955" cy="36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9" name="Google Shape;5489;g35590eb6703_2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28350" y="3417600"/>
            <a:ext cx="5821399" cy="36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490" name="Google Shape;5490;g35590eb6703_2_0"/>
          <p:cNvSpPr txBox="1"/>
          <p:nvPr>
            <p:ph idx="1" type="body"/>
          </p:nvPr>
        </p:nvSpPr>
        <p:spPr>
          <a:xfrm>
            <a:off x="1237875" y="3139975"/>
            <a:ext cx="287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5"/>
              <a:buNone/>
            </a:pPr>
            <a:r>
              <a:rPr lang="fr-FR" sz="1210">
                <a:solidFill>
                  <a:schemeClr val="dk1"/>
                </a:solidFill>
              </a:rPr>
              <a:t>Calcul de l’erreur relative</a:t>
            </a:r>
            <a:endParaRPr sz="810">
              <a:solidFill>
                <a:schemeClr val="dk1"/>
              </a:solidFill>
            </a:endParaRPr>
          </a:p>
        </p:txBody>
      </p:sp>
      <p:sp>
        <p:nvSpPr>
          <p:cNvPr id="5491" name="Google Shape;5491;g35590eb6703_2_0"/>
          <p:cNvSpPr/>
          <p:nvPr/>
        </p:nvSpPr>
        <p:spPr>
          <a:xfrm>
            <a:off x="1237875" y="3890163"/>
            <a:ext cx="2076000" cy="525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lt2"/>
                </a:solidFill>
              </a:rPr>
              <a:t>Dimensionnement conforme</a:t>
            </a:r>
            <a:endParaRPr sz="11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5" name="Shape 5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6" name="Google Shape;5496;g35590eb6703_2_47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497" name="Google Shape;5497;g35590eb6703_2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498" name="Google Shape;5498;g35590eb6703_2_47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99" name="Google Shape;5499;g35590eb6703_2_47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Electronique Emetteur Action</a:t>
            </a:r>
            <a:endParaRPr/>
          </a:p>
        </p:txBody>
      </p:sp>
      <p:sp>
        <p:nvSpPr>
          <p:cNvPr id="5500" name="Google Shape;5500;g35590eb6703_2_47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01" name="Google Shape;5501;g35590eb6703_2_47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02" name="Google Shape;5502;g35590eb6703_2_47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03" name="Google Shape;5503;g35590eb6703_2_47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04" name="Google Shape;5504;g35590eb6703_2_47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05" name="Google Shape;5505;g35590eb6703_2_47"/>
          <p:cNvSpPr txBox="1"/>
          <p:nvPr>
            <p:ph idx="1" type="body"/>
          </p:nvPr>
        </p:nvSpPr>
        <p:spPr>
          <a:xfrm>
            <a:off x="1237877" y="1008805"/>
            <a:ext cx="1591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Etage puissance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506" name="Google Shape;5506;g35590eb6703_2_47"/>
          <p:cNvSpPr/>
          <p:nvPr/>
        </p:nvSpPr>
        <p:spPr>
          <a:xfrm>
            <a:off x="6954625" y="322475"/>
            <a:ext cx="21561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lt1"/>
                </a:solidFill>
              </a:rPr>
              <a:t>EXIG_EMTT_PUISSANCE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07" name="Google Shape;5507;g35590eb6703_2_47"/>
          <p:cNvSpPr/>
          <p:nvPr/>
        </p:nvSpPr>
        <p:spPr>
          <a:xfrm>
            <a:off x="1022900" y="4660050"/>
            <a:ext cx="5074200" cy="3297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Sources : Datasheets TSAL6200 ; BC337 ; HTUT n°1 et 7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08" name="Google Shape;5508;g35590eb6703_2_47"/>
          <p:cNvSpPr/>
          <p:nvPr/>
        </p:nvSpPr>
        <p:spPr>
          <a:xfrm>
            <a:off x="1343775" y="1359625"/>
            <a:ext cx="2222700" cy="330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lt2"/>
                </a:solidFill>
              </a:rPr>
              <a:t>Exigence : I &gt; 200mA</a:t>
            </a:r>
            <a:endParaRPr sz="1100">
              <a:solidFill>
                <a:schemeClr val="lt2"/>
              </a:solidFill>
            </a:endParaRPr>
          </a:p>
        </p:txBody>
      </p:sp>
      <p:sp>
        <p:nvSpPr>
          <p:cNvPr id="5509" name="Google Shape;5509;g35590eb6703_2_47"/>
          <p:cNvSpPr/>
          <p:nvPr/>
        </p:nvSpPr>
        <p:spPr>
          <a:xfrm>
            <a:off x="5318875" y="104300"/>
            <a:ext cx="1207800" cy="1052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u="sng">
                <a:solidFill>
                  <a:schemeClr val="dk1"/>
                </a:solidFill>
              </a:rPr>
              <a:t>TSAL6200</a:t>
            </a:r>
            <a:endParaRPr sz="1100" u="sng">
              <a:solidFill>
                <a:schemeClr val="dk1"/>
              </a:solidFill>
            </a:endParaRPr>
          </a:p>
        </p:txBody>
      </p:sp>
      <p:pic>
        <p:nvPicPr>
          <p:cNvPr id="5510" name="Google Shape;5510;g35590eb6703_2_47" title="image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2000" y="194600"/>
            <a:ext cx="721550" cy="72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1" name="Google Shape;5511;g35590eb6703_2_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3188" y="2123801"/>
            <a:ext cx="2968450" cy="2102074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graphicFrame>
        <p:nvGraphicFramePr>
          <p:cNvPr id="5512" name="Google Shape;5512;g35590eb6703_2_47"/>
          <p:cNvGraphicFramePr/>
          <p:nvPr/>
        </p:nvGraphicFramePr>
        <p:xfrm>
          <a:off x="4357513" y="1359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{77E6F9C7-0300-435E-9AEC-991F8B8F4E24}</a:tableStyleId>
              </a:tblPr>
              <a:tblGrid>
                <a:gridCol w="1945625"/>
                <a:gridCol w="1652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V</a:t>
                      </a:r>
                      <a:r>
                        <a:rPr lang="fr-FR" sz="800">
                          <a:solidFill>
                            <a:schemeClr val="dk1"/>
                          </a:solidFill>
                        </a:rPr>
                        <a:t>LED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1,45 V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V</a:t>
                      </a:r>
                      <a:r>
                        <a:rPr lang="fr-FR" sz="800">
                          <a:solidFill>
                            <a:schemeClr val="dk1"/>
                          </a:solidFill>
                        </a:rPr>
                        <a:t>CESAT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0,7 V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513" name="Google Shape;5513;g35590eb6703_2_47"/>
          <p:cNvSpPr txBox="1"/>
          <p:nvPr>
            <p:ph idx="1" type="body"/>
          </p:nvPr>
        </p:nvSpPr>
        <p:spPr>
          <a:xfrm>
            <a:off x="4197450" y="2217150"/>
            <a:ext cx="3757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5"/>
              <a:buNone/>
            </a:pPr>
            <a:r>
              <a:rPr lang="fr-FR" sz="1210">
                <a:solidFill>
                  <a:schemeClr val="dk1"/>
                </a:solidFill>
              </a:rPr>
              <a:t>Dimensionnement résistances des LEDs</a:t>
            </a:r>
            <a:endParaRPr sz="810">
              <a:solidFill>
                <a:schemeClr val="dk1"/>
              </a:solidFill>
            </a:endParaRPr>
          </a:p>
        </p:txBody>
      </p:sp>
      <p:pic>
        <p:nvPicPr>
          <p:cNvPr id="5514" name="Google Shape;5514;g35590eb6703_2_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91874" y="2437950"/>
            <a:ext cx="3757800" cy="659517"/>
          </a:xfrm>
          <a:prstGeom prst="rect">
            <a:avLst/>
          </a:prstGeom>
          <a:noFill/>
          <a:ln>
            <a:noFill/>
          </a:ln>
        </p:spPr>
      </p:pic>
      <p:sp>
        <p:nvSpPr>
          <p:cNvPr id="5515" name="Google Shape;5515;g35590eb6703_2_47"/>
          <p:cNvSpPr/>
          <p:nvPr/>
        </p:nvSpPr>
        <p:spPr>
          <a:xfrm>
            <a:off x="4255675" y="3148250"/>
            <a:ext cx="3334200" cy="362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lt2"/>
                </a:solidFill>
              </a:rPr>
              <a:t>Valeur normalisée : Série E24 5,6Ω (-/+ 5%)</a:t>
            </a:r>
            <a:endParaRPr sz="1100">
              <a:solidFill>
                <a:schemeClr val="lt2"/>
              </a:solidFill>
            </a:endParaRPr>
          </a:p>
        </p:txBody>
      </p:sp>
      <p:sp>
        <p:nvSpPr>
          <p:cNvPr id="5516" name="Google Shape;5516;g35590eb6703_2_47"/>
          <p:cNvSpPr txBox="1"/>
          <p:nvPr>
            <p:ph idx="1" type="body"/>
          </p:nvPr>
        </p:nvSpPr>
        <p:spPr>
          <a:xfrm>
            <a:off x="4291875" y="3617575"/>
            <a:ext cx="287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5"/>
              <a:buNone/>
            </a:pPr>
            <a:r>
              <a:rPr lang="fr-FR" sz="1210">
                <a:solidFill>
                  <a:schemeClr val="dk1"/>
                </a:solidFill>
              </a:rPr>
              <a:t>Vérification de la valeur normalisée</a:t>
            </a:r>
            <a:endParaRPr sz="810">
              <a:solidFill>
                <a:schemeClr val="dk1"/>
              </a:solidFill>
            </a:endParaRPr>
          </a:p>
        </p:txBody>
      </p:sp>
      <p:pic>
        <p:nvPicPr>
          <p:cNvPr id="5517" name="Google Shape;5517;g35590eb6703_2_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55677" y="3835898"/>
            <a:ext cx="4031669" cy="39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1" name="Shape 5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2" name="Google Shape;5522;g35590eb6703_2_92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523" name="Google Shape;5523;g35590eb6703_2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524" name="Google Shape;5524;g35590eb6703_2_92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25" name="Google Shape;5525;g35590eb6703_2_92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Electronique Emetteur Action</a:t>
            </a:r>
            <a:endParaRPr/>
          </a:p>
        </p:txBody>
      </p:sp>
      <p:sp>
        <p:nvSpPr>
          <p:cNvPr id="5526" name="Google Shape;5526;g35590eb6703_2_92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27" name="Google Shape;5527;g35590eb6703_2_92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28" name="Google Shape;5528;g35590eb6703_2_92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29" name="Google Shape;5529;g35590eb6703_2_92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30" name="Google Shape;5530;g35590eb6703_2_92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31" name="Google Shape;5531;g35590eb6703_2_92"/>
          <p:cNvSpPr txBox="1"/>
          <p:nvPr>
            <p:ph idx="1" type="body"/>
          </p:nvPr>
        </p:nvSpPr>
        <p:spPr>
          <a:xfrm>
            <a:off x="1237877" y="1008805"/>
            <a:ext cx="1591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Etage puissance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532" name="Google Shape;5532;g35590eb6703_2_92"/>
          <p:cNvSpPr/>
          <p:nvPr/>
        </p:nvSpPr>
        <p:spPr>
          <a:xfrm>
            <a:off x="6954625" y="322475"/>
            <a:ext cx="21561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lt1"/>
                </a:solidFill>
              </a:rPr>
              <a:t>EXIG_EMTT_PUISSANCE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33" name="Google Shape;5533;g35590eb6703_2_92"/>
          <p:cNvSpPr/>
          <p:nvPr/>
        </p:nvSpPr>
        <p:spPr>
          <a:xfrm>
            <a:off x="1022900" y="4660050"/>
            <a:ext cx="5255100" cy="3297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Sources : Datasheets BC337 ; </a:t>
            </a:r>
            <a:r>
              <a:rPr lang="fr-FR">
                <a:solidFill>
                  <a:schemeClr val="dk1"/>
                </a:solidFill>
              </a:rPr>
              <a:t>ATMEGA328P ;</a:t>
            </a:r>
            <a:r>
              <a:rPr lang="fr-FR">
                <a:solidFill>
                  <a:schemeClr val="dk1"/>
                </a:solidFill>
              </a:rPr>
              <a:t> HTUT n°1 et 22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34" name="Google Shape;5534;g35590eb6703_2_92"/>
          <p:cNvSpPr/>
          <p:nvPr/>
        </p:nvSpPr>
        <p:spPr>
          <a:xfrm>
            <a:off x="5318875" y="104300"/>
            <a:ext cx="1207800" cy="1052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u="sng">
                <a:solidFill>
                  <a:schemeClr val="dk1"/>
                </a:solidFill>
              </a:rPr>
              <a:t>BC337</a:t>
            </a:r>
            <a:endParaRPr sz="1100" u="sng">
              <a:solidFill>
                <a:schemeClr val="dk1"/>
              </a:solidFill>
            </a:endParaRPr>
          </a:p>
        </p:txBody>
      </p:sp>
      <p:pic>
        <p:nvPicPr>
          <p:cNvPr id="5535" name="Google Shape;5535;g35590eb6703_2_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2900" y="2571750"/>
            <a:ext cx="2684850" cy="190125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graphicFrame>
        <p:nvGraphicFramePr>
          <p:cNvPr id="5536" name="Google Shape;5536;g35590eb6703_2_92"/>
          <p:cNvGraphicFramePr/>
          <p:nvPr/>
        </p:nvGraphicFramePr>
        <p:xfrm>
          <a:off x="863563" y="129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{77E6F9C7-0300-435E-9AEC-991F8B8F4E24}</a:tableStyleId>
              </a:tblPr>
              <a:tblGrid>
                <a:gridCol w="1945625"/>
                <a:gridCol w="1652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285"/>
                        </a:spcBef>
                        <a:spcAft>
                          <a:spcPts val="595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  (h</a:t>
                      </a:r>
                      <a:r>
                        <a:rPr lang="fr-FR" sz="800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FE2</a:t>
                      </a:r>
                      <a:r>
                        <a:rPr lang="fr-FR" sz="1200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60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V</a:t>
                      </a:r>
                      <a:r>
                        <a:rPr lang="fr-FR" sz="800">
                          <a:solidFill>
                            <a:schemeClr val="dk1"/>
                          </a:solidFill>
                        </a:rPr>
                        <a:t>OH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4,9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V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V</a:t>
                      </a:r>
                      <a:r>
                        <a:rPr lang="fr-FR" sz="800">
                          <a:solidFill>
                            <a:schemeClr val="dk1"/>
                          </a:solidFill>
                        </a:rPr>
                        <a:t>BE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(ON)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1,2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V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537" name="Google Shape;5537;g35590eb6703_2_92"/>
          <p:cNvSpPr txBox="1"/>
          <p:nvPr>
            <p:ph idx="1" type="body"/>
          </p:nvPr>
        </p:nvSpPr>
        <p:spPr>
          <a:xfrm>
            <a:off x="4496725" y="1213188"/>
            <a:ext cx="3757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5"/>
              <a:buNone/>
            </a:pPr>
            <a:r>
              <a:rPr lang="fr-FR" sz="1210">
                <a:solidFill>
                  <a:schemeClr val="dk1"/>
                </a:solidFill>
              </a:rPr>
              <a:t>Dimensionnement résistances des transistors</a:t>
            </a:r>
            <a:endParaRPr sz="810">
              <a:solidFill>
                <a:schemeClr val="dk1"/>
              </a:solidFill>
            </a:endParaRPr>
          </a:p>
        </p:txBody>
      </p:sp>
      <p:pic>
        <p:nvPicPr>
          <p:cNvPr id="5538" name="Google Shape;5538;g35590eb6703_2_92" title="image-removebg-preview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0387" y="149100"/>
            <a:ext cx="1344786" cy="7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9" name="Google Shape;5539;g35590eb6703_2_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35038" y="1399275"/>
            <a:ext cx="1619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5540" name="Google Shape;5540;g35590eb6703_2_92"/>
          <p:cNvSpPr/>
          <p:nvPr/>
        </p:nvSpPr>
        <p:spPr>
          <a:xfrm>
            <a:off x="4496725" y="2488738"/>
            <a:ext cx="3334200" cy="362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lt2"/>
                </a:solidFill>
              </a:rPr>
              <a:t>Valeur normalisée : Série E48 910Ω (-/+ 2%)</a:t>
            </a:r>
            <a:endParaRPr sz="1100">
              <a:solidFill>
                <a:schemeClr val="lt2"/>
              </a:solidFill>
            </a:endParaRPr>
          </a:p>
        </p:txBody>
      </p:sp>
      <p:sp>
        <p:nvSpPr>
          <p:cNvPr id="5541" name="Google Shape;5541;g35590eb6703_2_92"/>
          <p:cNvSpPr txBox="1"/>
          <p:nvPr>
            <p:ph idx="1" type="body"/>
          </p:nvPr>
        </p:nvSpPr>
        <p:spPr>
          <a:xfrm>
            <a:off x="3797725" y="2886600"/>
            <a:ext cx="287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5"/>
              <a:buNone/>
            </a:pPr>
            <a:r>
              <a:rPr lang="fr-FR" sz="1210">
                <a:solidFill>
                  <a:schemeClr val="dk1"/>
                </a:solidFill>
              </a:rPr>
              <a:t>Vérification de la valeur normalisée</a:t>
            </a:r>
            <a:endParaRPr sz="810">
              <a:solidFill>
                <a:schemeClr val="dk1"/>
              </a:solidFill>
            </a:endParaRPr>
          </a:p>
        </p:txBody>
      </p:sp>
      <p:pic>
        <p:nvPicPr>
          <p:cNvPr id="5542" name="Google Shape;5542;g35590eb6703_2_9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28325" y="1445000"/>
            <a:ext cx="30194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3" name="Google Shape;5543;g35590eb6703_2_9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81025" y="3147100"/>
            <a:ext cx="33813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4" name="Google Shape;5544;g35590eb6703_2_9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28325" y="1814772"/>
            <a:ext cx="3342354" cy="603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8" name="Shape 5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9" name="Google Shape;5549;g35590eb6703_2_127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550" name="Google Shape;5550;g35590eb6703_2_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551" name="Google Shape;5551;g35590eb6703_2_127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52" name="Google Shape;5552;g35590eb6703_2_127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Electronique Emetteur Action</a:t>
            </a:r>
            <a:endParaRPr/>
          </a:p>
        </p:txBody>
      </p:sp>
      <p:sp>
        <p:nvSpPr>
          <p:cNvPr id="5553" name="Google Shape;5553;g35590eb6703_2_127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54" name="Google Shape;5554;g35590eb6703_2_127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55" name="Google Shape;5555;g35590eb6703_2_127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56" name="Google Shape;5556;g35590eb6703_2_127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57" name="Google Shape;5557;g35590eb6703_2_127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58" name="Google Shape;5558;g35590eb6703_2_127"/>
          <p:cNvSpPr txBox="1"/>
          <p:nvPr>
            <p:ph idx="1" type="body"/>
          </p:nvPr>
        </p:nvSpPr>
        <p:spPr>
          <a:xfrm>
            <a:off x="1237877" y="1008805"/>
            <a:ext cx="1591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Etage puissance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559" name="Google Shape;5559;g35590eb6703_2_127"/>
          <p:cNvSpPr/>
          <p:nvPr/>
        </p:nvSpPr>
        <p:spPr>
          <a:xfrm>
            <a:off x="6954625" y="322475"/>
            <a:ext cx="21561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lt1"/>
                </a:solidFill>
              </a:rPr>
              <a:t>EXIG_EMTT_PUISSANCE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60" name="Google Shape;5560;g35590eb6703_2_127"/>
          <p:cNvSpPr/>
          <p:nvPr/>
        </p:nvSpPr>
        <p:spPr>
          <a:xfrm>
            <a:off x="1022900" y="4660050"/>
            <a:ext cx="5074200" cy="3297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Sources : HTUT n°23 et 24 ; Stock GEII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5561" name="Google Shape;5561;g35590eb6703_2_127"/>
          <p:cNvGraphicFramePr/>
          <p:nvPr/>
        </p:nvGraphicFramePr>
        <p:xfrm>
          <a:off x="974288" y="1527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{77E6F9C7-0300-435E-9AEC-991F8B8F4E24}</a:tableStyleId>
              </a:tblPr>
              <a:tblGrid>
                <a:gridCol w="1945625"/>
                <a:gridCol w="1652075"/>
              </a:tblGrid>
              <a:tr h="529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Fréquence de commutation protocole NEC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38 kHz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562" name="Google Shape;5562;g35590eb6703_2_127"/>
          <p:cNvSpPr txBox="1"/>
          <p:nvPr>
            <p:ph idx="1" type="body"/>
          </p:nvPr>
        </p:nvSpPr>
        <p:spPr>
          <a:xfrm>
            <a:off x="4641050" y="1069775"/>
            <a:ext cx="3757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5"/>
              <a:buNone/>
            </a:pPr>
            <a:r>
              <a:rPr lang="fr-FR" sz="1210">
                <a:solidFill>
                  <a:schemeClr val="dk1"/>
                </a:solidFill>
              </a:rPr>
              <a:t>Dimensionnement condensateur de </a:t>
            </a:r>
            <a:r>
              <a:rPr lang="fr-FR" sz="1210">
                <a:solidFill>
                  <a:schemeClr val="dk1"/>
                </a:solidFill>
              </a:rPr>
              <a:t>découplage</a:t>
            </a:r>
            <a:endParaRPr sz="810">
              <a:solidFill>
                <a:schemeClr val="dk1"/>
              </a:solidFill>
            </a:endParaRPr>
          </a:p>
        </p:txBody>
      </p:sp>
      <p:sp>
        <p:nvSpPr>
          <p:cNvPr id="5563" name="Google Shape;5563;g35590eb6703_2_127"/>
          <p:cNvSpPr/>
          <p:nvPr/>
        </p:nvSpPr>
        <p:spPr>
          <a:xfrm>
            <a:off x="4712100" y="2239088"/>
            <a:ext cx="3334200" cy="362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lt2"/>
                </a:solidFill>
              </a:rPr>
              <a:t>Valeur normalisée : 220 </a:t>
            </a:r>
            <a:r>
              <a:rPr lang="fr-FR" sz="1200">
                <a:solidFill>
                  <a:schemeClr val="lt2"/>
                </a:solidFill>
              </a:rPr>
              <a:t>µ</a:t>
            </a:r>
            <a:r>
              <a:rPr lang="fr-FR" sz="1200">
                <a:solidFill>
                  <a:schemeClr val="lt2"/>
                </a:solidFill>
              </a:rPr>
              <a:t>F (-/+ 20%)</a:t>
            </a:r>
            <a:endParaRPr sz="1100">
              <a:solidFill>
                <a:schemeClr val="lt2"/>
              </a:solidFill>
            </a:endParaRPr>
          </a:p>
        </p:txBody>
      </p:sp>
      <p:sp>
        <p:nvSpPr>
          <p:cNvPr id="5564" name="Google Shape;5564;g35590eb6703_2_127"/>
          <p:cNvSpPr txBox="1"/>
          <p:nvPr>
            <p:ph idx="1" type="body"/>
          </p:nvPr>
        </p:nvSpPr>
        <p:spPr>
          <a:xfrm>
            <a:off x="3817975" y="3488525"/>
            <a:ext cx="287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5"/>
              <a:buNone/>
            </a:pPr>
            <a:r>
              <a:rPr lang="fr-FR" sz="1210">
                <a:solidFill>
                  <a:schemeClr val="dk1"/>
                </a:solidFill>
              </a:rPr>
              <a:t>Vérification de la valeur normalisée</a:t>
            </a:r>
            <a:endParaRPr sz="810">
              <a:solidFill>
                <a:schemeClr val="dk1"/>
              </a:solidFill>
            </a:endParaRPr>
          </a:p>
        </p:txBody>
      </p:sp>
      <p:pic>
        <p:nvPicPr>
          <p:cNvPr id="5565" name="Google Shape;5565;g35590eb6703_2_1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5984" y="1305800"/>
            <a:ext cx="2865800" cy="82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6" name="Google Shape;5566;g35590eb6703_2_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3350" y="2641862"/>
            <a:ext cx="2684850" cy="190125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5567" name="Google Shape;5567;g35590eb6703_2_1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64900" y="2712175"/>
            <a:ext cx="35814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568" name="Google Shape;5568;g35590eb6703_2_127"/>
          <p:cNvSpPr/>
          <p:nvPr/>
        </p:nvSpPr>
        <p:spPr>
          <a:xfrm>
            <a:off x="4684250" y="3081188"/>
            <a:ext cx="3334200" cy="362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lt2"/>
                </a:solidFill>
              </a:rPr>
              <a:t>Valeur normalisée : 220 nF (-/+ 10%)</a:t>
            </a:r>
            <a:endParaRPr sz="1100">
              <a:solidFill>
                <a:schemeClr val="lt2"/>
              </a:solidFill>
            </a:endParaRPr>
          </a:p>
        </p:txBody>
      </p:sp>
      <p:pic>
        <p:nvPicPr>
          <p:cNvPr id="5569" name="Google Shape;5569;g35590eb6703_2_1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17975" y="3696425"/>
            <a:ext cx="4443650" cy="541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0" name="Google Shape;5570;g35590eb6703_2_127"/>
          <p:cNvSpPr/>
          <p:nvPr/>
        </p:nvSpPr>
        <p:spPr>
          <a:xfrm>
            <a:off x="3817975" y="4284088"/>
            <a:ext cx="2501700" cy="330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lt2"/>
                </a:solidFill>
              </a:rPr>
              <a:t>Dimensionnement conforme</a:t>
            </a:r>
            <a:endParaRPr sz="11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4" name="Shape 5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5" name="Google Shape;5575;g355a8956ac1_1_3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576" name="Google Shape;5576;g355a8956ac1_1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577" name="Google Shape;5577;g355a8956ac1_1_3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78" name="Google Shape;5578;g355a8956ac1_1_3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Electronique Emetteur</a:t>
            </a:r>
            <a:endParaRPr/>
          </a:p>
        </p:txBody>
      </p:sp>
      <p:sp>
        <p:nvSpPr>
          <p:cNvPr id="5579" name="Google Shape;5579;g355a8956ac1_1_3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80" name="Google Shape;5580;g355a8956ac1_1_3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81" name="Google Shape;5581;g355a8956ac1_1_3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82" name="Google Shape;5582;g355a8956ac1_1_3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83" name="Google Shape;5583;g355a8956ac1_1_3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84" name="Google Shape;5584;g355a8956ac1_1_3"/>
          <p:cNvSpPr txBox="1"/>
          <p:nvPr>
            <p:ph idx="1" type="body"/>
          </p:nvPr>
        </p:nvSpPr>
        <p:spPr>
          <a:xfrm>
            <a:off x="1113400" y="1008800"/>
            <a:ext cx="75900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Energie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b="0" sz="14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b="0" lang="fr-FR">
                <a:solidFill>
                  <a:schemeClr val="dk1"/>
                </a:solidFill>
              </a:rPr>
              <a:t>Rappel de l’</a:t>
            </a:r>
            <a:r>
              <a:rPr b="0" lang="fr-FR">
                <a:solidFill>
                  <a:schemeClr val="dk1"/>
                </a:solidFill>
              </a:rPr>
              <a:t>exigence</a:t>
            </a:r>
            <a:r>
              <a:rPr b="0" lang="fr-FR">
                <a:solidFill>
                  <a:schemeClr val="dk1"/>
                </a:solidFill>
              </a:rPr>
              <a:t> :</a:t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b="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0" lang="fr-FR">
                <a:solidFill>
                  <a:schemeClr val="dk1"/>
                </a:solidFill>
              </a:rPr>
              <a:t>Autonomie de 60 minutes</a:t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b="0" lang="fr-FR">
                <a:solidFill>
                  <a:schemeClr val="dk1"/>
                </a:solidFill>
              </a:rPr>
              <a:t>LIPO 2S délivre une tension de 7,4V</a:t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b="0" lang="fr-FR">
                <a:solidFill>
                  <a:schemeClr val="dk1"/>
                </a:solidFill>
              </a:rPr>
              <a:t>Régulateur linéaire =&gt; tension stable de 5V</a:t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b="0" lang="fr-FR">
                <a:solidFill>
                  <a:schemeClr val="dk1"/>
                </a:solidFill>
              </a:rPr>
              <a:t>Calcule :</a:t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b="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0" lang="fr-FR">
                <a:solidFill>
                  <a:schemeClr val="dk1"/>
                </a:solidFill>
              </a:rPr>
              <a:t>Autonomie = 350/(62.261*1.2) = 4.68 h</a:t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fr-FR">
                <a:solidFill>
                  <a:schemeClr val="dk1"/>
                </a:solidFill>
              </a:rPr>
              <a:t>Conforme à l’exigence</a:t>
            </a:r>
            <a:endParaRPr b="0">
              <a:solidFill>
                <a:schemeClr val="dk1"/>
              </a:solidFill>
            </a:endParaRPr>
          </a:p>
        </p:txBody>
      </p:sp>
      <p:sp>
        <p:nvSpPr>
          <p:cNvPr id="5585" name="Google Shape;5585;g355a8956ac1_1_3"/>
          <p:cNvSpPr/>
          <p:nvPr/>
        </p:nvSpPr>
        <p:spPr>
          <a:xfrm>
            <a:off x="1022900" y="4660050"/>
            <a:ext cx="3050700" cy="3297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Source : Datasheets LM78L05ACZ</a:t>
            </a:r>
            <a:endParaRPr/>
          </a:p>
        </p:txBody>
      </p:sp>
      <p:sp>
        <p:nvSpPr>
          <p:cNvPr id="5586" name="Google Shape;5586;g355a8956ac1_1_3"/>
          <p:cNvSpPr/>
          <p:nvPr/>
        </p:nvSpPr>
        <p:spPr>
          <a:xfrm>
            <a:off x="680797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lt1"/>
                </a:solidFill>
              </a:rPr>
              <a:t>EXIG_EMTT_ENERGIE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587" name="Google Shape;5587;g355a8956ac1_1_3"/>
          <p:cNvPicPr preferRelativeResize="0"/>
          <p:nvPr/>
        </p:nvPicPr>
        <p:blipFill rotWithShape="1">
          <a:blip r:embed="rId4">
            <a:alphaModFix/>
          </a:blip>
          <a:srcRect b="0" l="51646" r="0" t="0"/>
          <a:stretch/>
        </p:blipFill>
        <p:spPr>
          <a:xfrm>
            <a:off x="4331288" y="508350"/>
            <a:ext cx="2400950" cy="19167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graphicFrame>
        <p:nvGraphicFramePr>
          <p:cNvPr id="5588" name="Google Shape;5588;g355a8956ac1_1_3"/>
          <p:cNvGraphicFramePr/>
          <p:nvPr/>
        </p:nvGraphicFramePr>
        <p:xfrm>
          <a:off x="4331300" y="249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{4C362B8C-E5CF-4F88-8067-288B1F31FEDF}</a:tableStyleId>
              </a:tblPr>
              <a:tblGrid>
                <a:gridCol w="1753900"/>
                <a:gridCol w="1753900"/>
              </a:tblGrid>
              <a:tr h="26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Composant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consommation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26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MCU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 mA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26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LEDs Infrarouges (1/9)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25.1 mA * 2(pour les 4 led)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26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LED verte start 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0.061 mA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26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Régulateur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mA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26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Potentiomètre vitesse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 mA 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26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Potentiomètre direction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 mA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26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62.261 mA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2" name="Shape 5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3" name="Google Shape;5593;g355a8956ac1_1_53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594" name="Google Shape;5594;g355a8956ac1_1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595" name="Google Shape;5595;g355a8956ac1_1_53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96" name="Google Shape;5596;g355a8956ac1_1_53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Electronique Emetteur</a:t>
            </a:r>
            <a:endParaRPr/>
          </a:p>
        </p:txBody>
      </p:sp>
      <p:sp>
        <p:nvSpPr>
          <p:cNvPr id="5597" name="Google Shape;5597;g355a8956ac1_1_53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98" name="Google Shape;5598;g355a8956ac1_1_53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99" name="Google Shape;5599;g355a8956ac1_1_53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00" name="Google Shape;5600;g355a8956ac1_1_53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01" name="Google Shape;5601;g355a8956ac1_1_53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02" name="Google Shape;5602;g355a8956ac1_1_53"/>
          <p:cNvSpPr txBox="1"/>
          <p:nvPr>
            <p:ph idx="1" type="body"/>
          </p:nvPr>
        </p:nvSpPr>
        <p:spPr>
          <a:xfrm>
            <a:off x="1113400" y="1008800"/>
            <a:ext cx="75900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Energie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b="0" sz="14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b="0" lang="fr-FR">
                <a:solidFill>
                  <a:schemeClr val="dk1"/>
                </a:solidFill>
              </a:rPr>
              <a:t>Rappel de l’exigence :</a:t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b="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0" lang="fr-FR">
                <a:solidFill>
                  <a:schemeClr val="dk1"/>
                </a:solidFill>
              </a:rPr>
              <a:t>M</a:t>
            </a:r>
            <a:r>
              <a:rPr b="0" lang="fr-FR">
                <a:solidFill>
                  <a:schemeClr val="dk1"/>
                </a:solidFill>
              </a:rPr>
              <a:t>ettre sous/hors tension la carte</a:t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fr-FR">
                <a:solidFill>
                  <a:schemeClr val="dk1"/>
                </a:solidFill>
              </a:rPr>
              <a:t>Nous avons choisie le JS202011</a:t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fr-FR">
                <a:solidFill>
                  <a:schemeClr val="dk1"/>
                </a:solidFill>
              </a:rPr>
              <a:t>Conforme à l’exigence</a:t>
            </a:r>
            <a:endParaRPr b="0">
              <a:solidFill>
                <a:schemeClr val="dk1"/>
              </a:solidFill>
            </a:endParaRPr>
          </a:p>
        </p:txBody>
      </p:sp>
      <p:sp>
        <p:nvSpPr>
          <p:cNvPr id="5603" name="Google Shape;5603;g355a8956ac1_1_53"/>
          <p:cNvSpPr/>
          <p:nvPr/>
        </p:nvSpPr>
        <p:spPr>
          <a:xfrm>
            <a:off x="1022900" y="4660050"/>
            <a:ext cx="3050700" cy="3297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Source : Datasheets </a:t>
            </a:r>
            <a:r>
              <a:rPr lang="fr-FR"/>
              <a:t>JS202011</a:t>
            </a:r>
            <a:endParaRPr/>
          </a:p>
        </p:txBody>
      </p:sp>
      <p:sp>
        <p:nvSpPr>
          <p:cNvPr id="5604" name="Google Shape;5604;g355a8956ac1_1_53"/>
          <p:cNvSpPr/>
          <p:nvPr/>
        </p:nvSpPr>
        <p:spPr>
          <a:xfrm>
            <a:off x="6585000" y="322475"/>
            <a:ext cx="24456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lt1"/>
                </a:solidFill>
              </a:rPr>
              <a:t>EXIG_EMTT_INTERRUPTEUR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5605" name="Google Shape;5605;g355a8956ac1_1_53"/>
          <p:cNvPicPr preferRelativeResize="0"/>
          <p:nvPr/>
        </p:nvPicPr>
        <p:blipFill rotWithShape="1">
          <a:blip r:embed="rId4">
            <a:alphaModFix/>
          </a:blip>
          <a:srcRect b="0" l="21211" r="48351" t="0"/>
          <a:stretch/>
        </p:blipFill>
        <p:spPr>
          <a:xfrm>
            <a:off x="5298780" y="1781400"/>
            <a:ext cx="1511300" cy="19167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9" name="Shape 5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0" name="Google Shape;5610;g34d83d48b27_2_77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611" name="Google Shape;5611;g34d83d48b27_2_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612" name="Google Shape;5612;g34d83d48b27_2_77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13" name="Google Shape;5613;g34d83d48b27_2_77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Electronique Récepteur</a:t>
            </a:r>
            <a:endParaRPr/>
          </a:p>
        </p:txBody>
      </p:sp>
      <p:sp>
        <p:nvSpPr>
          <p:cNvPr id="5614" name="Google Shape;5614;g34d83d48b27_2_77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15" name="Google Shape;5615;g34d83d48b27_2_77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16" name="Google Shape;5616;g34d83d48b27_2_77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17" name="Google Shape;5617;g34d83d48b27_2_77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18" name="Google Shape;5618;g34d83d48b27_2_77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19" name="Google Shape;5619;g34d83d48b27_2_77"/>
          <p:cNvSpPr txBox="1"/>
          <p:nvPr>
            <p:ph idx="1" type="body"/>
          </p:nvPr>
        </p:nvSpPr>
        <p:spPr>
          <a:xfrm>
            <a:off x="1170908" y="100136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Acquisition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620" name="Google Shape;5620;g34d83d48b27_2_77"/>
          <p:cNvSpPr/>
          <p:nvPr/>
        </p:nvSpPr>
        <p:spPr>
          <a:xfrm>
            <a:off x="6954625" y="322475"/>
            <a:ext cx="20760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lt1"/>
                </a:solidFill>
              </a:rPr>
              <a:t>EXIG_RCPT_CAPTEUR 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621" name="Google Shape;5621;g34d83d48b27_2_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4625" y="2199550"/>
            <a:ext cx="2407650" cy="155195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5622" name="Google Shape;5622;g34d83d48b27_2_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8600" y="2145825"/>
            <a:ext cx="2459700" cy="165939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23" name="Google Shape;5623;g34d83d48b27_2_77"/>
          <p:cNvGraphicFramePr/>
          <p:nvPr/>
        </p:nvGraphicFramePr>
        <p:xfrm>
          <a:off x="1200963" y="1769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{77E6F9C7-0300-435E-9AEC-991F8B8F4E24}</a:tableStyleId>
              </a:tblPr>
              <a:tblGrid>
                <a:gridCol w="1759075"/>
                <a:gridCol w="1624500"/>
              </a:tblGrid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>
                          <a:solidFill>
                            <a:schemeClr val="lt1"/>
                          </a:solidFill>
                        </a:rPr>
                        <a:t>Caractéristiques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D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>
                          <a:solidFill>
                            <a:schemeClr val="lt1"/>
                          </a:solidFill>
                        </a:rPr>
                        <a:t>Détail 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DE0"/>
                    </a:solidFill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Tension d’alimentation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2.5V - 5.5V 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Protocoles compatibles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NEC, RC5, etc.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Fréquence porteuse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38kHz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lt2"/>
                          </a:solidFill>
                        </a:rPr>
                        <a:t>Courant de fonctionnement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lt2"/>
                          </a:solidFill>
                        </a:rPr>
                        <a:t>~0,4 mA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Angle de réception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fr-FR" sz="1100">
                          <a:solidFill>
                            <a:schemeClr val="dk1"/>
                          </a:solidFill>
                        </a:rPr>
                        <a:t>60° sur le dessus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624" name="Google Shape;5624;g34d83d48b27_2_77"/>
          <p:cNvSpPr/>
          <p:nvPr/>
        </p:nvSpPr>
        <p:spPr>
          <a:xfrm>
            <a:off x="1022900" y="4660050"/>
            <a:ext cx="3050700" cy="3297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Source : Datasheets TSOP4438 </a:t>
            </a:r>
            <a:endParaRPr/>
          </a:p>
        </p:txBody>
      </p:sp>
      <p:grpSp>
        <p:nvGrpSpPr>
          <p:cNvPr id="5625" name="Google Shape;5625;g34d83d48b27_2_77"/>
          <p:cNvGrpSpPr/>
          <p:nvPr/>
        </p:nvGrpSpPr>
        <p:grpSpPr>
          <a:xfrm>
            <a:off x="4577078" y="-181545"/>
            <a:ext cx="2671184" cy="2061890"/>
            <a:chOff x="4577078" y="-53120"/>
            <a:chExt cx="2671184" cy="2061890"/>
          </a:xfrm>
        </p:grpSpPr>
        <p:pic>
          <p:nvPicPr>
            <p:cNvPr id="5626" name="Google Shape;5626;g34d83d48b27_2_77"/>
            <p:cNvPicPr preferRelativeResize="0"/>
            <p:nvPr/>
          </p:nvPicPr>
          <p:blipFill rotWithShape="1">
            <a:blip r:embed="rId6">
              <a:alphaModFix/>
            </a:blip>
            <a:srcRect b="21568" l="0" r="15916" t="21568"/>
            <a:stretch/>
          </p:blipFill>
          <p:spPr>
            <a:xfrm rot="-2337787">
              <a:off x="4696811" y="441879"/>
              <a:ext cx="1953578" cy="10718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7" name="Google Shape;5627;g34d83d48b27_2_77"/>
            <p:cNvSpPr txBox="1"/>
            <p:nvPr/>
          </p:nvSpPr>
          <p:spPr>
            <a:xfrm>
              <a:off x="4836113" y="878625"/>
              <a:ext cx="6510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>
                  <a:solidFill>
                    <a:schemeClr val="accent5"/>
                  </a:solidFill>
                </a:rPr>
                <a:t>VCC</a:t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5628" name="Google Shape;5628;g34d83d48b27_2_77"/>
            <p:cNvSpPr txBox="1"/>
            <p:nvPr/>
          </p:nvSpPr>
          <p:spPr>
            <a:xfrm>
              <a:off x="5747713" y="878625"/>
              <a:ext cx="6510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>
                  <a:solidFill>
                    <a:schemeClr val="lt2"/>
                  </a:solidFill>
                </a:rPr>
                <a:t>GND</a:t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5629" name="Google Shape;5629;g34d83d48b27_2_77"/>
            <p:cNvSpPr txBox="1"/>
            <p:nvPr/>
          </p:nvSpPr>
          <p:spPr>
            <a:xfrm>
              <a:off x="5596763" y="1248525"/>
              <a:ext cx="1651500" cy="49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Arial"/>
                <a:buNone/>
              </a:pPr>
              <a:r>
                <a:rPr lang="fr-FR">
                  <a:solidFill>
                    <a:schemeClr val="accent2"/>
                  </a:solidFill>
                </a:rPr>
                <a:t>IR_SIGNAL</a:t>
              </a:r>
              <a:endParaRPr sz="1900">
                <a:solidFill>
                  <a:schemeClr val="accent2"/>
                </a:solidFill>
              </a:endParaRPr>
            </a:p>
          </p:txBody>
        </p:sp>
        <p:cxnSp>
          <p:nvCxnSpPr>
            <p:cNvPr id="5630" name="Google Shape;5630;g34d83d48b27_2_77"/>
            <p:cNvCxnSpPr/>
            <p:nvPr/>
          </p:nvCxnSpPr>
          <p:spPr>
            <a:xfrm rot="10800000">
              <a:off x="5622063" y="1278050"/>
              <a:ext cx="395100" cy="705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631" name="Google Shape;5631;g34d83d48b27_2_77"/>
            <p:cNvCxnSpPr/>
            <p:nvPr/>
          </p:nvCxnSpPr>
          <p:spPr>
            <a:xfrm rot="10800000">
              <a:off x="5652813" y="1048525"/>
              <a:ext cx="180600" cy="6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632" name="Google Shape;5632;g34d83d48b27_2_77"/>
            <p:cNvCxnSpPr/>
            <p:nvPr/>
          </p:nvCxnSpPr>
          <p:spPr>
            <a:xfrm flipH="1" rot="10800000">
              <a:off x="5358688" y="962525"/>
              <a:ext cx="202200" cy="52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5633" name="Google Shape;5633;g34d83d48b27_2_77" title="Captur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34600" y="3906400"/>
            <a:ext cx="3397455" cy="329850"/>
          </a:xfrm>
          <a:prstGeom prst="rect">
            <a:avLst/>
          </a:prstGeom>
          <a:noFill/>
          <a:ln>
            <a:noFill/>
          </a:ln>
        </p:spPr>
      </p:pic>
      <p:sp>
        <p:nvSpPr>
          <p:cNvPr id="5634" name="Google Shape;5634;g34d83d48b27_2_77"/>
          <p:cNvSpPr txBox="1"/>
          <p:nvPr/>
        </p:nvSpPr>
        <p:spPr>
          <a:xfrm>
            <a:off x="4872400" y="1554500"/>
            <a:ext cx="124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u="sng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TSOP4438</a:t>
            </a:r>
            <a:endParaRPr sz="1600" u="sng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8" name="Shape 5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9" name="Google Shape;5639;p13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640" name="Google Shape;56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641" name="Google Shape;5641;p13"/>
          <p:cNvSpPr txBox="1"/>
          <p:nvPr/>
        </p:nvSpPr>
        <p:spPr>
          <a:xfrm>
            <a:off x="8117350" y="172797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42" name="Google Shape;5642;p13"/>
          <p:cNvSpPr txBox="1"/>
          <p:nvPr/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Electronique Récepteur</a:t>
            </a:r>
            <a:endParaRPr/>
          </a:p>
        </p:txBody>
      </p:sp>
      <p:sp>
        <p:nvSpPr>
          <p:cNvPr id="5643" name="Google Shape;5643;p13"/>
          <p:cNvSpPr txBox="1"/>
          <p:nvPr/>
        </p:nvSpPr>
        <p:spPr>
          <a:xfrm>
            <a:off x="8117350" y="207651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44" name="Google Shape;5644;p13"/>
          <p:cNvSpPr txBox="1"/>
          <p:nvPr/>
        </p:nvSpPr>
        <p:spPr>
          <a:xfrm>
            <a:off x="8117350" y="242506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45" name="Google Shape;5645;p13"/>
          <p:cNvSpPr txBox="1"/>
          <p:nvPr/>
        </p:nvSpPr>
        <p:spPr>
          <a:xfrm>
            <a:off x="8117350" y="277360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46" name="Google Shape;5646;p13"/>
          <p:cNvSpPr txBox="1"/>
          <p:nvPr/>
        </p:nvSpPr>
        <p:spPr>
          <a:xfrm>
            <a:off x="8117350" y="312215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47" name="Google Shape;5647;p13"/>
          <p:cNvSpPr txBox="1"/>
          <p:nvPr/>
        </p:nvSpPr>
        <p:spPr>
          <a:xfrm>
            <a:off x="8117350" y="347069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48" name="Google Shape;5648;p13"/>
          <p:cNvSpPr txBox="1"/>
          <p:nvPr>
            <p:ph idx="1" type="body"/>
          </p:nvPr>
        </p:nvSpPr>
        <p:spPr>
          <a:xfrm>
            <a:off x="1237883" y="1008810"/>
            <a:ext cx="7465603" cy="3623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Traitement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5649" name="Google Shape;564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1250" y="819463"/>
            <a:ext cx="1581150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5650" name="Google Shape;5650;p13"/>
          <p:cNvSpPr txBox="1"/>
          <p:nvPr/>
        </p:nvSpPr>
        <p:spPr>
          <a:xfrm>
            <a:off x="1371575" y="1727975"/>
            <a:ext cx="4389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285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fr-FR" sz="1200">
                <a:solidFill>
                  <a:schemeClr val="lt2"/>
                </a:solidFill>
              </a:rPr>
              <a:t>Détecte l'absence de signal infrarouge en réception.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fr-FR" sz="1200">
                <a:solidFill>
                  <a:schemeClr val="lt2"/>
                </a:solidFill>
              </a:rPr>
              <a:t>Décoder les trames protocolaires NEC reçues.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fr-FR" sz="1200">
                <a:solidFill>
                  <a:schemeClr val="lt2"/>
                </a:solidFill>
              </a:rPr>
              <a:t>Contrôler la validité de la trame.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fr-FR" sz="1200">
                <a:solidFill>
                  <a:schemeClr val="lt2"/>
                </a:solidFill>
              </a:rPr>
              <a:t>Identifier si l'adresse NEC est bien celle attendue,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fr-FR" sz="1200">
                <a:solidFill>
                  <a:schemeClr val="lt2"/>
                </a:solidFill>
              </a:rPr>
              <a:t>Extraire l'information de puissance moteur transmise sur 3 bits et l'information de direction de roue sur 5 bits.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fr-FR" sz="1200">
                <a:solidFill>
                  <a:schemeClr val="lt2"/>
                </a:solidFill>
              </a:rPr>
              <a:t>Calculer la puissance à appliquer sur le moteur et l'angle de direction à appliquer aux roues avant.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5651" name="Google Shape;5651;p13"/>
          <p:cNvSpPr/>
          <p:nvPr/>
        </p:nvSpPr>
        <p:spPr>
          <a:xfrm>
            <a:off x="6652250" y="322475"/>
            <a:ext cx="23784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12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EXIG_RCPT_TRAITEMENT</a:t>
            </a:r>
            <a:r>
              <a:rPr b="1" lang="fr-FR" sz="1200">
                <a:solidFill>
                  <a:srgbClr val="F2F2F2"/>
                </a:solidFill>
              </a:rPr>
              <a:t> </a:t>
            </a:r>
            <a:endParaRPr sz="1200">
              <a:solidFill>
                <a:srgbClr val="F2F2F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5" name="Shape 5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6" name="Google Shape;5656;g3559ddb4d97_2_3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657" name="Google Shape;5657;g3559ddb4d97_2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658" name="Google Shape;5658;g3559ddb4d97_2_3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59" name="Google Shape;5659;g3559ddb4d97_2_3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Electronique Récepteur</a:t>
            </a:r>
            <a:endParaRPr/>
          </a:p>
        </p:txBody>
      </p:sp>
      <p:sp>
        <p:nvSpPr>
          <p:cNvPr id="5660" name="Google Shape;5660;g3559ddb4d97_2_3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61" name="Google Shape;5661;g3559ddb4d97_2_3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62" name="Google Shape;5662;g3559ddb4d97_2_3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63" name="Google Shape;5663;g3559ddb4d97_2_3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64" name="Google Shape;5664;g3559ddb4d97_2_3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65" name="Google Shape;5665;g3559ddb4d97_2_3"/>
          <p:cNvSpPr txBox="1"/>
          <p:nvPr>
            <p:ph idx="1" type="body"/>
          </p:nvPr>
        </p:nvSpPr>
        <p:spPr>
          <a:xfrm>
            <a:off x="839258" y="1075285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Traitement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666" name="Google Shape;5666;g3559ddb4d97_2_3"/>
          <p:cNvSpPr/>
          <p:nvPr/>
        </p:nvSpPr>
        <p:spPr>
          <a:xfrm>
            <a:off x="6652250" y="322475"/>
            <a:ext cx="23784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12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EXIG_RCPT_TRAITEMENT</a:t>
            </a:r>
            <a:r>
              <a:rPr b="1" lang="fr-FR" sz="1200">
                <a:solidFill>
                  <a:srgbClr val="F2F2F2"/>
                </a:solidFill>
              </a:rPr>
              <a:t> </a:t>
            </a:r>
            <a:endParaRPr sz="1200">
              <a:solidFill>
                <a:srgbClr val="F2F2F2"/>
              </a:solidFill>
            </a:endParaRPr>
          </a:p>
        </p:txBody>
      </p:sp>
      <p:pic>
        <p:nvPicPr>
          <p:cNvPr id="5667" name="Google Shape;5667;g3559ddb4d97_2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5050" y="1448763"/>
            <a:ext cx="1333500" cy="25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5668" name="Google Shape;5668;g3559ddb4d97_2_3"/>
          <p:cNvSpPr/>
          <p:nvPr/>
        </p:nvSpPr>
        <p:spPr>
          <a:xfrm>
            <a:off x="1022900" y="4540575"/>
            <a:ext cx="4852200" cy="4491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Source : HTUT 21, </a:t>
            </a:r>
            <a:r>
              <a:rPr lang="fr-FR">
                <a:solidFill>
                  <a:schemeClr val="lt2"/>
                </a:solidFill>
              </a:rPr>
              <a:t>datasheet de l’ATMEGA328P §29.5 System and Reset Characteristics</a:t>
            </a:r>
            <a:endParaRPr/>
          </a:p>
        </p:txBody>
      </p:sp>
      <p:pic>
        <p:nvPicPr>
          <p:cNvPr id="5669" name="Google Shape;5669;g3559ddb4d97_2_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2975" y="1497225"/>
            <a:ext cx="2106225" cy="3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0" name="Google Shape;5670;g3559ddb4d97_2_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00513" y="1861323"/>
            <a:ext cx="1827100" cy="24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1" name="Google Shape;5671;g3559ddb4d97_2_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00525" y="2151375"/>
            <a:ext cx="1724025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2" name="Google Shape;5672;g3559ddb4d97_2_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00525" y="2973750"/>
            <a:ext cx="24193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3" name="Google Shape;5673;g3559ddb4d97_2_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42975" y="3586575"/>
            <a:ext cx="2222700" cy="481973"/>
          </a:xfrm>
          <a:prstGeom prst="rect">
            <a:avLst/>
          </a:prstGeom>
          <a:noFill/>
          <a:ln>
            <a:noFill/>
          </a:ln>
        </p:spPr>
      </p:pic>
      <p:sp>
        <p:nvSpPr>
          <p:cNvPr id="5674" name="Google Shape;5674;g3559ddb4d97_2_3"/>
          <p:cNvSpPr txBox="1"/>
          <p:nvPr/>
        </p:nvSpPr>
        <p:spPr>
          <a:xfrm>
            <a:off x="2757250" y="1075275"/>
            <a:ext cx="3000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10">
                <a:solidFill>
                  <a:schemeClr val="dk1"/>
                </a:solidFill>
              </a:rPr>
              <a:t>Dimensionnement de la résistance R</a:t>
            </a:r>
            <a:endParaRPr b="1" sz="81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8" name="Shape 5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9" name="Google Shape;5679;g3559ddb4d97_6_3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680" name="Google Shape;5680;g3559ddb4d97_6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681" name="Google Shape;5681;g3559ddb4d97_6_3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82" name="Google Shape;5682;g3559ddb4d97_6_3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Electronique Récepteur</a:t>
            </a:r>
            <a:endParaRPr/>
          </a:p>
        </p:txBody>
      </p:sp>
      <p:sp>
        <p:nvSpPr>
          <p:cNvPr id="5683" name="Google Shape;5683;g3559ddb4d97_6_3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84" name="Google Shape;5684;g3559ddb4d97_6_3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85" name="Google Shape;5685;g3559ddb4d97_6_3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86" name="Google Shape;5686;g3559ddb4d97_6_3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87" name="Google Shape;5687;g3559ddb4d97_6_3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88" name="Google Shape;5688;g3559ddb4d97_6_3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Traitement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689" name="Google Shape;5689;g3559ddb4d97_6_3"/>
          <p:cNvSpPr/>
          <p:nvPr/>
        </p:nvSpPr>
        <p:spPr>
          <a:xfrm>
            <a:off x="6652250" y="322475"/>
            <a:ext cx="23784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12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EXIG_RCPT_TRAITEMENT</a:t>
            </a:r>
            <a:r>
              <a:rPr b="1" lang="fr-FR" sz="1200">
                <a:solidFill>
                  <a:srgbClr val="F2F2F2"/>
                </a:solidFill>
              </a:rPr>
              <a:t> </a:t>
            </a:r>
            <a:endParaRPr sz="1200">
              <a:solidFill>
                <a:srgbClr val="F2F2F2"/>
              </a:solidFill>
            </a:endParaRPr>
          </a:p>
        </p:txBody>
      </p:sp>
      <p:sp>
        <p:nvSpPr>
          <p:cNvPr id="5690" name="Google Shape;5690;g3559ddb4d97_6_3"/>
          <p:cNvSpPr/>
          <p:nvPr/>
        </p:nvSpPr>
        <p:spPr>
          <a:xfrm>
            <a:off x="1022900" y="4540575"/>
            <a:ext cx="4852200" cy="4491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Source : HTUT 21, </a:t>
            </a:r>
            <a:r>
              <a:rPr lang="fr-FR">
                <a:solidFill>
                  <a:schemeClr val="lt2"/>
                </a:solidFill>
              </a:rPr>
              <a:t>datasheet de l’ATMEGA328P §29.5 System and Reset Characteristics</a:t>
            </a:r>
            <a:endParaRPr/>
          </a:p>
        </p:txBody>
      </p:sp>
      <p:pic>
        <p:nvPicPr>
          <p:cNvPr id="5691" name="Google Shape;5691;g3559ddb4d97_6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8840" y="1620988"/>
            <a:ext cx="1899467" cy="32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2" name="Google Shape;5692;g3559ddb4d97_6_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7225" y="1891196"/>
            <a:ext cx="2222700" cy="814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3" name="Google Shape;5693;g3559ddb4d97_6_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0976" y="2752301"/>
            <a:ext cx="3576425" cy="1157975"/>
          </a:xfrm>
          <a:prstGeom prst="rect">
            <a:avLst/>
          </a:prstGeom>
          <a:noFill/>
          <a:ln>
            <a:noFill/>
          </a:ln>
        </p:spPr>
      </p:pic>
      <p:sp>
        <p:nvSpPr>
          <p:cNvPr id="5694" name="Google Shape;5694;g3559ddb4d97_6_3"/>
          <p:cNvSpPr txBox="1"/>
          <p:nvPr/>
        </p:nvSpPr>
        <p:spPr>
          <a:xfrm>
            <a:off x="1200975" y="1306000"/>
            <a:ext cx="3000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10">
                <a:solidFill>
                  <a:schemeClr val="dk1"/>
                </a:solidFill>
              </a:rPr>
              <a:t>Vérification</a:t>
            </a:r>
            <a:r>
              <a:rPr b="1" lang="fr-FR" sz="1210">
                <a:solidFill>
                  <a:schemeClr val="dk1"/>
                </a:solidFill>
              </a:rPr>
              <a:t> du résultat</a:t>
            </a:r>
            <a:endParaRPr b="1" sz="81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8" name="Shape 5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9" name="Google Shape;5699;g3559ddb4d97_6_28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700" name="Google Shape;5700;g3559ddb4d97_6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701" name="Google Shape;5701;g3559ddb4d97_6_28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02" name="Google Shape;5702;g3559ddb4d97_6_28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Electronique Récepteur</a:t>
            </a:r>
            <a:endParaRPr/>
          </a:p>
        </p:txBody>
      </p:sp>
      <p:sp>
        <p:nvSpPr>
          <p:cNvPr id="5703" name="Google Shape;5703;g3559ddb4d97_6_28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04" name="Google Shape;5704;g3559ddb4d97_6_28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05" name="Google Shape;5705;g3559ddb4d97_6_28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06" name="Google Shape;5706;g3559ddb4d97_6_28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07" name="Google Shape;5707;g3559ddb4d97_6_28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08" name="Google Shape;5708;g3559ddb4d97_6_28"/>
          <p:cNvSpPr txBox="1"/>
          <p:nvPr>
            <p:ph idx="1" type="body"/>
          </p:nvPr>
        </p:nvSpPr>
        <p:spPr>
          <a:xfrm>
            <a:off x="1267958" y="1036285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Traitement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709" name="Google Shape;5709;g3559ddb4d97_6_28"/>
          <p:cNvSpPr/>
          <p:nvPr/>
        </p:nvSpPr>
        <p:spPr>
          <a:xfrm>
            <a:off x="6652250" y="322475"/>
            <a:ext cx="23784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12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EXIG_RCPT_TRAITEMENT</a:t>
            </a:r>
            <a:r>
              <a:rPr b="1" lang="fr-FR" sz="1200">
                <a:solidFill>
                  <a:srgbClr val="F2F2F2"/>
                </a:solidFill>
              </a:rPr>
              <a:t> </a:t>
            </a:r>
            <a:endParaRPr sz="1200">
              <a:solidFill>
                <a:srgbClr val="F2F2F2"/>
              </a:solidFill>
            </a:endParaRPr>
          </a:p>
        </p:txBody>
      </p:sp>
      <p:sp>
        <p:nvSpPr>
          <p:cNvPr id="5710" name="Google Shape;5710;g3559ddb4d97_6_28"/>
          <p:cNvSpPr/>
          <p:nvPr/>
        </p:nvSpPr>
        <p:spPr>
          <a:xfrm>
            <a:off x="1022900" y="4540575"/>
            <a:ext cx="4852200" cy="4491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Source : HTUT 21, </a:t>
            </a:r>
            <a:r>
              <a:rPr lang="fr-FR">
                <a:solidFill>
                  <a:schemeClr val="lt2"/>
                </a:solidFill>
              </a:rPr>
              <a:t> datasheet de l’ATMEGA328P §29.7 Two-wire Serial Interface Characteristics</a:t>
            </a:r>
            <a:endParaRPr/>
          </a:p>
        </p:txBody>
      </p:sp>
      <p:pic>
        <p:nvPicPr>
          <p:cNvPr id="5711" name="Google Shape;5711;g3559ddb4d97_6_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7238" y="1358563"/>
            <a:ext cx="2934135" cy="1472888"/>
          </a:xfrm>
          <a:prstGeom prst="rect">
            <a:avLst/>
          </a:prstGeom>
          <a:noFill/>
          <a:ln cap="flat" cmpd="sng" w="25400">
            <a:solidFill>
              <a:srgbClr val="F2F2F2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5712" name="Google Shape;5712;g3559ddb4d97_6_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4275" y="1711426"/>
            <a:ext cx="4100444" cy="66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3" name="Google Shape;5713;g3559ddb4d97_6_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2900" y="2469925"/>
            <a:ext cx="1483675" cy="82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4" name="Google Shape;5714;g3559ddb4d97_6_28"/>
          <p:cNvPicPr preferRelativeResize="0"/>
          <p:nvPr/>
        </p:nvPicPr>
        <p:blipFill rotWithShape="1">
          <a:blip r:embed="rId7">
            <a:alphaModFix/>
          </a:blip>
          <a:srcRect b="12579" l="0" r="0" t="0"/>
          <a:stretch/>
        </p:blipFill>
        <p:spPr>
          <a:xfrm>
            <a:off x="1127225" y="3412350"/>
            <a:ext cx="6218899" cy="58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8" name="Shape 5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9" name="Google Shape;5719;g3559ddb4d97_6_55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720" name="Google Shape;5720;g3559ddb4d97_6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721" name="Google Shape;5721;g3559ddb4d97_6_55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22" name="Google Shape;5722;g3559ddb4d97_6_55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Electronique Récepteur</a:t>
            </a:r>
            <a:endParaRPr/>
          </a:p>
        </p:txBody>
      </p:sp>
      <p:sp>
        <p:nvSpPr>
          <p:cNvPr id="5723" name="Google Shape;5723;g3559ddb4d97_6_55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24" name="Google Shape;5724;g3559ddb4d97_6_55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25" name="Google Shape;5725;g3559ddb4d97_6_55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26" name="Google Shape;5726;g3559ddb4d97_6_55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27" name="Google Shape;5727;g3559ddb4d97_6_55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28" name="Google Shape;5728;g3559ddb4d97_6_55"/>
          <p:cNvSpPr txBox="1"/>
          <p:nvPr>
            <p:ph idx="1" type="body"/>
          </p:nvPr>
        </p:nvSpPr>
        <p:spPr>
          <a:xfrm>
            <a:off x="1267958" y="1036285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Traitement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729" name="Google Shape;5729;g3559ddb4d97_6_55"/>
          <p:cNvSpPr/>
          <p:nvPr/>
        </p:nvSpPr>
        <p:spPr>
          <a:xfrm>
            <a:off x="6652250" y="322475"/>
            <a:ext cx="23784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12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EXIG_RCPT_TRAITEMENT</a:t>
            </a:r>
            <a:r>
              <a:rPr b="1" lang="fr-FR" sz="1200">
                <a:solidFill>
                  <a:srgbClr val="F2F2F2"/>
                </a:solidFill>
              </a:rPr>
              <a:t> </a:t>
            </a:r>
            <a:endParaRPr sz="1200">
              <a:solidFill>
                <a:srgbClr val="F2F2F2"/>
              </a:solidFill>
            </a:endParaRPr>
          </a:p>
        </p:txBody>
      </p:sp>
      <p:sp>
        <p:nvSpPr>
          <p:cNvPr id="5730" name="Google Shape;5730;g3559ddb4d97_6_55"/>
          <p:cNvSpPr/>
          <p:nvPr/>
        </p:nvSpPr>
        <p:spPr>
          <a:xfrm>
            <a:off x="1022900" y="4540575"/>
            <a:ext cx="4852200" cy="4491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Source : HTUT 24</a:t>
            </a:r>
            <a:endParaRPr/>
          </a:p>
        </p:txBody>
      </p:sp>
      <p:sp>
        <p:nvSpPr>
          <p:cNvPr id="5731" name="Google Shape;5731;g3559ddb4d97_6_55"/>
          <p:cNvSpPr txBox="1"/>
          <p:nvPr/>
        </p:nvSpPr>
        <p:spPr>
          <a:xfrm>
            <a:off x="1022900" y="1304575"/>
            <a:ext cx="30000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10">
                <a:solidFill>
                  <a:schemeClr val="dk1"/>
                </a:solidFill>
              </a:rPr>
              <a:t>Dimensionnement des condensateurs de découplage</a:t>
            </a:r>
            <a:endParaRPr b="1" sz="810">
              <a:solidFill>
                <a:schemeClr val="dk1"/>
              </a:solidFill>
            </a:endParaRPr>
          </a:p>
        </p:txBody>
      </p:sp>
      <p:pic>
        <p:nvPicPr>
          <p:cNvPr id="5732" name="Google Shape;5732;g3559ddb4d97_6_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0975" y="1862375"/>
            <a:ext cx="1571768" cy="44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3" name="Google Shape;5733;g3559ddb4d97_6_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0976" y="2357325"/>
            <a:ext cx="5809432" cy="54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4" name="Google Shape;5734;g3559ddb4d97_6_55"/>
          <p:cNvPicPr preferRelativeResize="0"/>
          <p:nvPr/>
        </p:nvPicPr>
        <p:blipFill rotWithShape="1">
          <a:blip r:embed="rId6">
            <a:alphaModFix/>
          </a:blip>
          <a:srcRect b="0" l="0" r="0" t="19361"/>
          <a:stretch/>
        </p:blipFill>
        <p:spPr>
          <a:xfrm>
            <a:off x="1200975" y="3025200"/>
            <a:ext cx="2378400" cy="510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5" name="Google Shape;5735;g3559ddb4d97_6_5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67950" y="3659025"/>
            <a:ext cx="526505" cy="28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9" name="Shape 5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0" name="Google Shape;5740;p14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741" name="Google Shape;574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742" name="Google Shape;5742;p14"/>
          <p:cNvSpPr txBox="1"/>
          <p:nvPr/>
        </p:nvSpPr>
        <p:spPr>
          <a:xfrm>
            <a:off x="8117350" y="172797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43" name="Google Shape;5743;p14"/>
          <p:cNvSpPr txBox="1"/>
          <p:nvPr/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Electronique Récepteur</a:t>
            </a:r>
            <a:endParaRPr/>
          </a:p>
        </p:txBody>
      </p:sp>
      <p:sp>
        <p:nvSpPr>
          <p:cNvPr id="5744" name="Google Shape;5744;p14"/>
          <p:cNvSpPr txBox="1"/>
          <p:nvPr/>
        </p:nvSpPr>
        <p:spPr>
          <a:xfrm>
            <a:off x="8117350" y="207651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45" name="Google Shape;5745;p14"/>
          <p:cNvSpPr txBox="1"/>
          <p:nvPr/>
        </p:nvSpPr>
        <p:spPr>
          <a:xfrm>
            <a:off x="8117350" y="242506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46" name="Google Shape;5746;p14"/>
          <p:cNvSpPr txBox="1"/>
          <p:nvPr/>
        </p:nvSpPr>
        <p:spPr>
          <a:xfrm>
            <a:off x="8117350" y="277360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47" name="Google Shape;5747;p14"/>
          <p:cNvSpPr txBox="1"/>
          <p:nvPr/>
        </p:nvSpPr>
        <p:spPr>
          <a:xfrm>
            <a:off x="8117350" y="312215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48" name="Google Shape;5748;p14"/>
          <p:cNvSpPr txBox="1"/>
          <p:nvPr/>
        </p:nvSpPr>
        <p:spPr>
          <a:xfrm>
            <a:off x="8117350" y="347069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49" name="Google Shape;5749;p14"/>
          <p:cNvSpPr txBox="1"/>
          <p:nvPr>
            <p:ph idx="1" type="body"/>
          </p:nvPr>
        </p:nvSpPr>
        <p:spPr>
          <a:xfrm>
            <a:off x="1237876" y="1008800"/>
            <a:ext cx="67350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750" name="Google Shape;5750;p14"/>
          <p:cNvSpPr/>
          <p:nvPr/>
        </p:nvSpPr>
        <p:spPr>
          <a:xfrm>
            <a:off x="6954625" y="322475"/>
            <a:ext cx="20760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chemeClr val="lt1"/>
                </a:solidFill>
              </a:rPr>
              <a:t>EXIG_RCPT_MOTEUR 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751" name="Google Shape;575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2899" y="1703736"/>
            <a:ext cx="5709350" cy="873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52" name="Google Shape;5752;p14"/>
          <p:cNvGrpSpPr/>
          <p:nvPr/>
        </p:nvGrpSpPr>
        <p:grpSpPr>
          <a:xfrm flipH="1">
            <a:off x="3405755" y="-116164"/>
            <a:ext cx="3953521" cy="1995262"/>
            <a:chOff x="669809" y="2564765"/>
            <a:chExt cx="4988040" cy="2544977"/>
          </a:xfrm>
        </p:grpSpPr>
        <p:pic>
          <p:nvPicPr>
            <p:cNvPr id="5753" name="Google Shape;5753;p14"/>
            <p:cNvPicPr preferRelativeResize="0"/>
            <p:nvPr/>
          </p:nvPicPr>
          <p:blipFill rotWithShape="1">
            <a:blip r:embed="rId5">
              <a:alphaModFix/>
            </a:blip>
            <a:srcRect b="38791" l="0" r="0" t="37796"/>
            <a:stretch/>
          </p:blipFill>
          <p:spPr>
            <a:xfrm>
              <a:off x="2926525" y="3751475"/>
              <a:ext cx="2731324" cy="639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54" name="Google Shape;5754;p1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 rot="2699998">
              <a:off x="904298" y="3075683"/>
              <a:ext cx="2076001" cy="15231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755" name="Google Shape;5755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50068" y="2773612"/>
            <a:ext cx="1717929" cy="1274475"/>
          </a:xfrm>
          <a:prstGeom prst="rect">
            <a:avLst/>
          </a:prstGeom>
          <a:noFill/>
          <a:ln>
            <a:noFill/>
          </a:ln>
        </p:spPr>
      </p:pic>
      <p:sp>
        <p:nvSpPr>
          <p:cNvPr id="5756" name="Google Shape;5756;p14"/>
          <p:cNvSpPr/>
          <p:nvPr/>
        </p:nvSpPr>
        <p:spPr>
          <a:xfrm>
            <a:off x="1022900" y="4660050"/>
            <a:ext cx="4653900" cy="3297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Source : Datasheets XREG10 ; </a:t>
            </a:r>
            <a:r>
              <a:rPr lang="fr-FR"/>
              <a:t>Turnigy 28-22-CQ</a:t>
            </a:r>
            <a:r>
              <a:rPr lang="fr-FR"/>
              <a:t> </a:t>
            </a:r>
            <a:endParaRPr/>
          </a:p>
        </p:txBody>
      </p:sp>
      <p:sp>
        <p:nvSpPr>
          <p:cNvPr id="5757" name="Google Shape;5757;p14"/>
          <p:cNvSpPr txBox="1"/>
          <p:nvPr/>
        </p:nvSpPr>
        <p:spPr>
          <a:xfrm>
            <a:off x="4073600" y="1253850"/>
            <a:ext cx="77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u="sng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XREG10</a:t>
            </a:r>
            <a:endParaRPr sz="1600" u="sng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8" name="Google Shape;5758;p14"/>
          <p:cNvSpPr txBox="1"/>
          <p:nvPr/>
        </p:nvSpPr>
        <p:spPr>
          <a:xfrm>
            <a:off x="5056000" y="1135675"/>
            <a:ext cx="28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u="sng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Turnigy 28-22-CQ 1400Kv Brushless </a:t>
            </a:r>
            <a:endParaRPr sz="1600" u="sng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59" name="Google Shape;5759;p14" title="Captur2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23330" y="4167770"/>
            <a:ext cx="2571431" cy="1515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760" name="Google Shape;5760;p14"/>
          <p:cNvGraphicFramePr/>
          <p:nvPr/>
        </p:nvGraphicFramePr>
        <p:xfrm>
          <a:off x="1170488" y="2734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{77E6F9C7-0300-435E-9AEC-991F8B8F4E24}</a:tableStyleId>
              </a:tblPr>
              <a:tblGrid>
                <a:gridCol w="2072600"/>
                <a:gridCol w="1914025"/>
              </a:tblGrid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Caractéristiques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D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Détail 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DE0"/>
                    </a:solidFill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Tension recommandée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7.4 V à 11.1 V 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Courant continu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10 A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Hélice recommandée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7x3 à 8x4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Signal de Commande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Type PWM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61" name="Google Shape;5761;p14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{A1302EC0-A5C1-4E75-905E-BC2F01CC0B24}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5" name="Shape 5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6" name="Google Shape;5766;g34d83d48b27_2_108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767" name="Google Shape;5767;g34d83d48b27_2_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768" name="Google Shape;5768;g34d83d48b27_2_108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69" name="Google Shape;5769;g34d83d48b27_2_108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Electronique Récepteur</a:t>
            </a:r>
            <a:endParaRPr/>
          </a:p>
        </p:txBody>
      </p:sp>
      <p:sp>
        <p:nvSpPr>
          <p:cNvPr id="5770" name="Google Shape;5770;g34d83d48b27_2_108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71" name="Google Shape;5771;g34d83d48b27_2_108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72" name="Google Shape;5772;g34d83d48b27_2_108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73" name="Google Shape;5773;g34d83d48b27_2_108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74" name="Google Shape;5774;g34d83d48b27_2_108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75" name="Google Shape;5775;g34d83d48b27_2_108"/>
          <p:cNvSpPr/>
          <p:nvPr/>
        </p:nvSpPr>
        <p:spPr>
          <a:xfrm>
            <a:off x="6954625" y="322475"/>
            <a:ext cx="20760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chemeClr val="lt1"/>
                </a:solidFill>
              </a:rPr>
              <a:t>EXIG_RCPT_ROUE 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776" name="Google Shape;5776;g34d83d48b27_2_108"/>
          <p:cNvPicPr preferRelativeResize="0"/>
          <p:nvPr/>
        </p:nvPicPr>
        <p:blipFill rotWithShape="1">
          <a:blip r:embed="rId4">
            <a:alphaModFix/>
          </a:blip>
          <a:srcRect b="11826" l="27426" r="25204" t="14486"/>
          <a:stretch/>
        </p:blipFill>
        <p:spPr>
          <a:xfrm>
            <a:off x="5661000" y="0"/>
            <a:ext cx="1015175" cy="1579150"/>
          </a:xfrm>
          <a:prstGeom prst="rect">
            <a:avLst/>
          </a:prstGeom>
          <a:noFill/>
          <a:ln>
            <a:noFill/>
          </a:ln>
        </p:spPr>
      </p:pic>
      <p:sp>
        <p:nvSpPr>
          <p:cNvPr id="5777" name="Google Shape;5777;g34d83d48b27_2_108"/>
          <p:cNvSpPr/>
          <p:nvPr/>
        </p:nvSpPr>
        <p:spPr>
          <a:xfrm>
            <a:off x="992200" y="4660050"/>
            <a:ext cx="5639700" cy="3297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Source : </a:t>
            </a:r>
            <a:r>
              <a:rPr lang="fr-FR"/>
              <a:t>Datasheet Servomoteur Hitec HS322HD, HTUT 24</a:t>
            </a:r>
            <a:r>
              <a:rPr lang="fr-FR"/>
              <a:t> </a:t>
            </a:r>
            <a:endParaRPr/>
          </a:p>
        </p:txBody>
      </p:sp>
      <p:sp>
        <p:nvSpPr>
          <p:cNvPr id="5778" name="Google Shape;5778;g34d83d48b27_2_108"/>
          <p:cNvSpPr txBox="1"/>
          <p:nvPr>
            <p:ph idx="1" type="body"/>
          </p:nvPr>
        </p:nvSpPr>
        <p:spPr>
          <a:xfrm>
            <a:off x="1237876" y="1008800"/>
            <a:ext cx="67350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779" name="Google Shape;5779;g34d83d48b27_2_108"/>
          <p:cNvSpPr txBox="1"/>
          <p:nvPr/>
        </p:nvSpPr>
        <p:spPr>
          <a:xfrm>
            <a:off x="5096975" y="1426300"/>
            <a:ext cx="227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u="sng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Servomoteur Hitec HS322HD</a:t>
            </a:r>
            <a:endParaRPr sz="1600" u="sng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80" name="Google Shape;5780;g34d83d48b27_2_108" title="Capture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9461" y="3892457"/>
            <a:ext cx="2981214" cy="15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1" name="Google Shape;5781;g34d83d48b27_2_10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6138" y="2008784"/>
            <a:ext cx="2274600" cy="159314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782" name="Google Shape;5782;g34d83d48b27_2_108"/>
          <p:cNvGraphicFramePr/>
          <p:nvPr/>
        </p:nvGraphicFramePr>
        <p:xfrm>
          <a:off x="1022888" y="1767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{77E6F9C7-0300-435E-9AEC-991F8B8F4E24}</a:tableStyleId>
              </a:tblPr>
              <a:tblGrid>
                <a:gridCol w="2072600"/>
                <a:gridCol w="1914025"/>
              </a:tblGrid>
              <a:tr h="30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Caractéristiques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D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Détail 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DE0"/>
                    </a:solidFill>
                  </a:tcPr>
                </a:tc>
              </a:tr>
              <a:tr h="30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Tension d’alimentation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4.8V - 6V 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rgbClr val="000000"/>
                          </a:solidFill>
                        </a:rPr>
                        <a:t>Pic de c</a:t>
                      </a:r>
                      <a:r>
                        <a:rPr lang="fr-FR" sz="1100"/>
                        <a:t>ourant d’utcilisation (arbitraire décidé selon les données de la datasheet)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500mA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Signal de Commande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Type PWM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Accélération (Δt)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285"/>
                        </a:spcBef>
                        <a:spcAft>
                          <a:spcPts val="595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100">
                          <a:solidFill>
                            <a:srgbClr val="000000"/>
                          </a:solidFill>
                        </a:rPr>
                        <a:t> 0.19s pour faire 60°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6" name="Shape 5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7" name="Google Shape;5787;g353ef2f80af_0_84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788" name="Google Shape;5788;g353ef2f80af_0_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789" name="Google Shape;5789;g353ef2f80af_0_84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90" name="Google Shape;5790;g353ef2f80af_0_84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Electronique Récepteur</a:t>
            </a:r>
            <a:endParaRPr/>
          </a:p>
        </p:txBody>
      </p:sp>
      <p:sp>
        <p:nvSpPr>
          <p:cNvPr id="5791" name="Google Shape;5791;g353ef2f80af_0_84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92" name="Google Shape;5792;g353ef2f80af_0_84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93" name="Google Shape;5793;g353ef2f80af_0_84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94" name="Google Shape;5794;g353ef2f80af_0_84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95" name="Google Shape;5795;g353ef2f80af_0_84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96" name="Google Shape;5796;g353ef2f80af_0_84"/>
          <p:cNvSpPr/>
          <p:nvPr/>
        </p:nvSpPr>
        <p:spPr>
          <a:xfrm>
            <a:off x="6954625" y="322475"/>
            <a:ext cx="20760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chemeClr val="lt1"/>
                </a:solidFill>
              </a:rPr>
              <a:t>EXIG_RCPT_ROUE 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797" name="Google Shape;5797;g353ef2f80af_0_84"/>
          <p:cNvPicPr preferRelativeResize="0"/>
          <p:nvPr/>
        </p:nvPicPr>
        <p:blipFill rotWithShape="1">
          <a:blip r:embed="rId4">
            <a:alphaModFix/>
          </a:blip>
          <a:srcRect b="11826" l="27426" r="25204" t="14486"/>
          <a:stretch/>
        </p:blipFill>
        <p:spPr>
          <a:xfrm>
            <a:off x="5661000" y="0"/>
            <a:ext cx="1015175" cy="1579150"/>
          </a:xfrm>
          <a:prstGeom prst="rect">
            <a:avLst/>
          </a:prstGeom>
          <a:noFill/>
          <a:ln>
            <a:noFill/>
          </a:ln>
        </p:spPr>
      </p:pic>
      <p:sp>
        <p:nvSpPr>
          <p:cNvPr id="5798" name="Google Shape;5798;g353ef2f80af_0_84"/>
          <p:cNvSpPr/>
          <p:nvPr/>
        </p:nvSpPr>
        <p:spPr>
          <a:xfrm>
            <a:off x="992200" y="4660050"/>
            <a:ext cx="5266800" cy="3297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Source : Datasheet Servomoteur Hitec HS322HD, HTUT 24 </a:t>
            </a:r>
            <a:endParaRPr/>
          </a:p>
        </p:txBody>
      </p:sp>
      <p:sp>
        <p:nvSpPr>
          <p:cNvPr id="5799" name="Google Shape;5799;g353ef2f80af_0_84"/>
          <p:cNvSpPr txBox="1"/>
          <p:nvPr>
            <p:ph idx="1" type="body"/>
          </p:nvPr>
        </p:nvSpPr>
        <p:spPr>
          <a:xfrm>
            <a:off x="1237876" y="1008800"/>
            <a:ext cx="67350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800" name="Google Shape;5800;g353ef2f80af_0_84"/>
          <p:cNvSpPr txBox="1"/>
          <p:nvPr/>
        </p:nvSpPr>
        <p:spPr>
          <a:xfrm>
            <a:off x="5096975" y="1426300"/>
            <a:ext cx="227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u="sng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Servomoteur Hitec HS322HD</a:t>
            </a:r>
            <a:endParaRPr sz="1600" u="sng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1" name="Google Shape;5801;g353ef2f80af_0_84"/>
          <p:cNvSpPr txBox="1"/>
          <p:nvPr/>
        </p:nvSpPr>
        <p:spPr>
          <a:xfrm>
            <a:off x="1237875" y="1333900"/>
            <a:ext cx="338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lt2"/>
                </a:solidFill>
              </a:rPr>
              <a:t>Dimensionnement condensateur de découplage</a:t>
            </a:r>
            <a:endParaRPr b="1">
              <a:solidFill>
                <a:schemeClr val="lt2"/>
              </a:solidFill>
            </a:endParaRPr>
          </a:p>
        </p:txBody>
      </p:sp>
      <p:sp>
        <p:nvSpPr>
          <p:cNvPr id="5802" name="Google Shape;5802;g353ef2f80af_0_84"/>
          <p:cNvSpPr txBox="1"/>
          <p:nvPr/>
        </p:nvSpPr>
        <p:spPr>
          <a:xfrm>
            <a:off x="1421300" y="3177475"/>
            <a:ext cx="3504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>
                <a:solidFill>
                  <a:schemeClr val="dk1"/>
                </a:solidFill>
              </a:rPr>
              <a:t>Valeur normalisée : 470uF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5803" name="Google Shape;5803;g353ef2f80af_0_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3224" y="2042513"/>
            <a:ext cx="2648987" cy="1045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4" name="Google Shape;5804;g353ef2f80af_0_84"/>
          <p:cNvPicPr preferRelativeResize="0"/>
          <p:nvPr/>
        </p:nvPicPr>
        <p:blipFill rotWithShape="1">
          <a:blip r:embed="rId6">
            <a:alphaModFix/>
          </a:blip>
          <a:srcRect b="24999" l="-8330" r="0" t="20319"/>
          <a:stretch/>
        </p:blipFill>
        <p:spPr>
          <a:xfrm rot="3700965">
            <a:off x="3605462" y="2191112"/>
            <a:ext cx="1302074" cy="520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5" name="Google Shape;5805;g353ef2f80af_0_84" title="TYPON_TOP.bmp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43228" y="1886813"/>
            <a:ext cx="2274601" cy="1705947"/>
          </a:xfrm>
          <a:prstGeom prst="rect">
            <a:avLst/>
          </a:prstGeom>
          <a:noFill/>
          <a:ln>
            <a:noFill/>
          </a:ln>
        </p:spPr>
      </p:pic>
      <p:sp>
        <p:nvSpPr>
          <p:cNvPr id="5806" name="Google Shape;5806;g353ef2f80af_0_84"/>
          <p:cNvSpPr/>
          <p:nvPr/>
        </p:nvSpPr>
        <p:spPr>
          <a:xfrm>
            <a:off x="4794600" y="2433275"/>
            <a:ext cx="444600" cy="439200"/>
          </a:xfrm>
          <a:prstGeom prst="mathPlus">
            <a:avLst>
              <a:gd fmla="val 23520" name="adj1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7" name="Google Shape;5807;g353ef2f80af_0_84"/>
          <p:cNvSpPr txBox="1"/>
          <p:nvPr/>
        </p:nvSpPr>
        <p:spPr>
          <a:xfrm>
            <a:off x="5433925" y="3492000"/>
            <a:ext cx="2293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Plan de VCC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1" name="Shape 5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2" name="Google Shape;5812;g34d83d48b27_2_121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813" name="Google Shape;5813;g34d83d48b27_2_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814" name="Google Shape;5814;g34d83d48b27_2_121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15" name="Google Shape;5815;g34d83d48b27_2_121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Electronique Récepteur</a:t>
            </a:r>
            <a:endParaRPr/>
          </a:p>
        </p:txBody>
      </p:sp>
      <p:sp>
        <p:nvSpPr>
          <p:cNvPr id="5816" name="Google Shape;5816;g34d83d48b27_2_121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17" name="Google Shape;5817;g34d83d48b27_2_121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18" name="Google Shape;5818;g34d83d48b27_2_121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19" name="Google Shape;5819;g34d83d48b27_2_121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20" name="Google Shape;5820;g34d83d48b27_2_121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21" name="Google Shape;5821;g34d83d48b27_2_121"/>
          <p:cNvSpPr txBox="1"/>
          <p:nvPr>
            <p:ph idx="1" type="body"/>
          </p:nvPr>
        </p:nvSpPr>
        <p:spPr>
          <a:xfrm>
            <a:off x="1237876" y="1008800"/>
            <a:ext cx="67350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822" name="Google Shape;5822;g34d83d48b27_2_121"/>
          <p:cNvSpPr/>
          <p:nvPr/>
        </p:nvSpPr>
        <p:spPr>
          <a:xfrm>
            <a:off x="68079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chemeClr val="lt1"/>
                </a:solidFill>
              </a:rPr>
              <a:t>EXIG_RCPT_INDICATEUR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Lampe LED verte sur | Vecteurs publiques" id="5823" name="Google Shape;5823;g34d83d48b27_2_1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8443">
            <a:off x="5514998" y="6540"/>
            <a:ext cx="1688779" cy="1266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4" name="Google Shape;5824;g34d83d48b27_2_1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7222" y="1327875"/>
            <a:ext cx="1601725" cy="312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5" name="Google Shape;5825;g34d83d48b27_2_1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29537" y="895499"/>
            <a:ext cx="2641187" cy="181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6" name="Google Shape;5826;g34d83d48b27_2_1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84937" y="2777662"/>
            <a:ext cx="2641175" cy="181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7" name="Google Shape;5827;g34d83d48b27_2_1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3175018" y="1102996"/>
            <a:ext cx="2714192" cy="23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8" name="Google Shape;5828;g34d83d48b27_2_121"/>
          <p:cNvSpPr txBox="1"/>
          <p:nvPr/>
        </p:nvSpPr>
        <p:spPr>
          <a:xfrm>
            <a:off x="5134700" y="358075"/>
            <a:ext cx="927900" cy="3681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</a:rPr>
              <a:t>50 mcd</a:t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5829" name="Google Shape;5829;g34d83d48b27_2_121"/>
          <p:cNvGraphicFramePr/>
          <p:nvPr/>
        </p:nvGraphicFramePr>
        <p:xfrm>
          <a:off x="9369013" y="726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{77E6F9C7-0300-435E-9AEC-991F8B8F4E24}</a:tableStyleId>
              </a:tblPr>
              <a:tblGrid>
                <a:gridCol w="1340725"/>
                <a:gridCol w="1238150"/>
              </a:tblGrid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Intensité lumineuse Typique = 16500 mcd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100">
                          <a:solidFill>
                            <a:schemeClr val="lt2"/>
                          </a:solidFill>
                        </a:rPr>
                        <a:t>50 mcd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830" name="Google Shape;5830;g34d83d48b27_2_121"/>
          <p:cNvSpPr txBox="1"/>
          <p:nvPr/>
        </p:nvSpPr>
        <p:spPr>
          <a:xfrm>
            <a:off x="5585350" y="1103000"/>
            <a:ext cx="173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u="sng">
                <a:latin typeface="Calibri"/>
                <a:ea typeface="Calibri"/>
                <a:cs typeface="Calibri"/>
                <a:sym typeface="Calibri"/>
              </a:rPr>
              <a:t>HLMP-CM3A-Z10DD</a:t>
            </a:r>
            <a:endParaRPr sz="1600" u="sng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1" name="Google Shape;5831;g34d83d48b27_2_121"/>
          <p:cNvSpPr/>
          <p:nvPr/>
        </p:nvSpPr>
        <p:spPr>
          <a:xfrm>
            <a:off x="1175300" y="4812450"/>
            <a:ext cx="4908300" cy="3297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Source : Datasheets HLMP-CM3A-Z10DD; HTUT 1 et 7</a:t>
            </a:r>
            <a:endParaRPr/>
          </a:p>
        </p:txBody>
      </p:sp>
      <p:pic>
        <p:nvPicPr>
          <p:cNvPr id="5832" name="Google Shape;5832;g34d83d48b27_2_1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54549" y="2744988"/>
            <a:ext cx="1418334" cy="29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33" name="Google Shape;5833;g34d83d48b27_2_121"/>
          <p:cNvSpPr/>
          <p:nvPr/>
        </p:nvSpPr>
        <p:spPr>
          <a:xfrm>
            <a:off x="4179000" y="4287100"/>
            <a:ext cx="50700" cy="55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4" name="Google Shape;5834;g34d83d48b27_2_121"/>
          <p:cNvSpPr/>
          <p:nvPr/>
        </p:nvSpPr>
        <p:spPr>
          <a:xfrm>
            <a:off x="5781250" y="3448175"/>
            <a:ext cx="1341900" cy="450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285"/>
              </a:spcBef>
              <a:spcAft>
                <a:spcPts val="595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lt2"/>
                </a:solidFill>
              </a:rPr>
              <a:t>V</a:t>
            </a:r>
            <a:r>
              <a:rPr lang="fr-FR" sz="800">
                <a:solidFill>
                  <a:schemeClr val="lt2"/>
                </a:solidFill>
              </a:rPr>
              <a:t>f</a:t>
            </a:r>
            <a:r>
              <a:rPr lang="fr-FR" sz="1200">
                <a:solidFill>
                  <a:schemeClr val="lt2"/>
                </a:solidFill>
              </a:rPr>
              <a:t> de 2,659 V</a:t>
            </a:r>
            <a:endParaRPr/>
          </a:p>
        </p:txBody>
      </p:sp>
      <p:sp>
        <p:nvSpPr>
          <p:cNvPr id="5835" name="Google Shape;5835;g34d83d48b27_2_121"/>
          <p:cNvSpPr txBox="1"/>
          <p:nvPr/>
        </p:nvSpPr>
        <p:spPr>
          <a:xfrm>
            <a:off x="5517025" y="1895000"/>
            <a:ext cx="101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5836" name="Google Shape;5836;g34d83d48b27_2_121"/>
          <p:cNvSpPr/>
          <p:nvPr/>
        </p:nvSpPr>
        <p:spPr>
          <a:xfrm>
            <a:off x="5376075" y="1955675"/>
            <a:ext cx="837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1100">
                <a:solidFill>
                  <a:schemeClr val="lt2"/>
                </a:solidFill>
              </a:rPr>
              <a:t>I</a:t>
            </a:r>
            <a:r>
              <a:rPr baseline="-25000" lang="fr-FR" sz="1100">
                <a:solidFill>
                  <a:schemeClr val="lt2"/>
                </a:solidFill>
              </a:rPr>
              <a:t>0</a:t>
            </a:r>
            <a:r>
              <a:rPr lang="fr-FR" sz="1100">
                <a:solidFill>
                  <a:schemeClr val="lt2"/>
                </a:solidFill>
              </a:rPr>
              <a:t>=20mA</a:t>
            </a:r>
            <a:endParaRPr/>
          </a:p>
        </p:txBody>
      </p:sp>
      <p:sp>
        <p:nvSpPr>
          <p:cNvPr id="5837" name="Google Shape;5837;g34d83d48b27_2_121"/>
          <p:cNvSpPr/>
          <p:nvPr/>
        </p:nvSpPr>
        <p:spPr>
          <a:xfrm>
            <a:off x="6810063" y="1777625"/>
            <a:ext cx="1162800" cy="757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1100">
                <a:solidFill>
                  <a:schemeClr val="lt2"/>
                </a:solidFill>
              </a:rPr>
              <a:t>Intensité lumineuse Typique = 16500 mcd</a:t>
            </a:r>
            <a:endParaRPr sz="1100">
              <a:solidFill>
                <a:schemeClr val="lt2"/>
              </a:solidFill>
            </a:endParaRPr>
          </a:p>
        </p:txBody>
      </p:sp>
      <p:cxnSp>
        <p:nvCxnSpPr>
          <p:cNvPr id="5838" name="Google Shape;5838;g34d83d48b27_2_121"/>
          <p:cNvCxnSpPr>
            <a:endCxn id="5837" idx="1"/>
          </p:cNvCxnSpPr>
          <p:nvPr/>
        </p:nvCxnSpPr>
        <p:spPr>
          <a:xfrm flipH="1" rot="10800000">
            <a:off x="6216963" y="2156225"/>
            <a:ext cx="5931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39" name="Google Shape;5839;g34d83d48b27_2_121"/>
          <p:cNvSpPr/>
          <p:nvPr/>
        </p:nvSpPr>
        <p:spPr>
          <a:xfrm>
            <a:off x="5351100" y="2701925"/>
            <a:ext cx="837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lt2"/>
                </a:solidFill>
              </a:rPr>
              <a:t>50 mcd</a:t>
            </a:r>
            <a:endParaRPr/>
          </a:p>
        </p:txBody>
      </p:sp>
      <p:sp>
        <p:nvSpPr>
          <p:cNvPr id="5840" name="Google Shape;5840;g34d83d48b27_2_121"/>
          <p:cNvSpPr/>
          <p:nvPr/>
        </p:nvSpPr>
        <p:spPr>
          <a:xfrm>
            <a:off x="6496912" y="2687000"/>
            <a:ext cx="1533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41" name="Google Shape;5841;g34d83d48b27_2_121"/>
          <p:cNvCxnSpPr>
            <a:stCxn id="5834" idx="1"/>
          </p:cNvCxnSpPr>
          <p:nvPr/>
        </p:nvCxnSpPr>
        <p:spPr>
          <a:xfrm flipH="1">
            <a:off x="4341850" y="3673625"/>
            <a:ext cx="1439400" cy="58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842" name="Google Shape;5842;g34d83d48b27_2_121"/>
          <p:cNvCxnSpPr>
            <a:stCxn id="5839" idx="3"/>
            <a:endCxn id="5840" idx="1"/>
          </p:cNvCxnSpPr>
          <p:nvPr/>
        </p:nvCxnSpPr>
        <p:spPr>
          <a:xfrm flipH="1" rot="10800000">
            <a:off x="6188700" y="2887025"/>
            <a:ext cx="308100" cy="1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6" name="Shape 5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7" name="Google Shape;5847;g353f3b8a99d_2_21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848" name="Google Shape;5848;g353f3b8a99d_2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849" name="Google Shape;5849;g353f3b8a99d_2_21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50" name="Google Shape;5850;g353f3b8a99d_2_21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Electronique Récepteur</a:t>
            </a:r>
            <a:endParaRPr/>
          </a:p>
        </p:txBody>
      </p:sp>
      <p:sp>
        <p:nvSpPr>
          <p:cNvPr id="5851" name="Google Shape;5851;g353f3b8a99d_2_21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52" name="Google Shape;5852;g353f3b8a99d_2_21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53" name="Google Shape;5853;g353f3b8a99d_2_21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54" name="Google Shape;5854;g353f3b8a99d_2_21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55" name="Google Shape;5855;g353f3b8a99d_2_21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56" name="Google Shape;5856;g353f3b8a99d_2_21"/>
          <p:cNvSpPr txBox="1"/>
          <p:nvPr>
            <p:ph idx="1" type="body"/>
          </p:nvPr>
        </p:nvSpPr>
        <p:spPr>
          <a:xfrm>
            <a:off x="1237876" y="1008800"/>
            <a:ext cx="67350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857" name="Google Shape;5857;g353f3b8a99d_2_21"/>
          <p:cNvSpPr/>
          <p:nvPr/>
        </p:nvSpPr>
        <p:spPr>
          <a:xfrm>
            <a:off x="68079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chemeClr val="lt1"/>
                </a:solidFill>
              </a:rPr>
              <a:t>EXIG_RCPT_INDICATEUR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Lampe LED verte sur | Vecteurs publiques" id="5858" name="Google Shape;5858;g353f3b8a99d_2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8443">
            <a:off x="5514998" y="6540"/>
            <a:ext cx="1688779" cy="1266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9" name="Google Shape;5859;g353f3b8a99d_2_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7222" y="1327875"/>
            <a:ext cx="1601725" cy="312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0" name="Google Shape;5860;g353f3b8a99d_2_21"/>
          <p:cNvPicPr preferRelativeResize="0"/>
          <p:nvPr/>
        </p:nvPicPr>
        <p:blipFill rotWithShape="1">
          <a:blip r:embed="rId6">
            <a:alphaModFix/>
          </a:blip>
          <a:srcRect b="0" l="21049" r="48089" t="78075"/>
          <a:stretch/>
        </p:blipFill>
        <p:spPr>
          <a:xfrm>
            <a:off x="4777075" y="1428524"/>
            <a:ext cx="1601725" cy="992616"/>
          </a:xfrm>
          <a:prstGeom prst="rect">
            <a:avLst/>
          </a:prstGeom>
          <a:noFill/>
          <a:ln>
            <a:noFill/>
          </a:ln>
        </p:spPr>
      </p:pic>
      <p:sp>
        <p:nvSpPr>
          <p:cNvPr id="5861" name="Google Shape;5861;g353f3b8a99d_2_21"/>
          <p:cNvSpPr txBox="1"/>
          <p:nvPr/>
        </p:nvSpPr>
        <p:spPr>
          <a:xfrm>
            <a:off x="5585350" y="1103000"/>
            <a:ext cx="173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u="sng">
                <a:latin typeface="Calibri"/>
                <a:ea typeface="Calibri"/>
                <a:cs typeface="Calibri"/>
                <a:sym typeface="Calibri"/>
              </a:rPr>
              <a:t>HLMP-CM3A-Z10DD</a:t>
            </a:r>
            <a:endParaRPr sz="1600" u="sng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2" name="Google Shape;5862;g353f3b8a99d_2_21"/>
          <p:cNvSpPr/>
          <p:nvPr/>
        </p:nvSpPr>
        <p:spPr>
          <a:xfrm>
            <a:off x="1175300" y="4812450"/>
            <a:ext cx="4908300" cy="3297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Source : Datasheets HLMP-CM3A-Z10DD; HTUT 1 et 7</a:t>
            </a:r>
            <a:endParaRPr/>
          </a:p>
        </p:txBody>
      </p:sp>
      <p:pic>
        <p:nvPicPr>
          <p:cNvPr id="5863" name="Google Shape;5863;g353f3b8a99d_2_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65725" y="1359821"/>
            <a:ext cx="1814575" cy="646198"/>
          </a:xfrm>
          <a:prstGeom prst="rect">
            <a:avLst/>
          </a:prstGeom>
          <a:noFill/>
          <a:ln>
            <a:noFill/>
          </a:ln>
        </p:spPr>
      </p:pic>
      <p:sp>
        <p:nvSpPr>
          <p:cNvPr id="5864" name="Google Shape;5864;g353f3b8a99d_2_21"/>
          <p:cNvSpPr txBox="1"/>
          <p:nvPr/>
        </p:nvSpPr>
        <p:spPr>
          <a:xfrm>
            <a:off x="2713625" y="2386675"/>
            <a:ext cx="41448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Valeur normalisée : </a:t>
            </a:r>
            <a:r>
              <a:rPr lang="fr-FR">
                <a:solidFill>
                  <a:schemeClr val="lt2"/>
                </a:solidFill>
              </a:rPr>
              <a:t>39 kohm +/-5% E24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5865" name="Google Shape;5865;g353f3b8a99d_2_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75575" y="1503212"/>
            <a:ext cx="1091750" cy="1088226"/>
          </a:xfrm>
          <a:prstGeom prst="rect">
            <a:avLst/>
          </a:prstGeom>
          <a:noFill/>
          <a:ln>
            <a:noFill/>
          </a:ln>
        </p:spPr>
      </p:pic>
      <p:sp>
        <p:nvSpPr>
          <p:cNvPr id="5866" name="Google Shape;5866;g353f3b8a99d_2_21"/>
          <p:cNvSpPr txBox="1"/>
          <p:nvPr/>
        </p:nvSpPr>
        <p:spPr>
          <a:xfrm>
            <a:off x="2713625" y="2704250"/>
            <a:ext cx="4301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285"/>
              </a:spcBef>
              <a:spcAft>
                <a:spcPts val="595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>
                <a:solidFill>
                  <a:schemeClr val="lt2"/>
                </a:solidFill>
              </a:rPr>
              <a:t>Vérification de la valeur normalisée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5867" name="Google Shape;5867;g353f3b8a99d_2_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23200" y="3162675"/>
            <a:ext cx="1953875" cy="453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8" name="Google Shape;5868;g353f3b8a99d_2_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883073" y="3626073"/>
            <a:ext cx="2702269" cy="45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9" name="Google Shape;5869;g353f3b8a99d_2_2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823200" y="4040810"/>
            <a:ext cx="5650335" cy="329850"/>
          </a:xfrm>
          <a:prstGeom prst="rect">
            <a:avLst/>
          </a:prstGeom>
          <a:noFill/>
          <a:ln>
            <a:noFill/>
          </a:ln>
        </p:spPr>
      </p:pic>
      <p:sp>
        <p:nvSpPr>
          <p:cNvPr id="5870" name="Google Shape;5870;g353f3b8a99d_2_21"/>
          <p:cNvSpPr txBox="1"/>
          <p:nvPr/>
        </p:nvSpPr>
        <p:spPr>
          <a:xfrm>
            <a:off x="2713625" y="977313"/>
            <a:ext cx="4301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285"/>
              </a:spcBef>
              <a:spcAft>
                <a:spcPts val="595"/>
              </a:spcAft>
              <a:buNone/>
            </a:pPr>
            <a:r>
              <a:rPr b="1" lang="fr-FR">
                <a:solidFill>
                  <a:schemeClr val="lt2"/>
                </a:solidFill>
              </a:rPr>
              <a:t>Dimensionnement résistance</a:t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4" name="Shape 5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5" name="Google Shape;5875;g34d83d48b27_2_134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876" name="Google Shape;5876;g34d83d48b27_2_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877" name="Google Shape;5877;g34d83d48b27_2_134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78" name="Google Shape;5878;g34d83d48b27_2_134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Electronique Récepteur</a:t>
            </a:r>
            <a:endParaRPr/>
          </a:p>
        </p:txBody>
      </p:sp>
      <p:sp>
        <p:nvSpPr>
          <p:cNvPr id="5879" name="Google Shape;5879;g34d83d48b27_2_134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80" name="Google Shape;5880;g34d83d48b27_2_134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81" name="Google Shape;5881;g34d83d48b27_2_134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82" name="Google Shape;5882;g34d83d48b27_2_134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83" name="Google Shape;5883;g34d83d48b27_2_134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84" name="Google Shape;5884;g34d83d48b27_2_134"/>
          <p:cNvSpPr txBox="1"/>
          <p:nvPr>
            <p:ph idx="1" type="body"/>
          </p:nvPr>
        </p:nvSpPr>
        <p:spPr>
          <a:xfrm>
            <a:off x="1237876" y="1008800"/>
            <a:ext cx="67350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885" name="Google Shape;5885;g34d83d48b27_2_134"/>
          <p:cNvSpPr/>
          <p:nvPr/>
        </p:nvSpPr>
        <p:spPr>
          <a:xfrm>
            <a:off x="6807900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chemeClr val="lt1"/>
                </a:solidFill>
              </a:rPr>
              <a:t>EXIG_RCPT_CONNEXION</a:t>
            </a:r>
            <a:r>
              <a:rPr b="1" lang="fr-FR" sz="1200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Lampe led bleue | Vecteurs publiques" id="5886" name="Google Shape;5886;g34d83d48b27_2_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9225" y="62317"/>
            <a:ext cx="1741750" cy="130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7" name="Google Shape;5887;g34d83d48b27_2_1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6425" y="1307588"/>
            <a:ext cx="1494075" cy="30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5888" name="Google Shape;5888;g34d83d48b27_2_134"/>
          <p:cNvSpPr/>
          <p:nvPr/>
        </p:nvSpPr>
        <p:spPr>
          <a:xfrm>
            <a:off x="1099100" y="4660050"/>
            <a:ext cx="4903200" cy="3297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Source : Datasheets </a:t>
            </a:r>
            <a:r>
              <a:rPr lang="fr-FR"/>
              <a:t>HLMP-CM3A-VW0DD </a:t>
            </a:r>
            <a:r>
              <a:rPr lang="fr-FR">
                <a:solidFill>
                  <a:schemeClr val="lt2"/>
                </a:solidFill>
              </a:rPr>
              <a:t>HTUT 1 et 7</a:t>
            </a:r>
            <a:endParaRPr/>
          </a:p>
        </p:txBody>
      </p:sp>
      <p:sp>
        <p:nvSpPr>
          <p:cNvPr id="5889" name="Google Shape;5889;g34d83d48b27_2_134"/>
          <p:cNvSpPr txBox="1"/>
          <p:nvPr/>
        </p:nvSpPr>
        <p:spPr>
          <a:xfrm>
            <a:off x="5568925" y="1176900"/>
            <a:ext cx="173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u="sng">
                <a:latin typeface="Calibri"/>
                <a:ea typeface="Calibri"/>
                <a:cs typeface="Calibri"/>
                <a:sym typeface="Calibri"/>
              </a:rPr>
              <a:t>HLMP-CM3A-VW0DD</a:t>
            </a:r>
            <a:endParaRPr sz="1600" u="sng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90" name="Google Shape;5890;g34d83d48b27_2_134" title="Capture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0977" y="4333700"/>
            <a:ext cx="2523950" cy="186148"/>
          </a:xfrm>
          <a:prstGeom prst="rect">
            <a:avLst/>
          </a:prstGeom>
          <a:noFill/>
          <a:ln>
            <a:noFill/>
          </a:ln>
        </p:spPr>
      </p:pic>
      <p:sp>
        <p:nvSpPr>
          <p:cNvPr id="5891" name="Google Shape;5891;g34d83d48b27_2_134"/>
          <p:cNvSpPr txBox="1"/>
          <p:nvPr>
            <p:ph idx="1" type="body"/>
          </p:nvPr>
        </p:nvSpPr>
        <p:spPr>
          <a:xfrm>
            <a:off x="1237876" y="1008800"/>
            <a:ext cx="67350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5892" name="Google Shape;5892;g34d83d48b27_2_1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29537" y="895499"/>
            <a:ext cx="2641187" cy="181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3" name="Google Shape;5893;g34d83d48b27_2_1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84937" y="2777662"/>
            <a:ext cx="2641175" cy="1810580"/>
          </a:xfrm>
          <a:prstGeom prst="rect">
            <a:avLst/>
          </a:prstGeom>
          <a:noFill/>
          <a:ln>
            <a:noFill/>
          </a:ln>
        </p:spPr>
      </p:pic>
      <p:sp>
        <p:nvSpPr>
          <p:cNvPr id="5894" name="Google Shape;5894;g34d83d48b27_2_134"/>
          <p:cNvSpPr/>
          <p:nvPr/>
        </p:nvSpPr>
        <p:spPr>
          <a:xfrm>
            <a:off x="5781250" y="3448175"/>
            <a:ext cx="1341900" cy="450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285"/>
              </a:spcBef>
              <a:spcAft>
                <a:spcPts val="595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lt2"/>
                </a:solidFill>
              </a:rPr>
              <a:t>V</a:t>
            </a:r>
            <a:r>
              <a:rPr lang="fr-FR" sz="800">
                <a:solidFill>
                  <a:schemeClr val="lt2"/>
                </a:solidFill>
              </a:rPr>
              <a:t>f</a:t>
            </a:r>
            <a:r>
              <a:rPr lang="fr-FR" sz="1200">
                <a:solidFill>
                  <a:schemeClr val="lt2"/>
                </a:solidFill>
              </a:rPr>
              <a:t> de 2,98 V</a:t>
            </a:r>
            <a:endParaRPr/>
          </a:p>
        </p:txBody>
      </p:sp>
      <p:sp>
        <p:nvSpPr>
          <p:cNvPr id="5895" name="Google Shape;5895;g34d83d48b27_2_134"/>
          <p:cNvSpPr/>
          <p:nvPr/>
        </p:nvSpPr>
        <p:spPr>
          <a:xfrm>
            <a:off x="5376075" y="1955675"/>
            <a:ext cx="837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1100">
                <a:solidFill>
                  <a:schemeClr val="lt2"/>
                </a:solidFill>
              </a:rPr>
              <a:t>I</a:t>
            </a:r>
            <a:r>
              <a:rPr baseline="-25000" lang="fr-FR" sz="1100">
                <a:solidFill>
                  <a:schemeClr val="lt2"/>
                </a:solidFill>
              </a:rPr>
              <a:t>0</a:t>
            </a:r>
            <a:r>
              <a:rPr lang="fr-FR" sz="1100">
                <a:solidFill>
                  <a:schemeClr val="lt2"/>
                </a:solidFill>
              </a:rPr>
              <a:t>=20mA</a:t>
            </a:r>
            <a:endParaRPr/>
          </a:p>
        </p:txBody>
      </p:sp>
      <p:sp>
        <p:nvSpPr>
          <p:cNvPr id="5896" name="Google Shape;5896;g34d83d48b27_2_134"/>
          <p:cNvSpPr/>
          <p:nvPr/>
        </p:nvSpPr>
        <p:spPr>
          <a:xfrm>
            <a:off x="6810063" y="1777625"/>
            <a:ext cx="1162800" cy="757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1100">
                <a:solidFill>
                  <a:schemeClr val="lt2"/>
                </a:solidFill>
              </a:rPr>
              <a:t>Intensité lumineuse Typique = 5700 mcd</a:t>
            </a:r>
            <a:endParaRPr sz="1100">
              <a:solidFill>
                <a:schemeClr val="lt2"/>
              </a:solidFill>
            </a:endParaRPr>
          </a:p>
        </p:txBody>
      </p:sp>
      <p:cxnSp>
        <p:nvCxnSpPr>
          <p:cNvPr id="5897" name="Google Shape;5897;g34d83d48b27_2_134"/>
          <p:cNvCxnSpPr>
            <a:endCxn id="5896" idx="1"/>
          </p:cNvCxnSpPr>
          <p:nvPr/>
        </p:nvCxnSpPr>
        <p:spPr>
          <a:xfrm flipH="1" rot="10800000">
            <a:off x="6216963" y="2156225"/>
            <a:ext cx="5931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98" name="Google Shape;5898;g34d83d48b27_2_134"/>
          <p:cNvSpPr/>
          <p:nvPr/>
        </p:nvSpPr>
        <p:spPr>
          <a:xfrm>
            <a:off x="5351100" y="2701925"/>
            <a:ext cx="837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lt2"/>
                </a:solidFill>
              </a:rPr>
              <a:t>50 mcd</a:t>
            </a:r>
            <a:endParaRPr/>
          </a:p>
        </p:txBody>
      </p:sp>
      <p:cxnSp>
        <p:nvCxnSpPr>
          <p:cNvPr id="5899" name="Google Shape;5899;g34d83d48b27_2_134"/>
          <p:cNvCxnSpPr>
            <a:stCxn id="5894" idx="1"/>
          </p:cNvCxnSpPr>
          <p:nvPr/>
        </p:nvCxnSpPr>
        <p:spPr>
          <a:xfrm flipH="1">
            <a:off x="4341850" y="3673625"/>
            <a:ext cx="1439400" cy="58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900" name="Google Shape;5900;g34d83d48b27_2_134"/>
          <p:cNvCxnSpPr>
            <a:stCxn id="5898" idx="3"/>
          </p:cNvCxnSpPr>
          <p:nvPr/>
        </p:nvCxnSpPr>
        <p:spPr>
          <a:xfrm flipH="1" rot="10800000">
            <a:off x="6188700" y="2887025"/>
            <a:ext cx="308100" cy="1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901" name="Google Shape;5901;g34d83d48b27_2_134"/>
          <p:cNvPicPr preferRelativeResize="0"/>
          <p:nvPr/>
        </p:nvPicPr>
        <p:blipFill rotWithShape="1">
          <a:blip r:embed="rId9">
            <a:alphaModFix/>
          </a:blip>
          <a:srcRect b="37546" l="0" r="0" t="0"/>
          <a:stretch/>
        </p:blipFill>
        <p:spPr>
          <a:xfrm>
            <a:off x="9379575" y="270779"/>
            <a:ext cx="2713600" cy="130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2" name="Google Shape;5902;g34d83d48b27_2_134"/>
          <p:cNvPicPr preferRelativeResize="0"/>
          <p:nvPr/>
        </p:nvPicPr>
        <p:blipFill rotWithShape="1">
          <a:blip r:embed="rId9">
            <a:alphaModFix/>
          </a:blip>
          <a:srcRect b="52354" l="55746" r="0" t="31883"/>
          <a:stretch/>
        </p:blipFill>
        <p:spPr>
          <a:xfrm>
            <a:off x="6706638" y="2887013"/>
            <a:ext cx="1200875" cy="32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3" name="Google Shape;5903;g34d83d48b27_2_134"/>
          <p:cNvPicPr preferRelativeResize="0"/>
          <p:nvPr/>
        </p:nvPicPr>
        <p:blipFill rotWithShape="1">
          <a:blip r:embed="rId9">
            <a:alphaModFix/>
          </a:blip>
          <a:srcRect b="49937" l="0" r="44939" t="34300"/>
          <a:stretch/>
        </p:blipFill>
        <p:spPr>
          <a:xfrm>
            <a:off x="6496800" y="2637488"/>
            <a:ext cx="1494075" cy="32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04" name="Google Shape;5904;g34d83d48b27_2_134"/>
          <p:cNvSpPr/>
          <p:nvPr/>
        </p:nvSpPr>
        <p:spPr>
          <a:xfrm>
            <a:off x="6482075" y="2576900"/>
            <a:ext cx="1576200" cy="639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285"/>
              </a:spcBef>
              <a:spcAft>
                <a:spcPts val="595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905" name="Google Shape;5905;g34d83d48b27_2_134"/>
          <p:cNvSpPr/>
          <p:nvPr/>
        </p:nvSpPr>
        <p:spPr>
          <a:xfrm>
            <a:off x="4210050" y="4246025"/>
            <a:ext cx="92700" cy="92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6" name="Google Shape;5906;g34d83d48b27_2_134"/>
          <p:cNvSpPr txBox="1"/>
          <p:nvPr/>
        </p:nvSpPr>
        <p:spPr>
          <a:xfrm>
            <a:off x="4903875" y="380400"/>
            <a:ext cx="1002600" cy="3681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</a:rPr>
              <a:t>100 </a:t>
            </a:r>
            <a:r>
              <a:rPr lang="fr-FR" sz="1600">
                <a:solidFill>
                  <a:schemeClr val="dk1"/>
                </a:solidFill>
              </a:rPr>
              <a:t>mcd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0" name="Shape 5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1" name="Google Shape;5911;g3549623a333_0_46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912" name="Google Shape;5912;g3549623a333_0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913" name="Google Shape;5913;g3549623a333_0_46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914" name="Google Shape;5914;g3549623a333_0_46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Electronique Récepteur</a:t>
            </a:r>
            <a:endParaRPr/>
          </a:p>
        </p:txBody>
      </p:sp>
      <p:sp>
        <p:nvSpPr>
          <p:cNvPr id="5915" name="Google Shape;5915;g3549623a333_0_46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916" name="Google Shape;5916;g3549623a333_0_46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917" name="Google Shape;5917;g3549623a333_0_46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918" name="Google Shape;5918;g3549623a333_0_46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919" name="Google Shape;5919;g3549623a333_0_46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920" name="Google Shape;5920;g3549623a333_0_46"/>
          <p:cNvSpPr txBox="1"/>
          <p:nvPr>
            <p:ph idx="1" type="body"/>
          </p:nvPr>
        </p:nvSpPr>
        <p:spPr>
          <a:xfrm>
            <a:off x="1237876" y="1008800"/>
            <a:ext cx="67350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921" name="Google Shape;5921;g3549623a333_0_46"/>
          <p:cNvSpPr/>
          <p:nvPr/>
        </p:nvSpPr>
        <p:spPr>
          <a:xfrm>
            <a:off x="6807900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chemeClr val="lt1"/>
                </a:solidFill>
              </a:rPr>
              <a:t>EXIG_RCPT_CONNEXION 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Lampe led bleue | Vecteurs publiques" id="5922" name="Google Shape;5922;g3549623a333_0_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9225" y="62317"/>
            <a:ext cx="1741750" cy="130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3" name="Google Shape;5923;g3549623a333_0_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6425" y="1307588"/>
            <a:ext cx="1494075" cy="30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5924" name="Google Shape;5924;g3549623a333_0_46"/>
          <p:cNvSpPr txBox="1"/>
          <p:nvPr/>
        </p:nvSpPr>
        <p:spPr>
          <a:xfrm>
            <a:off x="5568925" y="1176900"/>
            <a:ext cx="173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u="sng">
                <a:latin typeface="Calibri"/>
                <a:ea typeface="Calibri"/>
                <a:cs typeface="Calibri"/>
                <a:sym typeface="Calibri"/>
              </a:rPr>
              <a:t>HLMP-CM3A-VW0DD</a:t>
            </a:r>
            <a:endParaRPr sz="1600" u="sng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25" name="Google Shape;5925;g3549623a333_0_46" title="Capture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0977" y="4333700"/>
            <a:ext cx="2523950" cy="186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6" name="Google Shape;5926;g3549623a333_0_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13687" y="3054388"/>
            <a:ext cx="3912694" cy="130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7" name="Google Shape;5927;g3549623a333_0_46"/>
          <p:cNvPicPr preferRelativeResize="0"/>
          <p:nvPr/>
        </p:nvPicPr>
        <p:blipFill rotWithShape="1">
          <a:blip r:embed="rId8">
            <a:alphaModFix/>
          </a:blip>
          <a:srcRect b="-6852" l="0" r="37355" t="63537"/>
          <a:stretch/>
        </p:blipFill>
        <p:spPr>
          <a:xfrm>
            <a:off x="2960925" y="1367450"/>
            <a:ext cx="1984375" cy="10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8" name="Google Shape;5928;g3549623a333_0_46"/>
          <p:cNvSpPr txBox="1"/>
          <p:nvPr/>
        </p:nvSpPr>
        <p:spPr>
          <a:xfrm>
            <a:off x="2713625" y="977313"/>
            <a:ext cx="4301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285"/>
              </a:spcBef>
              <a:spcAft>
                <a:spcPts val="595"/>
              </a:spcAft>
              <a:buNone/>
            </a:pPr>
            <a:r>
              <a:rPr b="1" lang="fr-FR">
                <a:solidFill>
                  <a:schemeClr val="lt2"/>
                </a:solidFill>
              </a:rPr>
              <a:t>Dimensionnement résistance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5929" name="Google Shape;5929;g3549623a333_0_46"/>
          <p:cNvSpPr txBox="1"/>
          <p:nvPr/>
        </p:nvSpPr>
        <p:spPr>
          <a:xfrm>
            <a:off x="2713625" y="2704250"/>
            <a:ext cx="4301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285"/>
              </a:spcBef>
              <a:spcAft>
                <a:spcPts val="595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>
                <a:solidFill>
                  <a:schemeClr val="lt2"/>
                </a:solidFill>
              </a:rPr>
              <a:t>Vérification de la valeur normalisée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5930" name="Google Shape;5930;g3549623a333_0_46"/>
          <p:cNvSpPr txBox="1"/>
          <p:nvPr/>
        </p:nvSpPr>
        <p:spPr>
          <a:xfrm>
            <a:off x="2713625" y="2386675"/>
            <a:ext cx="41448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Valeur normalisée : </a:t>
            </a:r>
            <a:r>
              <a:rPr lang="fr-FR">
                <a:solidFill>
                  <a:schemeClr val="lt2"/>
                </a:solidFill>
              </a:rPr>
              <a:t>5.6 </a:t>
            </a:r>
            <a:r>
              <a:rPr lang="fr-FR">
                <a:solidFill>
                  <a:schemeClr val="lt2"/>
                </a:solidFill>
              </a:rPr>
              <a:t>kohm +/-5% E24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5931" name="Google Shape;5931;g3549623a333_0_4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87750" y="1632138"/>
            <a:ext cx="1158774" cy="1158774"/>
          </a:xfrm>
          <a:prstGeom prst="rect">
            <a:avLst/>
          </a:prstGeom>
          <a:noFill/>
          <a:ln>
            <a:noFill/>
          </a:ln>
        </p:spPr>
      </p:pic>
      <p:sp>
        <p:nvSpPr>
          <p:cNvPr id="5932" name="Google Shape;5932;g3549623a333_0_46"/>
          <p:cNvSpPr txBox="1"/>
          <p:nvPr>
            <p:ph idx="1" type="body"/>
          </p:nvPr>
        </p:nvSpPr>
        <p:spPr>
          <a:xfrm>
            <a:off x="1237876" y="1008800"/>
            <a:ext cx="67350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933" name="Google Shape;5933;g3549623a333_0_46"/>
          <p:cNvSpPr/>
          <p:nvPr/>
        </p:nvSpPr>
        <p:spPr>
          <a:xfrm>
            <a:off x="1099100" y="4660050"/>
            <a:ext cx="4903200" cy="3297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Source : Datasheets HLMP-CM3A-VW0DD </a:t>
            </a:r>
            <a:r>
              <a:rPr lang="fr-FR">
                <a:solidFill>
                  <a:schemeClr val="lt2"/>
                </a:solidFill>
              </a:rPr>
              <a:t>HTUT 1 et 7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7" name="Shape 5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8" name="Google Shape;5938;g34d83d48b27_2_147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939" name="Google Shape;5939;g34d83d48b27_2_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940" name="Google Shape;5940;g34d83d48b27_2_147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941" name="Google Shape;5941;g34d83d48b27_2_147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Electronique Récepteur</a:t>
            </a:r>
            <a:endParaRPr/>
          </a:p>
        </p:txBody>
      </p:sp>
      <p:sp>
        <p:nvSpPr>
          <p:cNvPr id="5942" name="Google Shape;5942;g34d83d48b27_2_147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943" name="Google Shape;5943;g34d83d48b27_2_147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944" name="Google Shape;5944;g34d83d48b27_2_147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945" name="Google Shape;5945;g34d83d48b27_2_147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946" name="Google Shape;5946;g34d83d48b27_2_147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947" name="Google Shape;5947;g34d83d48b27_2_147"/>
          <p:cNvSpPr txBox="1"/>
          <p:nvPr>
            <p:ph idx="1" type="body"/>
          </p:nvPr>
        </p:nvSpPr>
        <p:spPr>
          <a:xfrm>
            <a:off x="1237876" y="1008800"/>
            <a:ext cx="67350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948" name="Google Shape;5948;g34d83d48b27_2_147"/>
          <p:cNvSpPr/>
          <p:nvPr/>
        </p:nvSpPr>
        <p:spPr>
          <a:xfrm>
            <a:off x="6954625" y="322475"/>
            <a:ext cx="20760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chemeClr val="lt1"/>
                </a:solidFill>
              </a:rPr>
              <a:t>EXIG_RCPT_KLAXON 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949" name="Google Shape;5949;g34d83d48b27_2_1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0574" y="0"/>
            <a:ext cx="1062825" cy="1077132"/>
          </a:xfrm>
          <a:prstGeom prst="rect">
            <a:avLst/>
          </a:prstGeom>
          <a:noFill/>
          <a:ln>
            <a:noFill/>
          </a:ln>
        </p:spPr>
      </p:pic>
      <p:sp>
        <p:nvSpPr>
          <p:cNvPr id="5950" name="Google Shape;5950;g34d83d48b27_2_147"/>
          <p:cNvSpPr/>
          <p:nvPr/>
        </p:nvSpPr>
        <p:spPr>
          <a:xfrm>
            <a:off x="1022900" y="4473125"/>
            <a:ext cx="5384400" cy="5166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Source : Datasheets </a:t>
            </a:r>
            <a:r>
              <a:rPr lang="fr-FR"/>
              <a:t>MCKPT-G1210-3916; TD sur les filtres passe-haut</a:t>
            </a:r>
            <a:endParaRPr/>
          </a:p>
        </p:txBody>
      </p:sp>
      <p:sp>
        <p:nvSpPr>
          <p:cNvPr id="5951" name="Google Shape;5951;g34d83d48b27_2_147"/>
          <p:cNvSpPr txBox="1"/>
          <p:nvPr/>
        </p:nvSpPr>
        <p:spPr>
          <a:xfrm>
            <a:off x="4946100" y="944175"/>
            <a:ext cx="195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u="sng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MCKPT-G1210-3916</a:t>
            </a:r>
            <a:endParaRPr sz="1600" u="sng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952" name="Google Shape;5952;g34d83d48b27_2_147"/>
          <p:cNvGraphicFramePr/>
          <p:nvPr/>
        </p:nvGraphicFramePr>
        <p:xfrm>
          <a:off x="2828938" y="131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{77E6F9C7-0300-435E-9AEC-991F8B8F4E24}</a:tableStyleId>
              </a:tblPr>
              <a:tblGrid>
                <a:gridCol w="2074350"/>
                <a:gridCol w="1354425"/>
              </a:tblGrid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Caractéristiques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D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Détail 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DE0"/>
                    </a:solidFill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Tension d’alimentation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3V - 30V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Courant maximum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2 mA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rgbClr val="000000"/>
                          </a:solidFill>
                        </a:rPr>
                        <a:t>Fréquence de résonance max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4.5 +/-0.5 kHz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Signal de Commande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lt2"/>
                          </a:solidFill>
                        </a:rPr>
                        <a:t>Signal carré à fréquence variable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953" name="Google Shape;5953;g34d83d48b27_2_1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4282" y="1486863"/>
            <a:ext cx="1762919" cy="21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4" name="Google Shape;5954;g34d83d48b27_2_1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98320" y="3298758"/>
            <a:ext cx="2785042" cy="3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5" name="Google Shape;5955;g34d83d48b27_2_1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79188" y="1208350"/>
            <a:ext cx="1298700" cy="28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6" name="Google Shape;5956;g34d83d48b27_2_1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851062" y="2079750"/>
            <a:ext cx="1763155" cy="3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7" name="Google Shape;5957;g34d83d48b27_2_14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199075" y="3860300"/>
            <a:ext cx="3428775" cy="37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8" name="Google Shape;5958;g34d83d48b27_2_14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320718" y="1598453"/>
            <a:ext cx="1652155" cy="1178975"/>
          </a:xfrm>
          <a:prstGeom prst="rect">
            <a:avLst/>
          </a:prstGeom>
          <a:noFill/>
          <a:ln>
            <a:noFill/>
          </a:ln>
        </p:spPr>
      </p:pic>
      <p:sp>
        <p:nvSpPr>
          <p:cNvPr id="5959" name="Google Shape;5959;g34d83d48b27_2_147"/>
          <p:cNvSpPr txBox="1"/>
          <p:nvPr/>
        </p:nvSpPr>
        <p:spPr>
          <a:xfrm>
            <a:off x="3885175" y="3263850"/>
            <a:ext cx="3717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1300"/>
              <a:t>Valeur de condensateur n</a:t>
            </a:r>
            <a:r>
              <a:rPr lang="fr-FR" sz="1300"/>
              <a:t>ormalisée</a:t>
            </a:r>
            <a:r>
              <a:rPr lang="fr-FR" sz="1300"/>
              <a:t> : 10nF.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5960" name="Google Shape;5960;g34d83d48b27_2_147"/>
          <p:cNvSpPr/>
          <p:nvPr/>
        </p:nvSpPr>
        <p:spPr>
          <a:xfrm>
            <a:off x="3885175" y="3281225"/>
            <a:ext cx="3295200" cy="345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1" name="Google Shape;5961;g34d83d48b27_2_147"/>
          <p:cNvSpPr/>
          <p:nvPr/>
        </p:nvSpPr>
        <p:spPr>
          <a:xfrm>
            <a:off x="6320725" y="1578450"/>
            <a:ext cx="1652100" cy="1388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2" name="Google Shape;5962;g34d83d48b27_2_147"/>
          <p:cNvSpPr/>
          <p:nvPr/>
        </p:nvSpPr>
        <p:spPr>
          <a:xfrm>
            <a:off x="2126450" y="3871775"/>
            <a:ext cx="3614700" cy="345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3" name="Google Shape;5963;g34d83d48b27_2_147"/>
          <p:cNvSpPr/>
          <p:nvPr/>
        </p:nvSpPr>
        <p:spPr>
          <a:xfrm rot="-2104544">
            <a:off x="6803156" y="3040432"/>
            <a:ext cx="302788" cy="149895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4" name="Google Shape;5964;g34d83d48b27_2_147"/>
          <p:cNvSpPr/>
          <p:nvPr/>
        </p:nvSpPr>
        <p:spPr>
          <a:xfrm rot="-2104544">
            <a:off x="5830906" y="3717457"/>
            <a:ext cx="302788" cy="149895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65" name="Google Shape;5965;g34d83d48b27_2_14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333400" y="3298809"/>
            <a:ext cx="2222700" cy="210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9" name="Shape 5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0" name="Google Shape;5970;p15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971" name="Google Shape;59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972" name="Google Shape;5972;p15"/>
          <p:cNvSpPr txBox="1"/>
          <p:nvPr/>
        </p:nvSpPr>
        <p:spPr>
          <a:xfrm>
            <a:off x="8117350" y="172797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973" name="Google Shape;5973;p15"/>
          <p:cNvSpPr txBox="1"/>
          <p:nvPr/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Electronique Récepteur</a:t>
            </a:r>
            <a:endParaRPr/>
          </a:p>
        </p:txBody>
      </p:sp>
      <p:sp>
        <p:nvSpPr>
          <p:cNvPr id="5974" name="Google Shape;5974;p15"/>
          <p:cNvSpPr txBox="1"/>
          <p:nvPr/>
        </p:nvSpPr>
        <p:spPr>
          <a:xfrm>
            <a:off x="8117350" y="207651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975" name="Google Shape;5975;p15"/>
          <p:cNvSpPr txBox="1"/>
          <p:nvPr/>
        </p:nvSpPr>
        <p:spPr>
          <a:xfrm>
            <a:off x="8117350" y="242506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976" name="Google Shape;5976;p15"/>
          <p:cNvSpPr txBox="1"/>
          <p:nvPr/>
        </p:nvSpPr>
        <p:spPr>
          <a:xfrm>
            <a:off x="8117350" y="277360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977" name="Google Shape;5977;p15"/>
          <p:cNvSpPr txBox="1"/>
          <p:nvPr/>
        </p:nvSpPr>
        <p:spPr>
          <a:xfrm>
            <a:off x="8117350" y="312215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978" name="Google Shape;5978;p15"/>
          <p:cNvSpPr txBox="1"/>
          <p:nvPr/>
        </p:nvSpPr>
        <p:spPr>
          <a:xfrm>
            <a:off x="8117350" y="347069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979" name="Google Shape;5979;p15"/>
          <p:cNvSpPr txBox="1"/>
          <p:nvPr>
            <p:ph idx="1" type="body"/>
          </p:nvPr>
        </p:nvSpPr>
        <p:spPr>
          <a:xfrm>
            <a:off x="1237883" y="1008810"/>
            <a:ext cx="7465603" cy="3623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Energie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10">
                <a:solidFill>
                  <a:schemeClr val="dk1"/>
                </a:solidFill>
              </a:rPr>
              <a:t>Dimensionnement de la batterie LIPO2S</a:t>
            </a:r>
            <a:endParaRPr sz="81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graphicFrame>
        <p:nvGraphicFramePr>
          <p:cNvPr id="5980" name="Google Shape;5980;p15"/>
          <p:cNvGraphicFramePr/>
          <p:nvPr/>
        </p:nvGraphicFramePr>
        <p:xfrm>
          <a:off x="1200963" y="1727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{77E6F9C7-0300-435E-9AEC-991F8B8F4E24}</a:tableStyleId>
              </a:tblPr>
              <a:tblGrid>
                <a:gridCol w="2844400"/>
                <a:gridCol w="2626700"/>
              </a:tblGrid>
              <a:tr h="347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>
                          <a:solidFill>
                            <a:schemeClr val="lt1"/>
                          </a:solidFill>
                        </a:rPr>
                        <a:t>Composants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b="1" lang="fr-FR" sz="1100">
                          <a:solidFill>
                            <a:schemeClr val="lt1"/>
                          </a:solidFill>
                        </a:rPr>
                        <a:t>Consommation ( Ampère )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DE0"/>
                    </a:solidFill>
                  </a:tcPr>
                </a:tc>
              </a:tr>
              <a:tr h="32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Led Bleue (Datasheet </a:t>
                      </a:r>
                      <a:r>
                        <a:rPr lang="fr-FR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L-9294QBC-D)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285"/>
                        </a:spcBef>
                        <a:spcAft>
                          <a:spcPts val="595"/>
                        </a:spcAft>
                        <a:buNone/>
                      </a:pPr>
                      <a:r>
                        <a:rPr lang="fr-FR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0.35 mA 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Led verte (Datasheet </a:t>
                      </a:r>
                      <a:r>
                        <a:rPr lang="fr-FR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L-9294CGCK)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285"/>
                        </a:spcBef>
                        <a:spcAft>
                          <a:spcPts val="595"/>
                        </a:spcAft>
                        <a:buNone/>
                      </a:pPr>
                      <a:r>
                        <a:rPr lang="fr-FR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0.06 mA 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Buzzer (Datasheet </a:t>
                      </a:r>
                      <a:r>
                        <a:rPr lang="fr-FR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MCKPT-G1210-3916)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2 mA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Controlleur moteur (Datasheet </a:t>
                      </a:r>
                      <a:r>
                        <a:rPr lang="fr-FR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XREG10)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2mA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Moteur (Datasheet </a:t>
                      </a:r>
                      <a:r>
                        <a:rPr lang="fr-FR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Hitec HS322HD)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5000 mA mais mi-puissance donc 2500 mA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ATMEGA328P (Datasheet </a:t>
                      </a:r>
                      <a:r>
                        <a:rPr lang="fr-FR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ATMEGA328P)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9 mA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Récepteur (Datasheet </a:t>
                      </a:r>
                      <a:r>
                        <a:rPr lang="fr-FR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TSOP4438)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5 mA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TOTAL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2518.41 mA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81" name="Google Shape;5981;p15"/>
          <p:cNvSpPr/>
          <p:nvPr/>
        </p:nvSpPr>
        <p:spPr>
          <a:xfrm>
            <a:off x="6954625" y="322475"/>
            <a:ext cx="20760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chemeClr val="lt1"/>
                </a:solidFill>
              </a:rPr>
              <a:t>EXIG_RCPT_ENERGIE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982" name="Google Shape;5982;p15"/>
          <p:cNvSpPr/>
          <p:nvPr/>
        </p:nvSpPr>
        <p:spPr>
          <a:xfrm>
            <a:off x="6810175" y="3892988"/>
            <a:ext cx="2293800" cy="6327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Source : Datasheets de tous les composants cités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6" name="Shape 5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7" name="Google Shape;5987;g3559ddb4d97_6_87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988" name="Google Shape;5988;g3559ddb4d97_6_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989" name="Google Shape;5989;g3559ddb4d97_6_87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990" name="Google Shape;5990;g3559ddb4d97_6_87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Electronique Récepteur</a:t>
            </a:r>
            <a:endParaRPr/>
          </a:p>
        </p:txBody>
      </p:sp>
      <p:sp>
        <p:nvSpPr>
          <p:cNvPr id="5991" name="Google Shape;5991;g3559ddb4d97_6_87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992" name="Google Shape;5992;g3559ddb4d97_6_87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993" name="Google Shape;5993;g3559ddb4d97_6_87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994" name="Google Shape;5994;g3559ddb4d97_6_87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995" name="Google Shape;5995;g3559ddb4d97_6_87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996" name="Google Shape;5996;g3559ddb4d97_6_87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Energie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10">
                <a:solidFill>
                  <a:schemeClr val="dk1"/>
                </a:solidFill>
              </a:rPr>
              <a:t>Dimensionnement de la batterie LIPO2S</a:t>
            </a:r>
            <a:endParaRPr sz="81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997" name="Google Shape;5997;g3559ddb4d97_6_87"/>
          <p:cNvSpPr/>
          <p:nvPr/>
        </p:nvSpPr>
        <p:spPr>
          <a:xfrm>
            <a:off x="6954625" y="322475"/>
            <a:ext cx="20760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chemeClr val="lt1"/>
                </a:solidFill>
              </a:rPr>
              <a:t>EXIG_RCPT_ENERGIE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998" name="Google Shape;5998;g3559ddb4d97_6_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7875" y="1727975"/>
            <a:ext cx="619125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2" name="Shape 6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3" name="Google Shape;6003;g3559ddb4d97_6_105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6004" name="Google Shape;6004;g3559ddb4d97_6_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005" name="Google Shape;6005;g3559ddb4d97_6_105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6006" name="Google Shape;6006;g3559ddb4d97_6_105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Electronique Récepteur</a:t>
            </a:r>
            <a:endParaRPr/>
          </a:p>
        </p:txBody>
      </p:sp>
      <p:sp>
        <p:nvSpPr>
          <p:cNvPr id="6007" name="Google Shape;6007;g3559ddb4d97_6_105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6008" name="Google Shape;6008;g3559ddb4d97_6_105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6009" name="Google Shape;6009;g3559ddb4d97_6_105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6010" name="Google Shape;6010;g3559ddb4d97_6_105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6011" name="Google Shape;6011;g3559ddb4d97_6_105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6012" name="Google Shape;6012;g3559ddb4d97_6_105"/>
          <p:cNvSpPr/>
          <p:nvPr/>
        </p:nvSpPr>
        <p:spPr>
          <a:xfrm>
            <a:off x="6954625" y="322475"/>
            <a:ext cx="20760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chemeClr val="lt1"/>
                </a:solidFill>
              </a:rPr>
              <a:t>EXIG_RCPT_ENERGIE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013" name="Google Shape;6013;g3559ddb4d97_6_105"/>
          <p:cNvSpPr txBox="1"/>
          <p:nvPr/>
        </p:nvSpPr>
        <p:spPr>
          <a:xfrm>
            <a:off x="1323700" y="1053925"/>
            <a:ext cx="30000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10">
                <a:solidFill>
                  <a:schemeClr val="dk1"/>
                </a:solidFill>
              </a:rPr>
              <a:t>Dimensionnement des condensateurs de découplage à l’alimentation</a:t>
            </a:r>
            <a:endParaRPr b="1" sz="810">
              <a:solidFill>
                <a:schemeClr val="dk1"/>
              </a:solidFill>
            </a:endParaRPr>
          </a:p>
        </p:txBody>
      </p:sp>
      <p:sp>
        <p:nvSpPr>
          <p:cNvPr id="6014" name="Google Shape;6014;g3559ddb4d97_6_105"/>
          <p:cNvSpPr/>
          <p:nvPr/>
        </p:nvSpPr>
        <p:spPr>
          <a:xfrm>
            <a:off x="1022900" y="4473125"/>
            <a:ext cx="5609100" cy="5562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00"/>
              <a:t>Source : HTUT 24,</a:t>
            </a:r>
            <a:r>
              <a:rPr b="1" lang="fr-FR" sz="1000">
                <a:solidFill>
                  <a:schemeClr val="lt2"/>
                </a:solidFill>
              </a:rPr>
              <a:t>§CDT_RCPT_ROUE, §Application Circuit de la datasheet du TSOP4438,§CDT_RCPT_TRAITEMENT,§CDT_RCPT_TRAITEMENT,§PARTS TABLE et §ELECTRICAL AND OPTICAL CHARACTERISTICS</a:t>
            </a:r>
            <a:endParaRPr b="1" sz="1000"/>
          </a:p>
        </p:txBody>
      </p:sp>
      <p:pic>
        <p:nvPicPr>
          <p:cNvPr id="6015" name="Google Shape;6015;g3559ddb4d97_6_105"/>
          <p:cNvPicPr preferRelativeResize="0"/>
          <p:nvPr/>
        </p:nvPicPr>
        <p:blipFill rotWithShape="1">
          <a:blip r:embed="rId4">
            <a:alphaModFix/>
          </a:blip>
          <a:srcRect b="0" l="0" r="0" t="27855"/>
          <a:stretch/>
        </p:blipFill>
        <p:spPr>
          <a:xfrm>
            <a:off x="1323700" y="1544525"/>
            <a:ext cx="1285875" cy="32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6" name="Google Shape;6016;g3559ddb4d97_6_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3706" y="1919475"/>
            <a:ext cx="17907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7" name="Google Shape;6017;g3559ddb4d97_6_10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30042" y="1276238"/>
            <a:ext cx="3176134" cy="235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8" name="Google Shape;6018;g3559ddb4d97_6_10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6675" y="3784925"/>
            <a:ext cx="5324441" cy="556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2" name="Shape 6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3" name="Google Shape;6023;p17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6024" name="Google Shape;60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025" name="Google Shape;6025;p17"/>
          <p:cNvSpPr txBox="1"/>
          <p:nvPr/>
        </p:nvSpPr>
        <p:spPr>
          <a:xfrm>
            <a:off x="8117350" y="172797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26" name="Google Shape;6026;p17"/>
          <p:cNvSpPr txBox="1"/>
          <p:nvPr/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 Informatique Emetteur</a:t>
            </a:r>
            <a:endParaRPr/>
          </a:p>
        </p:txBody>
      </p:sp>
      <p:sp>
        <p:nvSpPr>
          <p:cNvPr id="6027" name="Google Shape;6027;p17"/>
          <p:cNvSpPr txBox="1"/>
          <p:nvPr/>
        </p:nvSpPr>
        <p:spPr>
          <a:xfrm>
            <a:off x="8117350" y="207651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28" name="Google Shape;6028;p17"/>
          <p:cNvSpPr txBox="1"/>
          <p:nvPr/>
        </p:nvSpPr>
        <p:spPr>
          <a:xfrm>
            <a:off x="8117350" y="242506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29" name="Google Shape;6029;p17"/>
          <p:cNvSpPr txBox="1"/>
          <p:nvPr/>
        </p:nvSpPr>
        <p:spPr>
          <a:xfrm>
            <a:off x="8117350" y="277360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30" name="Google Shape;6030;p17"/>
          <p:cNvSpPr txBox="1"/>
          <p:nvPr/>
        </p:nvSpPr>
        <p:spPr>
          <a:xfrm>
            <a:off x="8117350" y="312215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31" name="Google Shape;6031;p17"/>
          <p:cNvSpPr txBox="1"/>
          <p:nvPr/>
        </p:nvSpPr>
        <p:spPr>
          <a:xfrm>
            <a:off x="8117350" y="347069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32" name="Google Shape;6032;p17"/>
          <p:cNvSpPr txBox="1"/>
          <p:nvPr>
            <p:ph idx="1" type="body"/>
          </p:nvPr>
        </p:nvSpPr>
        <p:spPr>
          <a:xfrm>
            <a:off x="1237883" y="1008810"/>
            <a:ext cx="7465603" cy="3623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Acquisition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6033" name="Google Shape;603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7875" y="1684751"/>
            <a:ext cx="6315646" cy="965675"/>
          </a:xfrm>
          <a:prstGeom prst="rect">
            <a:avLst/>
          </a:prstGeom>
          <a:noFill/>
          <a:ln>
            <a:noFill/>
          </a:ln>
        </p:spPr>
      </p:pic>
      <p:sp>
        <p:nvSpPr>
          <p:cNvPr id="6034" name="Google Shape;6034;p17"/>
          <p:cNvSpPr txBox="1"/>
          <p:nvPr/>
        </p:nvSpPr>
        <p:spPr>
          <a:xfrm>
            <a:off x="1200975" y="1369750"/>
            <a:ext cx="3000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10">
                <a:solidFill>
                  <a:schemeClr val="dk1"/>
                </a:solidFill>
              </a:rPr>
              <a:t>Récupère la valeur du potentiomètre</a:t>
            </a:r>
            <a:endParaRPr b="1" sz="810">
              <a:solidFill>
                <a:schemeClr val="dk1"/>
              </a:solidFill>
            </a:endParaRPr>
          </a:p>
        </p:txBody>
      </p:sp>
      <p:sp>
        <p:nvSpPr>
          <p:cNvPr id="6035" name="Google Shape;6035;p17"/>
          <p:cNvSpPr txBox="1"/>
          <p:nvPr/>
        </p:nvSpPr>
        <p:spPr>
          <a:xfrm>
            <a:off x="1237875" y="2650425"/>
            <a:ext cx="3000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10">
                <a:solidFill>
                  <a:schemeClr val="dk1"/>
                </a:solidFill>
              </a:rPr>
              <a:t>Récupère la valeur de la </a:t>
            </a:r>
            <a:r>
              <a:rPr b="1" lang="fr-FR" sz="1210">
                <a:solidFill>
                  <a:schemeClr val="dk1"/>
                </a:solidFill>
              </a:rPr>
              <a:t>gâchette</a:t>
            </a:r>
            <a:endParaRPr b="1" sz="810">
              <a:solidFill>
                <a:schemeClr val="dk1"/>
              </a:solidFill>
            </a:endParaRPr>
          </a:p>
        </p:txBody>
      </p:sp>
      <p:pic>
        <p:nvPicPr>
          <p:cNvPr id="6036" name="Google Shape;603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0975" y="3054399"/>
            <a:ext cx="5861310" cy="1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6037" name="Google Shape;6037;p17"/>
          <p:cNvSpPr/>
          <p:nvPr/>
        </p:nvSpPr>
        <p:spPr>
          <a:xfrm>
            <a:off x="6652250" y="322475"/>
            <a:ext cx="23784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12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EXIG_EMTT_TRAITEMENT</a:t>
            </a:r>
            <a:r>
              <a:rPr b="1" lang="fr-FR" sz="1200">
                <a:solidFill>
                  <a:srgbClr val="F2F2F2"/>
                </a:solidFill>
              </a:rPr>
              <a:t> </a:t>
            </a:r>
            <a:endParaRPr sz="1200">
              <a:solidFill>
                <a:srgbClr val="F2F2F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1" name="Shape 6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" name="Google Shape;6042;p16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6043" name="Google Shape;604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044" name="Google Shape;6044;p16"/>
          <p:cNvSpPr txBox="1"/>
          <p:nvPr/>
        </p:nvSpPr>
        <p:spPr>
          <a:xfrm>
            <a:off x="8117350" y="172797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45" name="Google Shape;6045;p16"/>
          <p:cNvSpPr txBox="1"/>
          <p:nvPr/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 Informatique Emetteur</a:t>
            </a:r>
            <a:endParaRPr/>
          </a:p>
        </p:txBody>
      </p:sp>
      <p:sp>
        <p:nvSpPr>
          <p:cNvPr id="6046" name="Google Shape;6046;p16"/>
          <p:cNvSpPr txBox="1"/>
          <p:nvPr/>
        </p:nvSpPr>
        <p:spPr>
          <a:xfrm>
            <a:off x="8117350" y="207651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47" name="Google Shape;6047;p16"/>
          <p:cNvSpPr txBox="1"/>
          <p:nvPr/>
        </p:nvSpPr>
        <p:spPr>
          <a:xfrm>
            <a:off x="8117350" y="242506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48" name="Google Shape;6048;p16"/>
          <p:cNvSpPr txBox="1"/>
          <p:nvPr/>
        </p:nvSpPr>
        <p:spPr>
          <a:xfrm>
            <a:off x="8117350" y="277360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49" name="Google Shape;6049;p16"/>
          <p:cNvSpPr txBox="1"/>
          <p:nvPr/>
        </p:nvSpPr>
        <p:spPr>
          <a:xfrm>
            <a:off x="8117350" y="312215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50" name="Google Shape;6050;p16"/>
          <p:cNvSpPr txBox="1"/>
          <p:nvPr/>
        </p:nvSpPr>
        <p:spPr>
          <a:xfrm>
            <a:off x="8117350" y="347069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51" name="Google Shape;6051;p16"/>
          <p:cNvSpPr txBox="1"/>
          <p:nvPr>
            <p:ph idx="1" type="body"/>
          </p:nvPr>
        </p:nvSpPr>
        <p:spPr>
          <a:xfrm>
            <a:off x="1237883" y="1008810"/>
            <a:ext cx="7465603" cy="3623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Acquisition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6052" name="Google Shape;605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0975" y="1727975"/>
            <a:ext cx="6740433" cy="977875"/>
          </a:xfrm>
          <a:prstGeom prst="rect">
            <a:avLst/>
          </a:prstGeom>
          <a:noFill/>
          <a:ln>
            <a:noFill/>
          </a:ln>
        </p:spPr>
      </p:pic>
      <p:sp>
        <p:nvSpPr>
          <p:cNvPr id="6053" name="Google Shape;6053;p16"/>
          <p:cNvSpPr txBox="1"/>
          <p:nvPr/>
        </p:nvSpPr>
        <p:spPr>
          <a:xfrm>
            <a:off x="1200963" y="1318850"/>
            <a:ext cx="3000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10">
                <a:solidFill>
                  <a:schemeClr val="dk1"/>
                </a:solidFill>
              </a:rPr>
              <a:t>Récupère la valeur du potentiomètre</a:t>
            </a:r>
            <a:endParaRPr b="1" sz="810">
              <a:solidFill>
                <a:schemeClr val="dk1"/>
              </a:solidFill>
            </a:endParaRPr>
          </a:p>
        </p:txBody>
      </p:sp>
      <p:pic>
        <p:nvPicPr>
          <p:cNvPr id="6054" name="Google Shape;605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0975" y="3419252"/>
            <a:ext cx="6617512" cy="9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6055" name="Google Shape;6055;p16"/>
          <p:cNvSpPr txBox="1"/>
          <p:nvPr/>
        </p:nvSpPr>
        <p:spPr>
          <a:xfrm>
            <a:off x="1200975" y="2807500"/>
            <a:ext cx="3000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10">
                <a:solidFill>
                  <a:schemeClr val="dk1"/>
                </a:solidFill>
              </a:rPr>
              <a:t>Récupère la valeur de la gâchette</a:t>
            </a:r>
            <a:endParaRPr b="1" sz="810">
              <a:solidFill>
                <a:schemeClr val="dk1"/>
              </a:solidFill>
            </a:endParaRPr>
          </a:p>
        </p:txBody>
      </p:sp>
      <p:sp>
        <p:nvSpPr>
          <p:cNvPr id="6056" name="Google Shape;6056;p16"/>
          <p:cNvSpPr/>
          <p:nvPr/>
        </p:nvSpPr>
        <p:spPr>
          <a:xfrm>
            <a:off x="6652250" y="322475"/>
            <a:ext cx="23784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12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EXIG_EMTT_TRAITEMENT</a:t>
            </a:r>
            <a:r>
              <a:rPr b="1" lang="fr-FR" sz="1200">
                <a:solidFill>
                  <a:srgbClr val="F2F2F2"/>
                </a:solidFill>
              </a:rPr>
              <a:t> </a:t>
            </a:r>
            <a:endParaRPr sz="1200">
              <a:solidFill>
                <a:srgbClr val="F2F2F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0" name="Shape 6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1" name="Google Shape;6061;g3559ddb4d97_6_134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6062" name="Google Shape;6062;g3559ddb4d97_6_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063" name="Google Shape;6063;g3559ddb4d97_6_134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64" name="Google Shape;6064;g3559ddb4d97_6_134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 Informatique Emetteur</a:t>
            </a:r>
            <a:endParaRPr/>
          </a:p>
        </p:txBody>
      </p:sp>
      <p:sp>
        <p:nvSpPr>
          <p:cNvPr id="6065" name="Google Shape;6065;g3559ddb4d97_6_134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66" name="Google Shape;6066;g3559ddb4d97_6_134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67" name="Google Shape;6067;g3559ddb4d97_6_134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68" name="Google Shape;6068;g3559ddb4d97_6_134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69" name="Google Shape;6069;g3559ddb4d97_6_134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70" name="Google Shape;6070;g3559ddb4d97_6_134"/>
          <p:cNvSpPr txBox="1"/>
          <p:nvPr>
            <p:ph idx="1" type="body"/>
          </p:nvPr>
        </p:nvSpPr>
        <p:spPr>
          <a:xfrm>
            <a:off x="1237883" y="110216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Traitement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071" name="Google Shape;6071;g3559ddb4d97_6_134"/>
          <p:cNvSpPr txBox="1"/>
          <p:nvPr/>
        </p:nvSpPr>
        <p:spPr>
          <a:xfrm>
            <a:off x="1200975" y="1369750"/>
            <a:ext cx="30000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1210">
                <a:solidFill>
                  <a:schemeClr val="dk1"/>
                </a:solidFill>
              </a:rPr>
              <a:t>Si la gâchette est choisi</a:t>
            </a:r>
            <a:endParaRPr b="1" sz="81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10">
              <a:solidFill>
                <a:schemeClr val="dk1"/>
              </a:solidFill>
            </a:endParaRPr>
          </a:p>
        </p:txBody>
      </p:sp>
      <p:sp>
        <p:nvSpPr>
          <p:cNvPr id="6072" name="Google Shape;6072;g3559ddb4d97_6_134"/>
          <p:cNvSpPr txBox="1"/>
          <p:nvPr/>
        </p:nvSpPr>
        <p:spPr>
          <a:xfrm>
            <a:off x="1200975" y="2833250"/>
            <a:ext cx="3000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10">
                <a:solidFill>
                  <a:schemeClr val="dk1"/>
                </a:solidFill>
              </a:rPr>
              <a:t>Temps des TRAM</a:t>
            </a:r>
            <a:endParaRPr b="1" sz="810">
              <a:solidFill>
                <a:schemeClr val="dk1"/>
              </a:solidFill>
            </a:endParaRPr>
          </a:p>
        </p:txBody>
      </p:sp>
      <p:pic>
        <p:nvPicPr>
          <p:cNvPr id="6073" name="Google Shape;6073;g3559ddb4d97_6_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8026" y="1725013"/>
            <a:ext cx="2667200" cy="106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4" name="Google Shape;6074;g3559ddb4d97_6_1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250" y="3122150"/>
            <a:ext cx="7971675" cy="119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5" name="Google Shape;6075;g3559ddb4d97_6_134"/>
          <p:cNvSpPr/>
          <p:nvPr/>
        </p:nvSpPr>
        <p:spPr>
          <a:xfrm>
            <a:off x="6652250" y="322475"/>
            <a:ext cx="23784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12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EXIG_EMTT_TRAITEMENT</a:t>
            </a:r>
            <a:r>
              <a:rPr b="1" lang="fr-FR" sz="1200">
                <a:solidFill>
                  <a:srgbClr val="F2F2F2"/>
                </a:solidFill>
              </a:rPr>
              <a:t> </a:t>
            </a:r>
            <a:endParaRPr sz="1200">
              <a:solidFill>
                <a:srgbClr val="F2F2F2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9" name="Shape 6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0" name="Google Shape;6080;p18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6081" name="Google Shape;60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082" name="Google Shape;6082;p18"/>
          <p:cNvSpPr txBox="1"/>
          <p:nvPr/>
        </p:nvSpPr>
        <p:spPr>
          <a:xfrm>
            <a:off x="8117350" y="172797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83" name="Google Shape;6083;p18"/>
          <p:cNvSpPr txBox="1"/>
          <p:nvPr/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 Informatique Emetteur</a:t>
            </a:r>
            <a:endParaRPr/>
          </a:p>
        </p:txBody>
      </p:sp>
      <p:sp>
        <p:nvSpPr>
          <p:cNvPr id="6084" name="Google Shape;6084;p18"/>
          <p:cNvSpPr txBox="1"/>
          <p:nvPr/>
        </p:nvSpPr>
        <p:spPr>
          <a:xfrm>
            <a:off x="8117350" y="207651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85" name="Google Shape;6085;p18"/>
          <p:cNvSpPr txBox="1"/>
          <p:nvPr/>
        </p:nvSpPr>
        <p:spPr>
          <a:xfrm>
            <a:off x="8117350" y="242506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86" name="Google Shape;6086;p18"/>
          <p:cNvSpPr txBox="1"/>
          <p:nvPr/>
        </p:nvSpPr>
        <p:spPr>
          <a:xfrm>
            <a:off x="8117350" y="277360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87" name="Google Shape;6087;p18"/>
          <p:cNvSpPr txBox="1"/>
          <p:nvPr/>
        </p:nvSpPr>
        <p:spPr>
          <a:xfrm>
            <a:off x="8117350" y="312215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88" name="Google Shape;6088;p18"/>
          <p:cNvSpPr txBox="1"/>
          <p:nvPr/>
        </p:nvSpPr>
        <p:spPr>
          <a:xfrm>
            <a:off x="8117350" y="347069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89" name="Google Shape;6089;p18"/>
          <p:cNvSpPr txBox="1"/>
          <p:nvPr>
            <p:ph idx="1" type="body"/>
          </p:nvPr>
        </p:nvSpPr>
        <p:spPr>
          <a:xfrm>
            <a:off x="1237876" y="1008800"/>
            <a:ext cx="68346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090" name="Google Shape;6090;p18"/>
          <p:cNvSpPr/>
          <p:nvPr/>
        </p:nvSpPr>
        <p:spPr>
          <a:xfrm>
            <a:off x="68080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chemeClr val="lt1"/>
                </a:solidFill>
              </a:rPr>
              <a:t>EXIG_EMTT_TRAITEMENT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6091" name="Google Shape;6091;p18"/>
          <p:cNvSpPr/>
          <p:nvPr/>
        </p:nvSpPr>
        <p:spPr>
          <a:xfrm>
            <a:off x="1022900" y="4660050"/>
            <a:ext cx="2808900" cy="3297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Source : TP arduino ; HTUT 23 </a:t>
            </a:r>
            <a:endParaRPr/>
          </a:p>
        </p:txBody>
      </p:sp>
      <p:pic>
        <p:nvPicPr>
          <p:cNvPr id="6092" name="Google Shape;6092;p18" title="Info KAH Action Emett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8350" y="819475"/>
            <a:ext cx="2457750" cy="37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6093" name="Google Shape;6093;p18"/>
          <p:cNvSpPr txBox="1"/>
          <p:nvPr/>
        </p:nvSpPr>
        <p:spPr>
          <a:xfrm>
            <a:off x="1022888" y="1865075"/>
            <a:ext cx="4100700" cy="329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rgbClr val="000000"/>
                </a:solidFill>
              </a:rPr>
              <a:t>Utilisation de la fonction GenererTrameNEC de la bibliothèque NEC.h</a:t>
            </a:r>
            <a:endParaRPr sz="1000">
              <a:solidFill>
                <a:srgbClr val="000000"/>
              </a:solidFill>
            </a:endParaRPr>
          </a:p>
        </p:txBody>
      </p:sp>
      <p:pic>
        <p:nvPicPr>
          <p:cNvPr id="6094" name="Google Shape;609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2896" y="2530400"/>
            <a:ext cx="3907350" cy="17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5" name="Google Shape;609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0050" y="3394445"/>
            <a:ext cx="4469550" cy="1079930"/>
          </a:xfrm>
          <a:prstGeom prst="rect">
            <a:avLst/>
          </a:prstGeom>
          <a:noFill/>
          <a:ln>
            <a:noFill/>
          </a:ln>
        </p:spPr>
      </p:pic>
      <p:sp>
        <p:nvSpPr>
          <p:cNvPr id="6096" name="Google Shape;6096;p18"/>
          <p:cNvSpPr/>
          <p:nvPr/>
        </p:nvSpPr>
        <p:spPr>
          <a:xfrm>
            <a:off x="5479600" y="3122150"/>
            <a:ext cx="2328900" cy="44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0" name="Shape 6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1" name="Google Shape;6101;g355a8956ac1_1_72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6102" name="Google Shape;6102;g355a8956ac1_1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103" name="Google Shape;6103;g355a8956ac1_1_72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04" name="Google Shape;6104;g355a8956ac1_1_72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4. Informatique Récepteur</a:t>
            </a:r>
            <a:endParaRPr/>
          </a:p>
        </p:txBody>
      </p:sp>
      <p:sp>
        <p:nvSpPr>
          <p:cNvPr id="6105" name="Google Shape;6105;g355a8956ac1_1_72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06" name="Google Shape;6106;g355a8956ac1_1_72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07" name="Google Shape;6107;g355a8956ac1_1_72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08" name="Google Shape;6108;g355a8956ac1_1_72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09" name="Google Shape;6109;g355a8956ac1_1_72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10" name="Google Shape;6110;g355a8956ac1_1_72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Acquisition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111" name="Google Shape;6111;g355a8956ac1_1_72"/>
          <p:cNvSpPr txBox="1"/>
          <p:nvPr/>
        </p:nvSpPr>
        <p:spPr>
          <a:xfrm>
            <a:off x="1237875" y="1354263"/>
            <a:ext cx="287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10">
                <a:solidFill>
                  <a:srgbClr val="3A1B0B"/>
                </a:solidFill>
              </a:rPr>
              <a:t>Bibliothèques</a:t>
            </a:r>
            <a:endParaRPr b="1" sz="810">
              <a:solidFill>
                <a:srgbClr val="3A1B0B"/>
              </a:solidFill>
            </a:endParaRPr>
          </a:p>
        </p:txBody>
      </p:sp>
      <p:pic>
        <p:nvPicPr>
          <p:cNvPr id="6112" name="Google Shape;6112;g355a8956ac1_1_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9225" y="1562163"/>
            <a:ext cx="1724025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6113" name="Google Shape;6113;g355a8956ac1_1_72"/>
          <p:cNvSpPr txBox="1"/>
          <p:nvPr/>
        </p:nvSpPr>
        <p:spPr>
          <a:xfrm>
            <a:off x="1237875" y="2112950"/>
            <a:ext cx="287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10">
                <a:solidFill>
                  <a:srgbClr val="3A1B0B"/>
                </a:solidFill>
              </a:rPr>
              <a:t>Fonction</a:t>
            </a:r>
            <a:endParaRPr b="1" sz="810">
              <a:solidFill>
                <a:srgbClr val="3A1B0B"/>
              </a:solidFill>
            </a:endParaRPr>
          </a:p>
        </p:txBody>
      </p:sp>
      <p:pic>
        <p:nvPicPr>
          <p:cNvPr id="6114" name="Google Shape;6114;g355a8956ac1_1_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2350" y="2357275"/>
            <a:ext cx="43719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8" name="Shape 6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355a8956ac1_1_89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6120" name="Google Shape;6120;g355a8956ac1_1_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121" name="Google Shape;6121;g355a8956ac1_1_89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22" name="Google Shape;6122;g355a8956ac1_1_89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4. Informatique Récepteur</a:t>
            </a:r>
            <a:endParaRPr/>
          </a:p>
        </p:txBody>
      </p:sp>
      <p:sp>
        <p:nvSpPr>
          <p:cNvPr id="6123" name="Google Shape;6123;g355a8956ac1_1_89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24" name="Google Shape;6124;g355a8956ac1_1_89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25" name="Google Shape;6125;g355a8956ac1_1_89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26" name="Google Shape;6126;g355a8956ac1_1_89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27" name="Google Shape;6127;g355a8956ac1_1_89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28" name="Google Shape;6128;g355a8956ac1_1_89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Traitement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6129" name="Google Shape;6129;g355a8956ac1_1_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7875" y="1361050"/>
            <a:ext cx="4714875" cy="647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130" name="Google Shape;6130;g355a8956ac1_1_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7875" y="2350950"/>
            <a:ext cx="4714874" cy="647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131" name="Google Shape;6131;g355a8956ac1_1_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19425" y="3340850"/>
            <a:ext cx="4751775" cy="647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132" name="Google Shape;6132;g355a8956ac1_1_89"/>
          <p:cNvSpPr/>
          <p:nvPr/>
        </p:nvSpPr>
        <p:spPr>
          <a:xfrm>
            <a:off x="68079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EXIG_RCPT_ENERGIE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133" name="Google Shape;6133;g355a8956ac1_1_89"/>
          <p:cNvSpPr/>
          <p:nvPr/>
        </p:nvSpPr>
        <p:spPr>
          <a:xfrm>
            <a:off x="68079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EXIG_RCPT_TRAITEMENT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34" name="Google Shape;6134;g355a8956ac1_1_89"/>
          <p:cNvSpPr/>
          <p:nvPr/>
        </p:nvSpPr>
        <p:spPr>
          <a:xfrm>
            <a:off x="68079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EXIG_RCPT_TRAITEMENT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35" name="Google Shape;6135;g355a8956ac1_1_89"/>
          <p:cNvSpPr/>
          <p:nvPr/>
        </p:nvSpPr>
        <p:spPr>
          <a:xfrm>
            <a:off x="6807925" y="711800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EXIG_RCPT_SECURITE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36" name="Google Shape;6136;g355a8956ac1_1_89"/>
          <p:cNvSpPr/>
          <p:nvPr/>
        </p:nvSpPr>
        <p:spPr>
          <a:xfrm>
            <a:off x="6384900" y="1125250"/>
            <a:ext cx="26460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EXIG_RCPT_RETENTISSEMENT</a:t>
            </a:r>
            <a:endParaRPr b="1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0" name="Shape 6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1" name="Google Shape;6141;g355a8956ac1_1_110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6142" name="Google Shape;6142;g355a8956ac1_1_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143" name="Google Shape;6143;g355a8956ac1_1_110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44" name="Google Shape;6144;g355a8956ac1_1_110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4. Informatique Récepteur</a:t>
            </a:r>
            <a:endParaRPr/>
          </a:p>
        </p:txBody>
      </p:sp>
      <p:sp>
        <p:nvSpPr>
          <p:cNvPr id="6145" name="Google Shape;6145;g355a8956ac1_1_110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46" name="Google Shape;6146;g355a8956ac1_1_110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47" name="Google Shape;6147;g355a8956ac1_1_110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48" name="Google Shape;6148;g355a8956ac1_1_110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49" name="Google Shape;6149;g355a8956ac1_1_110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50" name="Google Shape;6150;g355a8956ac1_1_110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Traitement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6151" name="Google Shape;6151;g355a8956ac1_1_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9078" y="1318348"/>
            <a:ext cx="3993144" cy="3623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152" name="Google Shape;6152;g355a8956ac1_1_110"/>
          <p:cNvSpPr/>
          <p:nvPr/>
        </p:nvSpPr>
        <p:spPr>
          <a:xfrm>
            <a:off x="68079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EXIG_RCPT_TRAITEMENT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53" name="Google Shape;6153;g355a8956ac1_1_110"/>
          <p:cNvSpPr/>
          <p:nvPr/>
        </p:nvSpPr>
        <p:spPr>
          <a:xfrm>
            <a:off x="6807925" y="711800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EXIG_RCPT_SECURITE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54" name="Google Shape;6154;g355a8956ac1_1_110"/>
          <p:cNvSpPr/>
          <p:nvPr/>
        </p:nvSpPr>
        <p:spPr>
          <a:xfrm>
            <a:off x="6384900" y="1125250"/>
            <a:ext cx="26460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EXIG_RCPT_RETENTISSEMENT</a:t>
            </a:r>
            <a:endParaRPr b="1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8" name="Shape 6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9" name="Google Shape;6159;g355a8956ac1_1_127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6160" name="Google Shape;6160;g355a8956ac1_1_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161" name="Google Shape;6161;g355a8956ac1_1_127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62" name="Google Shape;6162;g355a8956ac1_1_127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4. Informatique Récepteur</a:t>
            </a:r>
            <a:endParaRPr/>
          </a:p>
        </p:txBody>
      </p:sp>
      <p:sp>
        <p:nvSpPr>
          <p:cNvPr id="6163" name="Google Shape;6163;g355a8956ac1_1_127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64" name="Google Shape;6164;g355a8956ac1_1_127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65" name="Google Shape;6165;g355a8956ac1_1_127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66" name="Google Shape;6166;g355a8956ac1_1_127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67" name="Google Shape;6167;g355a8956ac1_1_127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68" name="Google Shape;6168;g355a8956ac1_1_127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6169" name="Google Shape;6169;g355a8956ac1_1_1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4325" y="2824275"/>
            <a:ext cx="2924175" cy="1494104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170" name="Google Shape;6170;g355a8956ac1_1_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4325" y="1463550"/>
            <a:ext cx="2924175" cy="1257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171" name="Google Shape;6171;g355a8956ac1_1_127"/>
          <p:cNvSpPr/>
          <p:nvPr/>
        </p:nvSpPr>
        <p:spPr>
          <a:xfrm>
            <a:off x="6839325" y="123600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EXIG_RCPT_MOTEUR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72" name="Google Shape;6172;g355a8956ac1_1_127"/>
          <p:cNvSpPr/>
          <p:nvPr/>
        </p:nvSpPr>
        <p:spPr>
          <a:xfrm>
            <a:off x="6839325" y="51292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EXIG_RCPT_ROUE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73" name="Google Shape;6173;g355a8956ac1_1_127"/>
          <p:cNvSpPr/>
          <p:nvPr/>
        </p:nvSpPr>
        <p:spPr>
          <a:xfrm>
            <a:off x="4572000" y="923250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EXIG_RCPT_CONNEXION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74" name="Google Shape;6174;g355a8956ac1_1_127"/>
          <p:cNvSpPr/>
          <p:nvPr/>
        </p:nvSpPr>
        <p:spPr>
          <a:xfrm>
            <a:off x="6839325" y="925788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EXIG_RCPT_KLAXON</a:t>
            </a:r>
            <a:endParaRPr b="1" sz="1200">
              <a:solidFill>
                <a:srgbClr val="FFFFFF"/>
              </a:solidFill>
            </a:endParaRPr>
          </a:p>
        </p:txBody>
      </p:sp>
      <p:pic>
        <p:nvPicPr>
          <p:cNvPr id="6175" name="Google Shape;6175;g355a8956ac1_1_1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2425" y="2847375"/>
            <a:ext cx="3903775" cy="64048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176" name="Google Shape;6176;g355a8956ac1_1_1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22425" y="1976610"/>
            <a:ext cx="3903775" cy="615728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0" name="Shape 6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1" name="Google Shape;6181;p21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6182" name="Google Shape;61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183" name="Google Shape;6183;p21"/>
          <p:cNvSpPr txBox="1"/>
          <p:nvPr/>
        </p:nvSpPr>
        <p:spPr>
          <a:xfrm>
            <a:off x="8117350" y="172797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84" name="Google Shape;6184;p21"/>
          <p:cNvSpPr txBox="1"/>
          <p:nvPr/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4. Informatique Récepteur</a:t>
            </a:r>
            <a:endParaRPr/>
          </a:p>
        </p:txBody>
      </p:sp>
      <p:sp>
        <p:nvSpPr>
          <p:cNvPr id="6185" name="Google Shape;6185;p21"/>
          <p:cNvSpPr txBox="1"/>
          <p:nvPr/>
        </p:nvSpPr>
        <p:spPr>
          <a:xfrm>
            <a:off x="8117350" y="207651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86" name="Google Shape;6186;p21"/>
          <p:cNvSpPr txBox="1"/>
          <p:nvPr/>
        </p:nvSpPr>
        <p:spPr>
          <a:xfrm>
            <a:off x="8117350" y="242506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87" name="Google Shape;6187;p21"/>
          <p:cNvSpPr txBox="1"/>
          <p:nvPr/>
        </p:nvSpPr>
        <p:spPr>
          <a:xfrm>
            <a:off x="8117350" y="277360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88" name="Google Shape;6188;p21"/>
          <p:cNvSpPr txBox="1"/>
          <p:nvPr/>
        </p:nvSpPr>
        <p:spPr>
          <a:xfrm>
            <a:off x="8117350" y="312215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89" name="Google Shape;6189;p21"/>
          <p:cNvSpPr txBox="1"/>
          <p:nvPr/>
        </p:nvSpPr>
        <p:spPr>
          <a:xfrm>
            <a:off x="8117350" y="347069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90" name="Google Shape;6190;p21"/>
          <p:cNvSpPr txBox="1"/>
          <p:nvPr>
            <p:ph idx="1" type="body"/>
          </p:nvPr>
        </p:nvSpPr>
        <p:spPr>
          <a:xfrm>
            <a:off x="1237883" y="1008810"/>
            <a:ext cx="7465603" cy="3623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191" name="Google Shape;6191;p21"/>
          <p:cNvSpPr/>
          <p:nvPr/>
        </p:nvSpPr>
        <p:spPr>
          <a:xfrm>
            <a:off x="6810175" y="1263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chemeClr val="lt1"/>
                </a:solidFill>
              </a:rPr>
              <a:t>EXIG_RCPT_MOTEUR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6192" name="Google Shape;6192;p21"/>
          <p:cNvSpPr/>
          <p:nvPr/>
        </p:nvSpPr>
        <p:spPr>
          <a:xfrm>
            <a:off x="6810175" y="474850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chemeClr val="lt1"/>
                </a:solidFill>
              </a:rPr>
              <a:t>EXIG_RCPT_ROUE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6193" name="Google Shape;6193;p21"/>
          <p:cNvSpPr txBox="1"/>
          <p:nvPr>
            <p:ph idx="1" type="body"/>
          </p:nvPr>
        </p:nvSpPr>
        <p:spPr>
          <a:xfrm>
            <a:off x="1237875" y="1354263"/>
            <a:ext cx="287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5"/>
              <a:buNone/>
            </a:pPr>
            <a:r>
              <a:rPr lang="fr-FR" sz="1210">
                <a:solidFill>
                  <a:schemeClr val="dk1"/>
                </a:solidFill>
              </a:rPr>
              <a:t>Bibliothèques</a:t>
            </a:r>
            <a:endParaRPr sz="810">
              <a:solidFill>
                <a:schemeClr val="dk1"/>
              </a:solidFill>
            </a:endParaRPr>
          </a:p>
        </p:txBody>
      </p:sp>
      <p:pic>
        <p:nvPicPr>
          <p:cNvPr id="6194" name="Google Shape;619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7800" y="1562163"/>
            <a:ext cx="1790700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6195" name="Google Shape;6195;p21"/>
          <p:cNvSpPr txBox="1"/>
          <p:nvPr>
            <p:ph idx="1" type="body"/>
          </p:nvPr>
        </p:nvSpPr>
        <p:spPr>
          <a:xfrm>
            <a:off x="1237875" y="2357300"/>
            <a:ext cx="287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5"/>
              <a:buNone/>
            </a:pPr>
            <a:r>
              <a:rPr lang="fr-FR" sz="1210">
                <a:solidFill>
                  <a:schemeClr val="dk1"/>
                </a:solidFill>
              </a:rPr>
              <a:t>Fonction</a:t>
            </a:r>
            <a:endParaRPr sz="810">
              <a:solidFill>
                <a:schemeClr val="dk1"/>
              </a:solidFill>
            </a:endParaRPr>
          </a:p>
        </p:txBody>
      </p:sp>
      <p:pic>
        <p:nvPicPr>
          <p:cNvPr id="6196" name="Google Shape;619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7800" y="3755338"/>
            <a:ext cx="415290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7" name="Google Shape;619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47800" y="2664238"/>
            <a:ext cx="4267200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1" name="Shape 6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2" name="Google Shape;6202;g355a8956ac1_3_6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6203" name="Google Shape;6203;g355a8956ac1_3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204" name="Google Shape;6204;g355a8956ac1_3_6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205" name="Google Shape;6205;g355a8956ac1_3_6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4. Informatique Récepteur</a:t>
            </a:r>
            <a:endParaRPr/>
          </a:p>
        </p:txBody>
      </p:sp>
      <p:sp>
        <p:nvSpPr>
          <p:cNvPr id="6206" name="Google Shape;6206;g355a8956ac1_3_6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207" name="Google Shape;6207;g355a8956ac1_3_6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208" name="Google Shape;6208;g355a8956ac1_3_6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209" name="Google Shape;6209;g355a8956ac1_3_6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210" name="Google Shape;6210;g355a8956ac1_3_6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211" name="Google Shape;6211;g355a8956ac1_3_6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212" name="Google Shape;6212;g355a8956ac1_3_6"/>
          <p:cNvSpPr/>
          <p:nvPr/>
        </p:nvSpPr>
        <p:spPr>
          <a:xfrm>
            <a:off x="6810175" y="1263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chemeClr val="lt1"/>
                </a:solidFill>
              </a:rPr>
              <a:t>EXIG_RCPT_CONNEXION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6213" name="Google Shape;6213;g355a8956ac1_3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4700" y="2887638"/>
            <a:ext cx="2924175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4" name="Google Shape;6214;g355a8956ac1_3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7875" y="1531977"/>
            <a:ext cx="2876100" cy="2610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5" name="Google Shape;6215;g355a8956ac1_3_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13975" y="1546200"/>
            <a:ext cx="3333775" cy="134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6" name="Google Shape;6216;g355a8956ac1_3_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37875" y="4081247"/>
            <a:ext cx="2079073" cy="10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6217" name="Google Shape;6217;g355a8956ac1_3_6"/>
          <p:cNvSpPr/>
          <p:nvPr/>
        </p:nvSpPr>
        <p:spPr>
          <a:xfrm>
            <a:off x="6810175" y="474850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chemeClr val="lt1"/>
                </a:solidFill>
              </a:rPr>
              <a:t>EXIG_RCPT_KLAXON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6218" name="Google Shape;6218;g355a8956ac1_3_6"/>
          <p:cNvSpPr txBox="1"/>
          <p:nvPr>
            <p:ph idx="1" type="body"/>
          </p:nvPr>
        </p:nvSpPr>
        <p:spPr>
          <a:xfrm>
            <a:off x="1200975" y="1324075"/>
            <a:ext cx="287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5"/>
              <a:buNone/>
            </a:pPr>
            <a:r>
              <a:rPr lang="fr-FR" sz="1210">
                <a:solidFill>
                  <a:schemeClr val="dk1"/>
                </a:solidFill>
              </a:rPr>
              <a:t>Fonction</a:t>
            </a:r>
            <a:endParaRPr sz="81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2" name="Shape 6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3" name="Google Shape;6223;p22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224" name="Google Shape;6224;p22"/>
          <p:cNvSpPr txBox="1"/>
          <p:nvPr>
            <p:ph type="title"/>
          </p:nvPr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IV. Plans de fabrication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1. Schéma électrique du produit</a:t>
            </a:r>
            <a:endParaRPr/>
          </a:p>
        </p:txBody>
      </p:sp>
      <p:pic>
        <p:nvPicPr>
          <p:cNvPr id="6225" name="Google Shape;6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226" name="Google Shape;6226;p22"/>
          <p:cNvSpPr txBox="1"/>
          <p:nvPr/>
        </p:nvSpPr>
        <p:spPr>
          <a:xfrm>
            <a:off x="1310575" y="3719525"/>
            <a:ext cx="29313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Carte </a:t>
            </a:r>
            <a:r>
              <a:rPr lang="fr-FR">
                <a:solidFill>
                  <a:schemeClr val="dk1"/>
                </a:solidFill>
              </a:rPr>
              <a:t>Émetteur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27" name="Google Shape;6227;p22"/>
          <p:cNvSpPr txBox="1"/>
          <p:nvPr/>
        </p:nvSpPr>
        <p:spPr>
          <a:xfrm>
            <a:off x="5415775" y="3719525"/>
            <a:ext cx="29313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Carte </a:t>
            </a:r>
            <a:r>
              <a:rPr lang="fr-FR">
                <a:solidFill>
                  <a:schemeClr val="dk1"/>
                </a:solidFill>
              </a:rPr>
              <a:t>Récepteur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228" name="Google Shape;622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9150" y="1139537"/>
            <a:ext cx="3730974" cy="2612275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6229" name="Google Shape;622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7375" y="1139525"/>
            <a:ext cx="3676510" cy="2580001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3" name="Shape 6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4" name="Google Shape;6234;g353f3b8a99d_5_16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235" name="Google Shape;6235;g353f3b8a99d_5_16"/>
          <p:cNvSpPr txBox="1"/>
          <p:nvPr>
            <p:ph type="title"/>
          </p:nvPr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IV. Plans de fabrication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2. Nomenclature chiffrée du produit</a:t>
            </a:r>
            <a:endParaRPr/>
          </a:p>
        </p:txBody>
      </p:sp>
      <p:pic>
        <p:nvPicPr>
          <p:cNvPr id="6236" name="Google Shape;6236;g353f3b8a99d_5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9140" y="474603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237" name="Google Shape;6237;g353f3b8a99d_5_16"/>
          <p:cNvSpPr txBox="1"/>
          <p:nvPr>
            <p:ph idx="1" type="body"/>
          </p:nvPr>
        </p:nvSpPr>
        <p:spPr>
          <a:xfrm>
            <a:off x="2127352" y="785676"/>
            <a:ext cx="15747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Carte Émetteur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238" name="Google Shape;6238;g353f3b8a99d_5_16"/>
          <p:cNvSpPr txBox="1"/>
          <p:nvPr/>
        </p:nvSpPr>
        <p:spPr>
          <a:xfrm>
            <a:off x="8234525" y="672730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C1-34</a:t>
            </a:r>
            <a:r>
              <a:rPr b="1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graphicFrame>
        <p:nvGraphicFramePr>
          <p:cNvPr id="6239" name="Google Shape;6239;g353f3b8a99d_5_16"/>
          <p:cNvGraphicFramePr/>
          <p:nvPr/>
        </p:nvGraphicFramePr>
        <p:xfrm>
          <a:off x="1335600" y="1110563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{DA47EFE4-3720-4635-87C9-ABF15B42F1CA}</a:tableStyleId>
              </a:tblPr>
              <a:tblGrid>
                <a:gridCol w="1162225"/>
                <a:gridCol w="1162225"/>
                <a:gridCol w="860350"/>
                <a:gridCol w="810925"/>
                <a:gridCol w="2629925"/>
              </a:tblGrid>
              <a:tr h="398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Type</a:t>
                      </a:r>
                      <a:endParaRPr b="1"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Report topologique</a:t>
                      </a:r>
                      <a:endParaRPr b="1"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Valeur ou Référence</a:t>
                      </a:r>
                      <a:endParaRPr b="1"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Coût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(en €)</a:t>
                      </a:r>
                      <a:endParaRPr b="1"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Caractéristiques secondaires</a:t>
                      </a:r>
                      <a:endParaRPr b="1"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Résistance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R1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 M</a:t>
                      </a:r>
                      <a:r>
                        <a:rPr lang="fr-FR" sz="1000">
                          <a:solidFill>
                            <a:schemeClr val="lt2"/>
                          </a:solidFill>
                          <a:latin typeface="Liberation Serif"/>
                          <a:ea typeface="Liberation Serif"/>
                          <a:cs typeface="Liberation Serif"/>
                          <a:sym typeface="Liberation Serif"/>
                        </a:rPr>
                        <a:t>Ω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0,03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E24 +/-10% - 250mW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Résistance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R2, R3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5,6 </a:t>
                      </a:r>
                      <a:r>
                        <a:rPr lang="fr-FR" sz="1000">
                          <a:solidFill>
                            <a:schemeClr val="lt2"/>
                          </a:solidFill>
                          <a:latin typeface="Liberation Serif"/>
                          <a:ea typeface="Liberation Serif"/>
                          <a:cs typeface="Liberation Serif"/>
                          <a:sym typeface="Liberation Serif"/>
                        </a:rPr>
                        <a:t>Ω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chemeClr val="lt2"/>
                          </a:solidFill>
                        </a:rPr>
                        <a:t>0,06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E24 +/-5% - 250mW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Résistance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R4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39 k</a:t>
                      </a:r>
                      <a:r>
                        <a:rPr lang="fr-FR" sz="1000">
                          <a:solidFill>
                            <a:schemeClr val="lt2"/>
                          </a:solidFill>
                          <a:latin typeface="Liberation Serif"/>
                          <a:ea typeface="Liberation Serif"/>
                          <a:cs typeface="Liberation Serif"/>
                          <a:sym typeface="Liberation Serif"/>
                        </a:rPr>
                        <a:t>Ω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chemeClr val="lt2"/>
                          </a:solidFill>
                        </a:rPr>
                        <a:t>0,03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E24 +/-5% - 250mW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Résistance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R5, R6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910 </a:t>
                      </a:r>
                      <a:r>
                        <a:rPr lang="fr-FR" sz="1000">
                          <a:solidFill>
                            <a:schemeClr val="lt2"/>
                          </a:solidFill>
                          <a:latin typeface="Liberation Serif"/>
                          <a:ea typeface="Liberation Serif"/>
                          <a:cs typeface="Liberation Serif"/>
                          <a:sym typeface="Liberation Serif"/>
                        </a:rPr>
                        <a:t>Ω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chemeClr val="lt2"/>
                          </a:solidFill>
                        </a:rPr>
                        <a:t>0,06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E24 +/-2% - 250mW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Résistance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R7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12 k</a:t>
                      </a:r>
                      <a:r>
                        <a:rPr lang="fr-FR" sz="1000">
                          <a:solidFill>
                            <a:schemeClr val="lt2"/>
                          </a:solidFill>
                          <a:latin typeface="Liberation Serif"/>
                          <a:ea typeface="Liberation Serif"/>
                          <a:cs typeface="Liberation Serif"/>
                          <a:sym typeface="Liberation Serif"/>
                        </a:rPr>
                        <a:t>Ω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chemeClr val="lt2"/>
                          </a:solidFill>
                        </a:rPr>
                        <a:t>0,03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E24 +/-2% - 250mW</a:t>
                      </a:r>
                      <a:endParaRPr sz="1000">
                        <a:highlight>
                          <a:srgbClr val="00FF00"/>
                        </a:highlight>
                      </a:endParaRPr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chemeClr val="lt2"/>
                          </a:solidFill>
                        </a:rPr>
                        <a:t>Condensateur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C1, C2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22 pF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0,</a:t>
                      </a:r>
                      <a:r>
                        <a:rPr lang="fr-FR" sz="1000"/>
                        <a:t>28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± 5% - non polarisé - 50 V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chemeClr val="lt2"/>
                          </a:solidFill>
                        </a:rPr>
                        <a:t>Condensateur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C3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470 nF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0,</a:t>
                      </a:r>
                      <a:r>
                        <a:rPr lang="fr-FR" sz="1000"/>
                        <a:t>31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+/-5 % - non polarisé - 100V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chemeClr val="lt2"/>
                          </a:solidFill>
                        </a:rPr>
                        <a:t>Condensateur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C4, C5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100 nF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0,</a:t>
                      </a:r>
                      <a:r>
                        <a:rPr lang="fr-FR" sz="1000"/>
                        <a:t>16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+/-5 % - non polarisé - 100V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Condensateur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C6, C7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220</a:t>
                      </a:r>
                      <a:r>
                        <a:rPr lang="fr-FR" sz="1000">
                          <a:solidFill>
                            <a:schemeClr val="lt2"/>
                          </a:solidFill>
                        </a:rPr>
                        <a:t> µF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0,</a:t>
                      </a:r>
                      <a:r>
                        <a:rPr lang="fr-FR" sz="1000"/>
                        <a:t>88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+/-20% - polarisé - 63V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Condensateur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C9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 nF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0,</a:t>
                      </a:r>
                      <a:r>
                        <a:rPr lang="fr-FR" sz="1000"/>
                        <a:t>09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+/-5 % - non polarisé - 50V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4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chemeClr val="lt2"/>
                          </a:solidFill>
                        </a:rPr>
                        <a:t>Condensateur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C10, C11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220 nF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0.</a:t>
                      </a:r>
                      <a:r>
                        <a:rPr lang="fr-FR" sz="1000"/>
                        <a:t>42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+/-5 % - non polarisé - 50V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lt2"/>
                          </a:solidFill>
                        </a:rPr>
                        <a:t>Transistor</a:t>
                      </a:r>
                      <a:endParaRPr sz="1000">
                        <a:solidFill>
                          <a:schemeClr val="lt2"/>
                        </a:solidFill>
                      </a:endParaRPr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Q1, Q2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BC337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0,97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chemeClr val="lt2"/>
                          </a:solidFill>
                        </a:rPr>
                        <a:t>Transistor bipolaire NPN 50V 500mA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lt2"/>
                          </a:solidFill>
                        </a:rPr>
                        <a:t>Bouton poussoir</a:t>
                      </a:r>
                      <a:endParaRPr sz="1000">
                        <a:solidFill>
                          <a:schemeClr val="lt2"/>
                        </a:solidFill>
                      </a:endParaRPr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BP_KLAXON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MCDTS6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0,14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chemeClr val="lt2"/>
                          </a:solidFill>
                        </a:rPr>
                        <a:t>Commutateur tactile</a:t>
                      </a:r>
                      <a:endParaRPr sz="1000">
                        <a:solidFill>
                          <a:schemeClr val="lt2"/>
                        </a:solidFill>
                      </a:endParaRPr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Quartz</a:t>
                      </a:r>
                      <a:endParaRPr sz="1000">
                        <a:solidFill>
                          <a:schemeClr val="lt2"/>
                        </a:solidFill>
                      </a:endParaRPr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X1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AS-16.000-18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0,109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Cristal 16 MHz 50ppm 18 pF 30ppm </a:t>
                      </a:r>
                      <a:endParaRPr sz="1000">
                        <a:solidFill>
                          <a:schemeClr val="lt2"/>
                        </a:solidFill>
                      </a:endParaRPr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3" name="Shape 6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4" name="Google Shape;6244;g353f3b8a99d_5_30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245" name="Google Shape;6245;g353f3b8a99d_5_30"/>
          <p:cNvSpPr txBox="1"/>
          <p:nvPr>
            <p:ph type="title"/>
          </p:nvPr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IV. Plans de fabrication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2. Nomenclature chiffrée du produit</a:t>
            </a:r>
            <a:endParaRPr/>
          </a:p>
        </p:txBody>
      </p:sp>
      <p:pic>
        <p:nvPicPr>
          <p:cNvPr id="6246" name="Google Shape;6246;g353f3b8a99d_5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9140" y="474603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247" name="Google Shape;6247;g353f3b8a99d_5_30"/>
          <p:cNvSpPr txBox="1"/>
          <p:nvPr>
            <p:ph idx="1" type="body"/>
          </p:nvPr>
        </p:nvSpPr>
        <p:spPr>
          <a:xfrm>
            <a:off x="2127352" y="785676"/>
            <a:ext cx="15747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Carte Émetteur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248" name="Google Shape;6248;g353f3b8a99d_5_30"/>
          <p:cNvSpPr txBox="1"/>
          <p:nvPr/>
        </p:nvSpPr>
        <p:spPr>
          <a:xfrm>
            <a:off x="8234525" y="672730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C1-34</a:t>
            </a:r>
            <a:r>
              <a:rPr b="1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graphicFrame>
        <p:nvGraphicFramePr>
          <p:cNvPr id="6249" name="Google Shape;6249;g353f3b8a99d_5_30"/>
          <p:cNvGraphicFramePr/>
          <p:nvPr/>
        </p:nvGraphicFramePr>
        <p:xfrm>
          <a:off x="1115050" y="1135250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{DA47EFE4-3720-4635-87C9-ABF15B42F1CA}</a:tableStyleId>
              </a:tblPr>
              <a:tblGrid>
                <a:gridCol w="1162225"/>
                <a:gridCol w="1656525"/>
                <a:gridCol w="1300400"/>
                <a:gridCol w="608100"/>
                <a:gridCol w="2972800"/>
              </a:tblGrid>
              <a:tr h="30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Type</a:t>
                      </a:r>
                      <a:endParaRPr b="1"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Report topologique</a:t>
                      </a:r>
                      <a:endParaRPr b="1"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Valeur ou Référence</a:t>
                      </a:r>
                      <a:endParaRPr b="1"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Coût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(en €)</a:t>
                      </a:r>
                      <a:endParaRPr b="1"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Caractéristiques secondaires</a:t>
                      </a:r>
                      <a:endParaRPr b="1"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LED infrarouge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D_INFRA_1, D_INFRA_2, D_INFRA_3, D_INFRA_4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TSAL6200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2,28</a:t>
                      </a:r>
                      <a:endParaRPr sz="1000"/>
                    </a:p>
                  </a:txBody>
                  <a:tcPr marT="34925" marB="34925" marR="34925" marL="3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Emetteur infrarouge 940nm 15ns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LED verte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D_START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HLMP-CM3A-Z10DD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0,69</a:t>
                      </a:r>
                      <a:endParaRPr sz="1000"/>
                    </a:p>
                  </a:txBody>
                  <a:tcPr marT="34925" marB="34925" marR="34925" marL="3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LED verte 3mm 1300 mcd 20 mA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Connecteur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J1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CONN-SIL2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0,028</a:t>
                      </a:r>
                      <a:endParaRPr sz="1000"/>
                    </a:p>
                  </a:txBody>
                  <a:tcPr marT="34925" marB="34925" marR="34925" marL="3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Connecteur HE14 MH100 sécable droit 2 x 36 pts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chemeClr val="lt2"/>
                          </a:solidFill>
                        </a:rPr>
                        <a:t>Connecteur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J2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CONN-SIL4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0,056</a:t>
                      </a:r>
                      <a:endParaRPr sz="1000"/>
                    </a:p>
                  </a:txBody>
                  <a:tcPr marT="34925" marB="34925" marR="34925" marL="3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Connecteur HE14 MH100 sécable droit 4 x 36 pts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chemeClr val="lt2"/>
                          </a:solidFill>
                        </a:rPr>
                        <a:t>Connecteur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J6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CONN-SIL3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0,042</a:t>
                      </a:r>
                      <a:endParaRPr sz="1000"/>
                    </a:p>
                  </a:txBody>
                  <a:tcPr marT="34925" marB="34925" marR="34925" marL="3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Connecteur HE14 MH100 sécable droit 3 x 36 pts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lt2"/>
                          </a:solidFill>
                        </a:rPr>
                        <a:t>Microcontrôleur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MCU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ATMEGA328P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2,62</a:t>
                      </a:r>
                      <a:endParaRPr sz="1000"/>
                    </a:p>
                  </a:txBody>
                  <a:tcPr marT="34925" marB="34925" marR="34925" marL="3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MCU 8 bits 20MHz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lt2"/>
                          </a:solidFill>
                        </a:rPr>
                        <a:t>Potentiomètre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POT_VITESSE, POT_DIRECTION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10k</a:t>
                      </a:r>
                      <a:r>
                        <a:rPr lang="fr-FR" sz="1000">
                          <a:latin typeface="Liberation Serif"/>
                          <a:ea typeface="Liberation Serif"/>
                          <a:cs typeface="Liberation Serif"/>
                          <a:sym typeface="Liberation Serif"/>
                        </a:rPr>
                        <a:t>Ω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2,24</a:t>
                      </a:r>
                      <a:endParaRPr sz="1000"/>
                    </a:p>
                  </a:txBody>
                  <a:tcPr marT="34925" marB="34925" marR="34925" marL="3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Potentiomètre à glissière 10 kohm, ± 20%, 250 mW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lt2"/>
                          </a:solidFill>
                        </a:rPr>
                        <a:t>Régulateur linéaire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REGUL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LM78L05ACZ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0,39</a:t>
                      </a:r>
                      <a:endParaRPr sz="1000"/>
                    </a:p>
                  </a:txBody>
                  <a:tcPr marT="34925" marB="34925" marR="34925" marL="3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3 broches Entrée 7 V à 30 V Sortie 5 V et 0.1 A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Interrupteur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SW_ON/OFF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JS202011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0,38</a:t>
                      </a:r>
                      <a:endParaRPr sz="1000"/>
                    </a:p>
                  </a:txBody>
                  <a:tcPr marT="34925" marB="34925" marR="34925" marL="3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Commutateur 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lt2"/>
                          </a:solidFill>
                        </a:rPr>
                        <a:t>Circuit imprimé double face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highlight>
                          <a:srgbClr val="00FF00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CI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highlight>
                          <a:srgbClr val="00FF00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CIF AB60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2,30</a:t>
                      </a:r>
                      <a:endParaRPr sz="1000"/>
                    </a:p>
                  </a:txBody>
                  <a:tcPr marT="34925" marB="34925" marR="34925" marL="3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Dimensions initiales : 600 * 300 mm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A recouper : 100 * 60 mm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3" name="Shape 6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4" name="Google Shape;6254;p23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255" name="Google Shape;6255;p23"/>
          <p:cNvSpPr txBox="1"/>
          <p:nvPr>
            <p:ph type="title"/>
          </p:nvPr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IV. Plans de fabrication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2. Nomenclature chiffrée du produit</a:t>
            </a:r>
            <a:endParaRPr/>
          </a:p>
        </p:txBody>
      </p:sp>
      <p:pic>
        <p:nvPicPr>
          <p:cNvPr id="6256" name="Google Shape;62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744157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257" name="Google Shape;6257;p23"/>
          <p:cNvSpPr txBox="1"/>
          <p:nvPr>
            <p:ph idx="1" type="body"/>
          </p:nvPr>
        </p:nvSpPr>
        <p:spPr>
          <a:xfrm>
            <a:off x="2055456" y="712984"/>
            <a:ext cx="19074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Carte Récepteur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258" name="Google Shape;6258;p23"/>
          <p:cNvSpPr txBox="1"/>
          <p:nvPr/>
        </p:nvSpPr>
        <p:spPr>
          <a:xfrm>
            <a:off x="8208800" y="71296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C1-34</a:t>
            </a:r>
            <a:r>
              <a:rPr b="1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graphicFrame>
        <p:nvGraphicFramePr>
          <p:cNvPr id="6259" name="Google Shape;6259;p23"/>
          <p:cNvGraphicFramePr/>
          <p:nvPr/>
        </p:nvGraphicFramePr>
        <p:xfrm>
          <a:off x="974225" y="1042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{77E6F9C7-0300-435E-9AEC-991F8B8F4E24}</a:tableStyleId>
              </a:tblPr>
              <a:tblGrid>
                <a:gridCol w="1209825"/>
                <a:gridCol w="1991775"/>
                <a:gridCol w="1015100"/>
                <a:gridCol w="953975"/>
                <a:gridCol w="2684450"/>
              </a:tblGrid>
              <a:tr h="269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Type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Report topologique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Valeur ou Référence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Coût (en €)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Caractéristiques secondaires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233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Résistance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 MΩ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0,03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E24 +/-10% - 250mW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Résistance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R_BLEUE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5.6 kΩ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0,03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E48 +/-2% - 250mW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Résistance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R_VERTE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39 kΩ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0,03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E24 +/-5% - 250mW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Résistance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R_CLOCK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 MΩ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0,03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E24 +/-5% - 250mW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Résistance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R_RESET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12 kΩ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0,03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E48 +/-2% - 250mW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6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Condensateur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C_BUZZER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0.01 µF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0,07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+/-20% - polarisé - 50V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Condensateur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C_D1_BRUSH,</a:t>
                      </a:r>
                      <a:endParaRPr sz="1000"/>
                    </a:p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lt2"/>
                          </a:solidFill>
                        </a:rPr>
                        <a:t>C_D_SERVO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470 µF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0,59*2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+/-20% - polarisé - 63V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3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Condensateur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C_D1_MCU, </a:t>
                      </a:r>
                      <a:r>
                        <a:rPr lang="fr-FR" sz="1000">
                          <a:solidFill>
                            <a:schemeClr val="lt2"/>
                          </a:solidFill>
                        </a:rPr>
                        <a:t>C_D2_BRUSH,</a:t>
                      </a:r>
                      <a:endParaRPr sz="1000">
                        <a:solidFill>
                          <a:schemeClr val="lt2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lt2"/>
                          </a:solidFill>
                        </a:rPr>
                        <a:t>C_D_IR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100 nF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0,08*3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+/-5% - non polarisé - 50V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Condensateur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C_QUARTZ1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22 pF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0,14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+/-5% - non polarisé - 50V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Condensateur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C_QUARTZ2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22 pF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0,14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+/-5% - non polarisé - 50V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Condensateur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C_RESET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 nF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0,05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+/-5% - non polarisé - 50V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3" name="Shape 6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4" name="Google Shape;6264;g353f3b8a99d_2_71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265" name="Google Shape;6265;g353f3b8a99d_2_71"/>
          <p:cNvSpPr txBox="1"/>
          <p:nvPr>
            <p:ph type="title"/>
          </p:nvPr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IV. Plans de fabrication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2. Nomenclature chiffrée du produit</a:t>
            </a:r>
            <a:endParaRPr/>
          </a:p>
        </p:txBody>
      </p:sp>
      <p:pic>
        <p:nvPicPr>
          <p:cNvPr id="6266" name="Google Shape;6266;g353f3b8a99d_2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267" name="Google Shape;6267;g353f3b8a99d_2_71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Carte Récepteur</a:t>
            </a:r>
            <a:endParaRPr u="sng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268" name="Google Shape;6268;g353f3b8a99d_2_71"/>
          <p:cNvSpPr txBox="1"/>
          <p:nvPr/>
        </p:nvSpPr>
        <p:spPr>
          <a:xfrm>
            <a:off x="8117350" y="1018480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C1-34</a:t>
            </a:r>
            <a:r>
              <a:rPr b="1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graphicFrame>
        <p:nvGraphicFramePr>
          <p:cNvPr id="6269" name="Google Shape;6269;g353f3b8a99d_2_71"/>
          <p:cNvGraphicFramePr/>
          <p:nvPr/>
        </p:nvGraphicFramePr>
        <p:xfrm>
          <a:off x="970575" y="134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{77E6F9C7-0300-435E-9AEC-991F8B8F4E24}</a:tableStyleId>
              </a:tblPr>
              <a:tblGrid>
                <a:gridCol w="1192500"/>
                <a:gridCol w="1506725"/>
                <a:gridCol w="1496875"/>
                <a:gridCol w="1109500"/>
                <a:gridCol w="2796625"/>
              </a:tblGrid>
              <a:tr h="243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Type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Report topologique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Valeur ou Référence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Coût (en €)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Caractéristiques secondaires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130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Buzzer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BUZZER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MCKPT-G1210-3916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0,67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3 VDC, 30 VDC, 2 mA, 80 dB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5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Connecteur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BRUSHLESS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Connecteur HE14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0,18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2,54 mm - 2 broches mâles - Nombre : 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9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Connecteur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RCPT_IR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Connecteur HE14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0,18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2,54 mm - 2 broches mâles - Nombre : 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3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Connecteur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CONN-SIL3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Connecteur HE14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0,18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2,54 mm - 2 broches mâles - Nombre : 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Connecteur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SERVO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Connecteur HE14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0,18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2,54 mm - 2 broches mâles - Nombre : 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Quartz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QUARTZ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AS-16000-18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0,11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16 MHz, Traversant, 10.3x5 mm, 50 ppm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Microcontrôleur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MCU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ATMEGA328P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2,62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20 MHz, 32 KB Flash, 2 KB SRAM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LED bleue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D_BLEUE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HLMP-CB2A-VW0DD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0,66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LED bleue 3 mm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LED verte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D_VERTE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HLMP-CM3A-Z10DD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0,69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LED verte 3 mm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Circuit imprimé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CI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100 x 60 mm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1,79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Double face, plaque présensibilisée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Buzzer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BUZZER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MCKPT-G1210-3916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0,67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3 VDC, 30 VDC, 2 mA, 80 dB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6270" name="Google Shape;6270;g353f3b8a99d_2_71"/>
          <p:cNvGrpSpPr/>
          <p:nvPr/>
        </p:nvGrpSpPr>
        <p:grpSpPr>
          <a:xfrm>
            <a:off x="1024925" y="4556625"/>
            <a:ext cx="3000000" cy="433200"/>
            <a:chOff x="3102100" y="4507325"/>
            <a:chExt cx="3000000" cy="433200"/>
          </a:xfrm>
        </p:grpSpPr>
        <p:sp>
          <p:nvSpPr>
            <p:cNvPr id="6271" name="Google Shape;6271;g353f3b8a99d_2_71"/>
            <p:cNvSpPr/>
            <p:nvPr/>
          </p:nvSpPr>
          <p:spPr>
            <a:xfrm>
              <a:off x="3864400" y="4507325"/>
              <a:ext cx="1475400" cy="4332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2" name="Google Shape;6272;g353f3b8a99d_2_71"/>
            <p:cNvSpPr txBox="1"/>
            <p:nvPr/>
          </p:nvSpPr>
          <p:spPr>
            <a:xfrm>
              <a:off x="3102100" y="4539275"/>
              <a:ext cx="3000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2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Prix total HT : 77,73€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6273" name="Google Shape;6273;g353f3b8a99d_2_71"/>
          <p:cNvGrpSpPr/>
          <p:nvPr/>
        </p:nvGrpSpPr>
        <p:grpSpPr>
          <a:xfrm>
            <a:off x="3470625" y="4556625"/>
            <a:ext cx="3000000" cy="433200"/>
            <a:chOff x="3102100" y="4507325"/>
            <a:chExt cx="3000000" cy="433200"/>
          </a:xfrm>
        </p:grpSpPr>
        <p:sp>
          <p:nvSpPr>
            <p:cNvPr id="6274" name="Google Shape;6274;g353f3b8a99d_2_71"/>
            <p:cNvSpPr/>
            <p:nvPr/>
          </p:nvSpPr>
          <p:spPr>
            <a:xfrm>
              <a:off x="3864400" y="4507325"/>
              <a:ext cx="1475400" cy="4332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5" name="Google Shape;6275;g353f3b8a99d_2_71"/>
            <p:cNvSpPr txBox="1"/>
            <p:nvPr/>
          </p:nvSpPr>
          <p:spPr>
            <a:xfrm>
              <a:off x="3102100" y="4539275"/>
              <a:ext cx="3000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2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Prix total TTC: 93,27€</a:t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6276" name="Google Shape;6276;g353f3b8a99d_2_71"/>
          <p:cNvSpPr txBox="1"/>
          <p:nvPr/>
        </p:nvSpPr>
        <p:spPr>
          <a:xfrm>
            <a:off x="0" y="4683000"/>
            <a:ext cx="2484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">
                <a:solidFill>
                  <a:schemeClr val="dk2"/>
                </a:solidFill>
              </a:rPr>
              <a:t>source matteo et gabin</a:t>
            </a:r>
            <a:endParaRPr sz="100">
              <a:solidFill>
                <a:schemeClr val="dk2"/>
              </a:solidFill>
            </a:endParaRPr>
          </a:p>
        </p:txBody>
      </p:sp>
      <p:sp>
        <p:nvSpPr>
          <p:cNvPr id="6277" name="Google Shape;6277;g353f3b8a99d_2_71"/>
          <p:cNvSpPr/>
          <p:nvPr/>
        </p:nvSpPr>
        <p:spPr>
          <a:xfrm>
            <a:off x="6391975" y="810800"/>
            <a:ext cx="1259400" cy="267600"/>
          </a:xfrm>
          <a:prstGeom prst="teardrop">
            <a:avLst>
              <a:gd fmla="val 10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u="sng">
                <a:solidFill>
                  <a:schemeClr val="l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1" name="Shape 6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2" name="Google Shape;6282;p24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283" name="Google Shape;6283;p24"/>
          <p:cNvSpPr txBox="1"/>
          <p:nvPr>
            <p:ph type="title"/>
          </p:nvPr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IV. Plans de fabrication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3. Typons et plans du produit</a:t>
            </a:r>
            <a:endParaRPr/>
          </a:p>
        </p:txBody>
      </p:sp>
      <p:pic>
        <p:nvPicPr>
          <p:cNvPr id="6284" name="Google Shape;628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285" name="Google Shape;6285;p24"/>
          <p:cNvSpPr txBox="1"/>
          <p:nvPr>
            <p:ph idx="1" type="body"/>
          </p:nvPr>
        </p:nvSpPr>
        <p:spPr>
          <a:xfrm>
            <a:off x="1237883" y="1008810"/>
            <a:ext cx="7465603" cy="3623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Carte </a:t>
            </a:r>
            <a:r>
              <a:rPr lang="fr-FR" sz="1400" u="sng">
                <a:solidFill>
                  <a:schemeClr val="dk1"/>
                </a:solidFill>
              </a:rPr>
              <a:t>Récepteur</a:t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286" name="Google Shape;6286;p24"/>
          <p:cNvSpPr txBox="1"/>
          <p:nvPr/>
        </p:nvSpPr>
        <p:spPr>
          <a:xfrm>
            <a:off x="8117350" y="1018480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C1-35</a:t>
            </a:r>
            <a:r>
              <a:rPr b="1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pic>
        <p:nvPicPr>
          <p:cNvPr id="6287" name="Google Shape;6287;p24" title="TYPON_BOTTOM.bmp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6863" y="1521255"/>
            <a:ext cx="3464873" cy="2598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8" name="Google Shape;6288;p24" title="TYPON_TOP.bmp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7858" y="1521264"/>
            <a:ext cx="3464868" cy="2598651"/>
          </a:xfrm>
          <a:prstGeom prst="rect">
            <a:avLst/>
          </a:prstGeom>
          <a:noFill/>
          <a:ln>
            <a:noFill/>
          </a:ln>
        </p:spPr>
      </p:pic>
      <p:sp>
        <p:nvSpPr>
          <p:cNvPr id="6289" name="Google Shape;6289;p24"/>
          <p:cNvSpPr txBox="1"/>
          <p:nvPr/>
        </p:nvSpPr>
        <p:spPr>
          <a:xfrm>
            <a:off x="2023622" y="4119925"/>
            <a:ext cx="2336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u="sng">
                <a:solidFill>
                  <a:schemeClr val="dk1"/>
                </a:solidFill>
              </a:rPr>
              <a:t>Typon Top</a:t>
            </a:r>
            <a:endParaRPr sz="1600" u="sng">
              <a:solidFill>
                <a:schemeClr val="dk1"/>
              </a:solidFill>
            </a:endParaRPr>
          </a:p>
        </p:txBody>
      </p:sp>
      <p:sp>
        <p:nvSpPr>
          <p:cNvPr id="6290" name="Google Shape;6290;p24"/>
          <p:cNvSpPr txBox="1"/>
          <p:nvPr/>
        </p:nvSpPr>
        <p:spPr>
          <a:xfrm>
            <a:off x="5931250" y="4119925"/>
            <a:ext cx="23361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u="sng">
                <a:solidFill>
                  <a:schemeClr val="dk1"/>
                </a:solidFill>
              </a:rPr>
              <a:t>Typon Bottom</a:t>
            </a:r>
            <a:endParaRPr sz="1600" u="sng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4" name="Shape 6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5" name="Google Shape;6295;g34da388881d_0_13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296" name="Google Shape;6296;g34da388881d_0_13"/>
          <p:cNvSpPr txBox="1"/>
          <p:nvPr>
            <p:ph type="title"/>
          </p:nvPr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IV. Plans de fabrication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3. Typons et plans du produit</a:t>
            </a:r>
            <a:endParaRPr/>
          </a:p>
        </p:txBody>
      </p:sp>
      <p:pic>
        <p:nvPicPr>
          <p:cNvPr id="6297" name="Google Shape;6297;g34da388881d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298" name="Google Shape;6298;g34da388881d_0_13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Carte Récepteur</a:t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299" name="Google Shape;6299;g34da388881d_0_13"/>
          <p:cNvSpPr txBox="1"/>
          <p:nvPr/>
        </p:nvSpPr>
        <p:spPr>
          <a:xfrm>
            <a:off x="8117350" y="1018480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C1-35</a:t>
            </a:r>
            <a:r>
              <a:rPr b="1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pic>
        <p:nvPicPr>
          <p:cNvPr id="6300" name="Google Shape;6300;g34da388881d_0_13" title="implementation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1012" y="1312806"/>
            <a:ext cx="3820862" cy="2853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1" name="Google Shape;6301;g34da388881d_0_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8601" y="1464263"/>
            <a:ext cx="3554824" cy="27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6302" name="Google Shape;6302;g34da388881d_0_13"/>
          <p:cNvSpPr txBox="1"/>
          <p:nvPr/>
        </p:nvSpPr>
        <p:spPr>
          <a:xfrm>
            <a:off x="6100050" y="4101025"/>
            <a:ext cx="23361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u="sng">
                <a:solidFill>
                  <a:schemeClr val="dk1"/>
                </a:solidFill>
              </a:rPr>
              <a:t>Plan de perçage</a:t>
            </a:r>
            <a:endParaRPr sz="1600" u="sng">
              <a:solidFill>
                <a:schemeClr val="dk1"/>
              </a:solidFill>
            </a:endParaRPr>
          </a:p>
        </p:txBody>
      </p:sp>
      <p:sp>
        <p:nvSpPr>
          <p:cNvPr id="6303" name="Google Shape;6303;g34da388881d_0_13"/>
          <p:cNvSpPr txBox="1"/>
          <p:nvPr/>
        </p:nvSpPr>
        <p:spPr>
          <a:xfrm>
            <a:off x="1903388" y="4177050"/>
            <a:ext cx="23361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u="sng">
                <a:solidFill>
                  <a:schemeClr val="dk1"/>
                </a:solidFill>
              </a:rPr>
              <a:t>Plan d'implémentation</a:t>
            </a:r>
            <a:endParaRPr sz="1600" u="sng">
              <a:solidFill>
                <a:schemeClr val="dk1"/>
              </a:solidFill>
            </a:endParaRPr>
          </a:p>
        </p:txBody>
      </p:sp>
      <p:graphicFrame>
        <p:nvGraphicFramePr>
          <p:cNvPr id="6304" name="Google Shape;6304;g34da388881d_0_13"/>
          <p:cNvGraphicFramePr/>
          <p:nvPr/>
        </p:nvGraphicFramePr>
        <p:xfrm>
          <a:off x="4823800" y="39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{77E6F9C7-0300-435E-9AEC-991F8B8F4E24}</a:tableStyleId>
              </a:tblPr>
              <a:tblGrid>
                <a:gridCol w="1061575"/>
                <a:gridCol w="1061575"/>
                <a:gridCol w="1061575"/>
              </a:tblGrid>
              <a:tr h="358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/>
                        <a:t>X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/>
                        <a:t>✴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/>
                        <a:t>+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rgbClr val="000000"/>
                          </a:solidFill>
                        </a:rPr>
                        <a:t>30th ⇔ 0,8mm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/>
                        <a:t>40th ⇔ 1mm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/>
                        <a:t>3</a:t>
                      </a:r>
                      <a:r>
                        <a:rPr lang="fr-FR" sz="1200"/>
                        <a:t>mm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8" name="Shape 6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9" name="Google Shape;6309;g353f3b8a99d_6_17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310" name="Google Shape;6310;g353f3b8a99d_6_17"/>
          <p:cNvSpPr txBox="1"/>
          <p:nvPr>
            <p:ph type="title"/>
          </p:nvPr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IV. Plans de fabrication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3. Typons et plans du produit</a:t>
            </a:r>
            <a:endParaRPr/>
          </a:p>
        </p:txBody>
      </p:sp>
      <p:pic>
        <p:nvPicPr>
          <p:cNvPr id="6311" name="Google Shape;6311;g353f3b8a99d_6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312" name="Google Shape;6312;g353f3b8a99d_6_17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Carte </a:t>
            </a:r>
            <a:r>
              <a:rPr lang="fr-FR" sz="1400" u="sng">
                <a:solidFill>
                  <a:schemeClr val="dk1"/>
                </a:solidFill>
              </a:rPr>
              <a:t>Émetteur</a:t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313" name="Google Shape;6313;g353f3b8a99d_6_17"/>
          <p:cNvSpPr txBox="1"/>
          <p:nvPr/>
        </p:nvSpPr>
        <p:spPr>
          <a:xfrm>
            <a:off x="8117350" y="1018480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C1-35</a:t>
            </a:r>
            <a:r>
              <a:rPr b="1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6314" name="Google Shape;6314;g353f3b8a99d_6_17"/>
          <p:cNvSpPr txBox="1"/>
          <p:nvPr/>
        </p:nvSpPr>
        <p:spPr>
          <a:xfrm>
            <a:off x="2023622" y="4119925"/>
            <a:ext cx="2336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u="sng">
                <a:solidFill>
                  <a:schemeClr val="dk1"/>
                </a:solidFill>
              </a:rPr>
              <a:t>Typon du dessus</a:t>
            </a:r>
            <a:endParaRPr sz="1600" u="sng">
              <a:solidFill>
                <a:schemeClr val="dk1"/>
              </a:solidFill>
            </a:endParaRPr>
          </a:p>
        </p:txBody>
      </p:sp>
      <p:sp>
        <p:nvSpPr>
          <p:cNvPr id="6315" name="Google Shape;6315;g353f3b8a99d_6_17"/>
          <p:cNvSpPr txBox="1"/>
          <p:nvPr/>
        </p:nvSpPr>
        <p:spPr>
          <a:xfrm>
            <a:off x="5931250" y="4119925"/>
            <a:ext cx="23361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u="sng">
                <a:solidFill>
                  <a:schemeClr val="dk1"/>
                </a:solidFill>
              </a:rPr>
              <a:t>Typon du dessous</a:t>
            </a:r>
            <a:endParaRPr sz="1600" u="sng">
              <a:solidFill>
                <a:schemeClr val="dk1"/>
              </a:solidFill>
            </a:endParaRPr>
          </a:p>
        </p:txBody>
      </p:sp>
      <p:pic>
        <p:nvPicPr>
          <p:cNvPr id="6316" name="Google Shape;6316;g353f3b8a99d_6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1125" y="1746975"/>
            <a:ext cx="3436350" cy="233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7" name="Google Shape;6317;g353f3b8a99d_6_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43350" y="1746975"/>
            <a:ext cx="3436350" cy="2337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1" name="Shape 6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2" name="Google Shape;6322;g353f3b8a99d_6_4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323" name="Google Shape;6323;g353f3b8a99d_6_4"/>
          <p:cNvSpPr txBox="1"/>
          <p:nvPr>
            <p:ph type="title"/>
          </p:nvPr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IV. Plans de fabrication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3. Typons et plans du produit</a:t>
            </a:r>
            <a:endParaRPr/>
          </a:p>
        </p:txBody>
      </p:sp>
      <p:pic>
        <p:nvPicPr>
          <p:cNvPr id="6324" name="Google Shape;6324;g353f3b8a99d_6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325" name="Google Shape;6325;g353f3b8a99d_6_4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>
                <a:solidFill>
                  <a:schemeClr val="dk1"/>
                </a:solidFill>
              </a:rPr>
              <a:t>Carte </a:t>
            </a:r>
            <a:r>
              <a:rPr lang="fr-FR" sz="1400">
                <a:solidFill>
                  <a:schemeClr val="dk1"/>
                </a:solidFill>
              </a:rPr>
              <a:t>Émetteur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326" name="Google Shape;6326;g353f3b8a99d_6_4"/>
          <p:cNvSpPr txBox="1"/>
          <p:nvPr/>
        </p:nvSpPr>
        <p:spPr>
          <a:xfrm>
            <a:off x="8117350" y="1018480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C1-35</a:t>
            </a:r>
            <a:r>
              <a:rPr b="1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6327" name="Google Shape;6327;g353f3b8a99d_6_4"/>
          <p:cNvSpPr txBox="1"/>
          <p:nvPr/>
        </p:nvSpPr>
        <p:spPr>
          <a:xfrm>
            <a:off x="6100050" y="4101025"/>
            <a:ext cx="23361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u="sng">
                <a:solidFill>
                  <a:schemeClr val="dk1"/>
                </a:solidFill>
              </a:rPr>
              <a:t>Plan de perçage</a:t>
            </a:r>
            <a:endParaRPr sz="1600" u="sng">
              <a:solidFill>
                <a:schemeClr val="dk1"/>
              </a:solidFill>
            </a:endParaRPr>
          </a:p>
        </p:txBody>
      </p:sp>
      <p:sp>
        <p:nvSpPr>
          <p:cNvPr id="6328" name="Google Shape;6328;g353f3b8a99d_6_4"/>
          <p:cNvSpPr txBox="1"/>
          <p:nvPr/>
        </p:nvSpPr>
        <p:spPr>
          <a:xfrm>
            <a:off x="1903388" y="4177050"/>
            <a:ext cx="23361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u="sng">
                <a:solidFill>
                  <a:schemeClr val="dk1"/>
                </a:solidFill>
              </a:rPr>
              <a:t>Plan d'implémentation</a:t>
            </a:r>
            <a:endParaRPr sz="1600" u="sng">
              <a:solidFill>
                <a:schemeClr val="dk1"/>
              </a:solidFill>
            </a:endParaRPr>
          </a:p>
        </p:txBody>
      </p:sp>
      <p:graphicFrame>
        <p:nvGraphicFramePr>
          <p:cNvPr id="6329" name="Google Shape;6329;g353f3b8a99d_6_4"/>
          <p:cNvGraphicFramePr/>
          <p:nvPr/>
        </p:nvGraphicFramePr>
        <p:xfrm>
          <a:off x="4726325" y="22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{77E6F9C7-0300-435E-9AEC-991F8B8F4E24}</a:tableStyleId>
              </a:tblPr>
              <a:tblGrid>
                <a:gridCol w="664800"/>
                <a:gridCol w="664800"/>
                <a:gridCol w="664800"/>
                <a:gridCol w="664800"/>
                <a:gridCol w="664800"/>
              </a:tblGrid>
              <a:tr h="405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/>
                        <a:t>X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/>
                        <a:t>✴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/>
                        <a:t>⊕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/>
                        <a:t>⊗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/>
                        <a:t>+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0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rgbClr val="000000"/>
                          </a:solidFill>
                        </a:rPr>
                        <a:t>30th ⇔</a:t>
                      </a:r>
                      <a:br>
                        <a:rPr lang="fr-FR" sz="1200"/>
                      </a:br>
                      <a:r>
                        <a:rPr lang="fr-FR" sz="1200">
                          <a:solidFill>
                            <a:srgbClr val="000000"/>
                          </a:solidFill>
                        </a:rPr>
                        <a:t>0,8 mm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/>
                        <a:t>40th ⇔</a:t>
                      </a:r>
                      <a:br>
                        <a:rPr lang="fr-FR" sz="1200"/>
                      </a:br>
                      <a:r>
                        <a:rPr lang="fr-FR" sz="1200"/>
                        <a:t>1 mm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/>
                        <a:t>50 th </a:t>
                      </a:r>
                      <a:r>
                        <a:rPr lang="fr-FR" sz="1200">
                          <a:solidFill>
                            <a:schemeClr val="lt2"/>
                          </a:solidFill>
                        </a:rPr>
                        <a:t>⇔</a:t>
                      </a:r>
                      <a:br>
                        <a:rPr lang="fr-FR" sz="1200">
                          <a:solidFill>
                            <a:schemeClr val="lt2"/>
                          </a:solidFill>
                        </a:rPr>
                      </a:br>
                      <a:r>
                        <a:rPr lang="fr-FR" sz="1200">
                          <a:solidFill>
                            <a:schemeClr val="lt2"/>
                          </a:solidFill>
                        </a:rPr>
                        <a:t>1,2 mm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/>
                        <a:t>80 th </a:t>
                      </a:r>
                      <a:r>
                        <a:rPr lang="fr-FR" sz="1200">
                          <a:solidFill>
                            <a:schemeClr val="lt2"/>
                          </a:solidFill>
                        </a:rPr>
                        <a:t>⇔</a:t>
                      </a:r>
                      <a:br>
                        <a:rPr lang="fr-FR" sz="1200">
                          <a:solidFill>
                            <a:schemeClr val="lt2"/>
                          </a:solidFill>
                        </a:rPr>
                      </a:br>
                      <a:r>
                        <a:rPr lang="fr-FR" sz="1200">
                          <a:solidFill>
                            <a:schemeClr val="lt2"/>
                          </a:solidFill>
                        </a:rPr>
                        <a:t>2 mm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/>
                        <a:t>3mm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330" name="Google Shape;6330;g353f3b8a99d_6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6463" y="1648176"/>
            <a:ext cx="3629974" cy="245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1" name="Google Shape;6331;g353f3b8a99d_6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15200" y="1604638"/>
            <a:ext cx="3629950" cy="2539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5" name="Shape 6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6" name="Google Shape;6336;p25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337" name="Google Shape;6337;p25"/>
          <p:cNvSpPr txBox="1"/>
          <p:nvPr>
            <p:ph type="title"/>
          </p:nvPr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IV. Plans de fabrication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4. Protocole de fabrication du produit</a:t>
            </a:r>
            <a:endParaRPr/>
          </a:p>
        </p:txBody>
      </p:sp>
      <p:pic>
        <p:nvPicPr>
          <p:cNvPr id="6338" name="Google Shape;633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339" name="Google Shape;6339;p25"/>
          <p:cNvSpPr txBox="1"/>
          <p:nvPr/>
        </p:nvSpPr>
        <p:spPr>
          <a:xfrm>
            <a:off x="8117350" y="1018480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C1-36</a:t>
            </a:r>
            <a:r>
              <a:rPr b="1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pic>
        <p:nvPicPr>
          <p:cNvPr id="6340" name="Google Shape;634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341" name="Google Shape;6341;p25"/>
          <p:cNvSpPr txBox="1"/>
          <p:nvPr/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457200" rtl="0" algn="just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3A1B0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3A1B0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Clr>
                <a:srgbClr val="3A1B0B"/>
              </a:buClr>
              <a:buSzPct val="100000"/>
              <a:buAutoNum type="arabicPeriod"/>
            </a:pPr>
            <a:r>
              <a:rPr b="1" lang="fr-FR" sz="4400">
                <a:solidFill>
                  <a:srgbClr val="3A1B0B"/>
                </a:solidFill>
              </a:rPr>
              <a:t>Imprimer typon , liste de matériel, schéma perçage, schéma d’implémentation</a:t>
            </a:r>
            <a:endParaRPr b="1" sz="4400">
              <a:solidFill>
                <a:srgbClr val="3A1B0B"/>
              </a:solidFill>
            </a:endParaRPr>
          </a:p>
          <a:p>
            <a:pPr indent="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3A1B0B"/>
              </a:solidFill>
            </a:endParaRPr>
          </a:p>
          <a:p>
            <a:pPr indent="-29845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Clr>
                <a:srgbClr val="3A1B0B"/>
              </a:buClr>
              <a:buSzPct val="100000"/>
              <a:buAutoNum type="arabicPeriod"/>
            </a:pPr>
            <a:r>
              <a:rPr b="1" lang="fr-FR" sz="4400">
                <a:solidFill>
                  <a:srgbClr val="3A1B0B"/>
                </a:solidFill>
              </a:rPr>
              <a:t>Insoler</a:t>
            </a:r>
            <a:endParaRPr b="1" sz="4400">
              <a:solidFill>
                <a:srgbClr val="3A1B0B"/>
              </a:solidFill>
            </a:endParaRPr>
          </a:p>
          <a:p>
            <a:pPr indent="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3A1B0B"/>
              </a:solidFill>
            </a:endParaRPr>
          </a:p>
          <a:p>
            <a:pPr indent="-29845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Clr>
                <a:srgbClr val="3A1B0B"/>
              </a:buClr>
              <a:buSzPct val="100000"/>
              <a:buAutoNum type="arabicPeriod"/>
            </a:pPr>
            <a:r>
              <a:rPr b="1" lang="fr-FR" sz="4400">
                <a:solidFill>
                  <a:srgbClr val="3A1B0B"/>
                </a:solidFill>
              </a:rPr>
              <a:t>Passer au révélateur et rincer</a:t>
            </a:r>
            <a:endParaRPr b="1" sz="4400">
              <a:solidFill>
                <a:srgbClr val="3A1B0B"/>
              </a:solidFill>
            </a:endParaRPr>
          </a:p>
          <a:p>
            <a:pPr indent="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3A1B0B"/>
              </a:solidFill>
            </a:endParaRPr>
          </a:p>
          <a:p>
            <a:pPr indent="-29845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Clr>
                <a:srgbClr val="3A1B0B"/>
              </a:buClr>
              <a:buSzPct val="100000"/>
              <a:buAutoNum type="arabicPeriod"/>
            </a:pPr>
            <a:r>
              <a:rPr b="1" lang="fr-FR" sz="4400">
                <a:solidFill>
                  <a:srgbClr val="3A1B0B"/>
                </a:solidFill>
              </a:rPr>
              <a:t>Graver</a:t>
            </a:r>
            <a:endParaRPr b="1" sz="4400">
              <a:solidFill>
                <a:srgbClr val="3A1B0B"/>
              </a:solidFill>
            </a:endParaRPr>
          </a:p>
          <a:p>
            <a:pPr indent="0" lvl="0" marL="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3A1B0B"/>
              </a:solidFill>
            </a:endParaRPr>
          </a:p>
          <a:p>
            <a:pPr indent="-29845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Clr>
                <a:srgbClr val="3A1B0B"/>
              </a:buClr>
              <a:buSzPct val="100000"/>
              <a:buAutoNum type="arabicPeriod"/>
            </a:pPr>
            <a:r>
              <a:rPr b="1" lang="fr-FR" sz="4400">
                <a:solidFill>
                  <a:srgbClr val="3A1B0B"/>
                </a:solidFill>
              </a:rPr>
              <a:t>Insoler</a:t>
            </a:r>
            <a:endParaRPr b="1" sz="4400">
              <a:solidFill>
                <a:srgbClr val="3A1B0B"/>
              </a:solidFill>
            </a:endParaRPr>
          </a:p>
          <a:p>
            <a:pPr indent="0" lvl="0" marL="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3A1B0B"/>
              </a:solidFill>
            </a:endParaRPr>
          </a:p>
          <a:p>
            <a:pPr indent="-29845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Clr>
                <a:srgbClr val="3A1B0B"/>
              </a:buClr>
              <a:buSzPct val="100000"/>
              <a:buAutoNum type="arabicPeriod"/>
            </a:pPr>
            <a:r>
              <a:rPr b="1" lang="fr-FR" sz="4400">
                <a:solidFill>
                  <a:srgbClr val="3A1B0B"/>
                </a:solidFill>
              </a:rPr>
              <a:t>Passer au révélateur et rincer</a:t>
            </a:r>
            <a:endParaRPr b="1" sz="4400">
              <a:solidFill>
                <a:srgbClr val="3A1B0B"/>
              </a:solidFill>
            </a:endParaRPr>
          </a:p>
          <a:p>
            <a:pPr indent="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3A1B0B"/>
              </a:solidFill>
            </a:endParaRPr>
          </a:p>
          <a:p>
            <a:pPr indent="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3A1B0B"/>
              </a:solidFill>
            </a:endParaRPr>
          </a:p>
          <a:p>
            <a:pPr indent="-29845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Clr>
                <a:srgbClr val="3A1B0B"/>
              </a:buClr>
              <a:buSzPct val="100000"/>
              <a:buAutoNum type="arabicPeriod"/>
            </a:pPr>
            <a:r>
              <a:rPr b="1" lang="fr-FR" sz="4400">
                <a:solidFill>
                  <a:srgbClr val="3A1B0B"/>
                </a:solidFill>
              </a:rPr>
              <a:t>Percer à l’aide du schéma de perçage</a:t>
            </a:r>
            <a:endParaRPr b="1" sz="4400">
              <a:solidFill>
                <a:srgbClr val="3A1B0B"/>
              </a:solidFill>
            </a:endParaRPr>
          </a:p>
          <a:p>
            <a:pPr indent="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3A1B0B"/>
              </a:solidFill>
            </a:endParaRPr>
          </a:p>
          <a:p>
            <a:pPr indent="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3A1B0B"/>
              </a:solidFill>
            </a:endParaRPr>
          </a:p>
          <a:p>
            <a:pPr indent="-29845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Clr>
                <a:srgbClr val="3A1B0B"/>
              </a:buClr>
              <a:buSzPct val="100000"/>
              <a:buAutoNum type="arabicPeriod"/>
            </a:pPr>
            <a:r>
              <a:rPr b="1" lang="fr-FR" sz="4400">
                <a:solidFill>
                  <a:srgbClr val="3A1B0B"/>
                </a:solidFill>
              </a:rPr>
              <a:t>Tester la continuité </a:t>
            </a:r>
            <a:endParaRPr b="1" sz="4400">
              <a:solidFill>
                <a:srgbClr val="3A1B0B"/>
              </a:solidFill>
            </a:endParaRPr>
          </a:p>
          <a:p>
            <a:pPr indent="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3A1B0B"/>
              </a:solidFill>
            </a:endParaRPr>
          </a:p>
          <a:p>
            <a:pPr indent="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3A1B0B"/>
              </a:solidFill>
            </a:endParaRPr>
          </a:p>
          <a:p>
            <a:pPr indent="-29845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Clr>
                <a:srgbClr val="3A1B0B"/>
              </a:buClr>
              <a:buSzPct val="100000"/>
              <a:buAutoNum type="arabicPeriod"/>
            </a:pPr>
            <a:r>
              <a:rPr b="1" lang="fr-FR" sz="4400">
                <a:solidFill>
                  <a:srgbClr val="3A1B0B"/>
                </a:solidFill>
              </a:rPr>
              <a:t>Souder les composants</a:t>
            </a:r>
            <a:endParaRPr b="1" sz="4400">
              <a:solidFill>
                <a:srgbClr val="3A1B0B"/>
              </a:solidFill>
            </a:endParaRPr>
          </a:p>
          <a:p>
            <a:pPr indent="0" lvl="0" marL="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3A1B0B"/>
              </a:solidFill>
            </a:endParaRPr>
          </a:p>
          <a:p>
            <a:pPr indent="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3A1B0B"/>
              </a:solidFill>
            </a:endParaRPr>
          </a:p>
          <a:p>
            <a:pPr indent="-29845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Clr>
                <a:srgbClr val="3A1B0B"/>
              </a:buClr>
              <a:buSzPct val="100000"/>
              <a:buAutoNum type="arabicPeriod"/>
            </a:pPr>
            <a:r>
              <a:rPr b="1" lang="fr-FR" sz="4400">
                <a:solidFill>
                  <a:srgbClr val="3A1B0B"/>
                </a:solidFill>
              </a:rPr>
              <a:t>Vérifier : soudure, continuité </a:t>
            </a:r>
            <a:endParaRPr b="1" sz="4400">
              <a:solidFill>
                <a:srgbClr val="3A1B0B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A1B0B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A1B0B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A1B0B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A1B0B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A1B0B"/>
              </a:solidFill>
            </a:endParaRPr>
          </a:p>
        </p:txBody>
      </p:sp>
      <p:pic>
        <p:nvPicPr>
          <p:cNvPr id="6342" name="Google Shape;634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8650" y="1018475"/>
            <a:ext cx="837600" cy="83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3" name="Google Shape;634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3025" y="1461625"/>
            <a:ext cx="329850" cy="32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4" name="Google Shape;6344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47738" y="1684674"/>
            <a:ext cx="500325" cy="50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5" name="Google Shape;6345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69546" y="1711287"/>
            <a:ext cx="298675" cy="44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6" name="Google Shape;6346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73425" y="2055025"/>
            <a:ext cx="298650" cy="29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7" name="Google Shape;634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7825" y="2353675"/>
            <a:ext cx="329850" cy="32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8" name="Google Shape;6348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56246" y="2423512"/>
            <a:ext cx="298675" cy="44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9" name="Google Shape;6349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68213" y="2370299"/>
            <a:ext cx="500325" cy="50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0" name="Google Shape;6350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08825" y="2932838"/>
            <a:ext cx="525950" cy="67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1" name="Google Shape;6351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38469" y="3331075"/>
            <a:ext cx="687831" cy="56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2" name="Google Shape;6352;p25"/>
          <p:cNvPicPr preferRelativeResize="0"/>
          <p:nvPr/>
        </p:nvPicPr>
        <p:blipFill rotWithShape="1">
          <a:blip r:embed="rId11">
            <a:alphaModFix/>
          </a:blip>
          <a:srcRect b="24072" l="15659" r="12738" t="19193"/>
          <a:stretch/>
        </p:blipFill>
        <p:spPr>
          <a:xfrm>
            <a:off x="3437850" y="3850575"/>
            <a:ext cx="588442" cy="50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3" name="Google Shape;6353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826444" y="4352725"/>
            <a:ext cx="687831" cy="56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357" name="Shape 6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8" name="Google Shape;6358;g3559ddb4d97_7_9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359" name="Google Shape;6359;g3559ddb4d97_7_9"/>
          <p:cNvSpPr txBox="1"/>
          <p:nvPr>
            <p:ph type="title"/>
          </p:nvPr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IV. Plans de fabrication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4. Protocole de fabrication du produit</a:t>
            </a:r>
            <a:endParaRPr/>
          </a:p>
        </p:txBody>
      </p:sp>
      <p:pic>
        <p:nvPicPr>
          <p:cNvPr id="6360" name="Google Shape;6360;g3559ddb4d97_7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361" name="Google Shape;6361;g3559ddb4d97_7_9"/>
          <p:cNvSpPr txBox="1"/>
          <p:nvPr/>
        </p:nvSpPr>
        <p:spPr>
          <a:xfrm>
            <a:off x="8117350" y="1018480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C1-36</a:t>
            </a:r>
            <a:r>
              <a:rPr b="1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6362" name="Google Shape;6362;g3559ddb4d97_7_9"/>
          <p:cNvSpPr txBox="1"/>
          <p:nvPr/>
        </p:nvSpPr>
        <p:spPr>
          <a:xfrm>
            <a:off x="1011626" y="1036275"/>
            <a:ext cx="69867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1B0B"/>
              </a:buClr>
              <a:buSzPts val="1400"/>
              <a:buChar char="-"/>
            </a:pPr>
            <a:r>
              <a:rPr b="1" lang="fr-FR">
                <a:solidFill>
                  <a:srgbClr val="3A1B0B"/>
                </a:solidFill>
              </a:rPr>
              <a:t>Imprimer les typons, le plan de perçage et le schéma d’implantation</a:t>
            </a:r>
            <a:endParaRPr b="1">
              <a:solidFill>
                <a:srgbClr val="3A1B0B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1B0B"/>
              </a:buClr>
              <a:buSzPts val="1400"/>
              <a:buChar char="-"/>
            </a:pPr>
            <a:r>
              <a:rPr b="1" lang="fr-FR">
                <a:solidFill>
                  <a:srgbClr val="3A1B0B"/>
                </a:solidFill>
              </a:rPr>
              <a:t>Insoler + Révéler + Rincer</a:t>
            </a:r>
            <a:endParaRPr b="1">
              <a:solidFill>
                <a:srgbClr val="3A1B0B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1B0B"/>
              </a:buClr>
              <a:buSzPts val="1400"/>
              <a:buChar char="-"/>
            </a:pPr>
            <a:r>
              <a:rPr b="1" lang="fr-FR">
                <a:solidFill>
                  <a:srgbClr val="3A1B0B"/>
                </a:solidFill>
              </a:rPr>
              <a:t>Graver</a:t>
            </a:r>
            <a:endParaRPr b="1">
              <a:solidFill>
                <a:srgbClr val="3A1B0B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1B0B"/>
              </a:buClr>
              <a:buSzPts val="1400"/>
              <a:buChar char="-"/>
            </a:pPr>
            <a:r>
              <a:rPr b="1" lang="fr-FR">
                <a:solidFill>
                  <a:srgbClr val="3A1B0B"/>
                </a:solidFill>
              </a:rPr>
              <a:t>Insoler + Révéler + Rincer</a:t>
            </a:r>
            <a:endParaRPr b="1">
              <a:solidFill>
                <a:srgbClr val="3A1B0B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1B0B"/>
              </a:buClr>
              <a:buSzPts val="1400"/>
              <a:buChar char="-"/>
            </a:pPr>
            <a:r>
              <a:rPr b="1" lang="fr-FR">
                <a:solidFill>
                  <a:srgbClr val="3A1B0B"/>
                </a:solidFill>
              </a:rPr>
              <a:t>Découper et percer la carte</a:t>
            </a:r>
            <a:endParaRPr b="1">
              <a:solidFill>
                <a:srgbClr val="3A1B0B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1B0B"/>
              </a:buClr>
              <a:buSzPts val="1400"/>
              <a:buChar char="-"/>
            </a:pPr>
            <a:r>
              <a:rPr b="1" lang="fr-FR">
                <a:solidFill>
                  <a:srgbClr val="3A1B0B"/>
                </a:solidFill>
              </a:rPr>
              <a:t>Tester la continuité des pistes</a:t>
            </a:r>
            <a:endParaRPr b="1">
              <a:solidFill>
                <a:srgbClr val="3A1B0B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1B0B"/>
              </a:buClr>
              <a:buSzPts val="1400"/>
              <a:buChar char="-"/>
            </a:pPr>
            <a:r>
              <a:rPr b="1" lang="fr-FR">
                <a:solidFill>
                  <a:srgbClr val="3A1B0B"/>
                </a:solidFill>
              </a:rPr>
              <a:t>Placer et souder les composants</a:t>
            </a:r>
            <a:endParaRPr b="1">
              <a:solidFill>
                <a:srgbClr val="3A1B0B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1B0B"/>
              </a:buClr>
              <a:buSzPts val="1400"/>
              <a:buChar char="-"/>
            </a:pPr>
            <a:r>
              <a:rPr b="1" lang="fr-FR">
                <a:solidFill>
                  <a:srgbClr val="3A1B0B"/>
                </a:solidFill>
              </a:rPr>
              <a:t>Re-tester la continuité des pistes</a:t>
            </a:r>
            <a:endParaRPr b="1">
              <a:solidFill>
                <a:srgbClr val="3A1B0B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A1B0B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A1B0B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A1B0B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A1B0B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A1B0B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A1B0B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A1B0B"/>
              </a:solidFill>
            </a:endParaRPr>
          </a:p>
        </p:txBody>
      </p:sp>
      <p:pic>
        <p:nvPicPr>
          <p:cNvPr id="6363" name="Google Shape;6363;g3559ddb4d97_7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3725" y="1462800"/>
            <a:ext cx="2929575" cy="195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4" name="Google Shape;6364;g3559ddb4d97_7_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6975" y="3109747"/>
            <a:ext cx="1745275" cy="14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8" name="Shape 6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9" name="Google Shape;6369;p26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370" name="Google Shape;6370;p26"/>
          <p:cNvSpPr txBox="1"/>
          <p:nvPr>
            <p:ph type="title"/>
          </p:nvPr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IV. Plans de fabrication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5. Caractéristiques des fichiers informatiques</a:t>
            </a:r>
            <a:endParaRPr/>
          </a:p>
        </p:txBody>
      </p:sp>
      <p:pic>
        <p:nvPicPr>
          <p:cNvPr id="6371" name="Google Shape;637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372" name="Google Shape;6372;p26"/>
          <p:cNvSpPr txBox="1"/>
          <p:nvPr/>
        </p:nvSpPr>
        <p:spPr>
          <a:xfrm>
            <a:off x="8117350" y="1018480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C1-34</a:t>
            </a:r>
            <a:r>
              <a:rPr b="1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373" name="Google Shape;6373;p26"/>
          <p:cNvSpPr txBox="1"/>
          <p:nvPr/>
        </p:nvSpPr>
        <p:spPr>
          <a:xfrm>
            <a:off x="8117350" y="140289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C1-35</a:t>
            </a:r>
            <a:r>
              <a:rPr b="1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pic>
        <p:nvPicPr>
          <p:cNvPr id="6374" name="Google Shape;637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4825" y="819474"/>
            <a:ext cx="2015775" cy="137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5" name="Google Shape;637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8625" y="1210652"/>
            <a:ext cx="4343050" cy="244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6" name="Google Shape;6376;p26"/>
          <p:cNvPicPr preferRelativeResize="0"/>
          <p:nvPr/>
        </p:nvPicPr>
        <p:blipFill rotWithShape="1">
          <a:blip r:embed="rId6">
            <a:alphaModFix/>
          </a:blip>
          <a:srcRect b="0" l="0" r="20076" t="0"/>
          <a:stretch/>
        </p:blipFill>
        <p:spPr>
          <a:xfrm>
            <a:off x="5793650" y="2666575"/>
            <a:ext cx="3350350" cy="62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7" name="Google Shape;6377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03775" y="3981613"/>
            <a:ext cx="44958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1" name="Shape 6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2" name="Google Shape;6382;p27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383" name="Google Shape;6383;p27"/>
          <p:cNvSpPr txBox="1"/>
          <p:nvPr>
            <p:ph type="title"/>
          </p:nvPr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IV. Plans de fabrication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6</a:t>
            </a:r>
            <a:r>
              <a:rPr lang="fr-FR" sz="1600">
                <a:solidFill>
                  <a:schemeClr val="dk2"/>
                </a:solidFill>
              </a:rPr>
              <a:t>. Protocole de téléchargement informatique</a:t>
            </a:r>
            <a:endParaRPr/>
          </a:p>
        </p:txBody>
      </p:sp>
      <p:pic>
        <p:nvPicPr>
          <p:cNvPr id="6384" name="Google Shape;638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385" name="Google Shape;6385;p27"/>
          <p:cNvSpPr txBox="1"/>
          <p:nvPr>
            <p:ph idx="1" type="body"/>
          </p:nvPr>
        </p:nvSpPr>
        <p:spPr>
          <a:xfrm>
            <a:off x="1200979" y="1018475"/>
            <a:ext cx="35439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386" name="Google Shape;6386;p27"/>
          <p:cNvSpPr txBox="1"/>
          <p:nvPr/>
        </p:nvSpPr>
        <p:spPr>
          <a:xfrm>
            <a:off x="8117350" y="1018480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C1-36</a:t>
            </a:r>
            <a:r>
              <a:rPr b="1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pic>
        <p:nvPicPr>
          <p:cNvPr descr="a yellow triangle with an exclamation point inside of it . (Provided by Tenor)" id="6387" name="Google Shape;6387;p27"/>
          <p:cNvPicPr preferRelativeResize="0"/>
          <p:nvPr/>
        </p:nvPicPr>
        <p:blipFill rotWithShape="1">
          <a:blip r:embed="rId4">
            <a:alphaModFix/>
          </a:blip>
          <a:srcRect b="0" l="13119" r="0" t="0"/>
          <a:stretch/>
        </p:blipFill>
        <p:spPr>
          <a:xfrm>
            <a:off x="7007425" y="1259850"/>
            <a:ext cx="778625" cy="8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8" name="Google Shape;6388;p27"/>
          <p:cNvSpPr txBox="1"/>
          <p:nvPr/>
        </p:nvSpPr>
        <p:spPr>
          <a:xfrm>
            <a:off x="6810175" y="2275500"/>
            <a:ext cx="1558800" cy="8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fr-FR">
                <a:solidFill>
                  <a:schemeClr val="dk1"/>
                </a:solidFill>
              </a:rPr>
              <a:t>F</a:t>
            </a:r>
            <a:r>
              <a:rPr b="1" lang="fr-FR">
                <a:solidFill>
                  <a:schemeClr val="dk1"/>
                </a:solidFill>
              </a:rPr>
              <a:t>aire attention au sens du connecteur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6389" name="Google Shape;6389;p27"/>
          <p:cNvPicPr preferRelativeResize="0"/>
          <p:nvPr/>
        </p:nvPicPr>
        <p:blipFill rotWithShape="1">
          <a:blip r:embed="rId5">
            <a:alphaModFix/>
          </a:blip>
          <a:srcRect b="41469" l="22804" r="65893" t="43406"/>
          <a:stretch/>
        </p:blipFill>
        <p:spPr>
          <a:xfrm>
            <a:off x="7396150" y="3010025"/>
            <a:ext cx="1558800" cy="1463798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6390" name="Google Shape;6390;p27"/>
          <p:cNvSpPr txBox="1"/>
          <p:nvPr/>
        </p:nvSpPr>
        <p:spPr>
          <a:xfrm>
            <a:off x="1363900" y="1155775"/>
            <a:ext cx="5194800" cy="3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1.	Branchement de la carte à l’ordinateur afin de téléverser le programme sur le     microcontrôleur à</a:t>
            </a:r>
            <a:r>
              <a:rPr lang="fr-FR">
                <a:solidFill>
                  <a:schemeClr val="dk1"/>
                </a:solidFill>
              </a:rPr>
              <a:t> l'aide du connecteur 4 fils de programmation.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3.	Mise sous tension de la carte émetteur avec </a:t>
            </a:r>
            <a:r>
              <a:rPr lang="fr-FR">
                <a:solidFill>
                  <a:schemeClr val="dk1"/>
                </a:solidFill>
              </a:rPr>
              <a:t>7,4 V</a:t>
            </a:r>
            <a:r>
              <a:rPr lang="fr-FR">
                <a:solidFill>
                  <a:schemeClr val="dk1"/>
                </a:solidFill>
              </a:rPr>
              <a:t> ou récepteur avec  </a:t>
            </a:r>
            <a:r>
              <a:rPr lang="fr-FR">
                <a:solidFill>
                  <a:schemeClr val="dk1"/>
                </a:solidFill>
              </a:rPr>
              <a:t>5V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4.	Vérifier la détection de la carte sur le port de communication de l’application arduino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5.	Vérification du programme et téléversement du programme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6.	Fin de la mise sous tension de la carte et débranchement du module</a:t>
            </a:r>
            <a:endParaRPr/>
          </a:p>
        </p:txBody>
      </p:sp>
      <p:pic>
        <p:nvPicPr>
          <p:cNvPr id="6391" name="Google Shape;6391;p27" title="PXL_20250506_104357372.jpg"/>
          <p:cNvPicPr preferRelativeResize="0"/>
          <p:nvPr/>
        </p:nvPicPr>
        <p:blipFill rotWithShape="1">
          <a:blip r:embed="rId6">
            <a:alphaModFix/>
          </a:blip>
          <a:srcRect b="35998" l="0" r="0" t="49697"/>
          <a:stretch/>
        </p:blipFill>
        <p:spPr>
          <a:xfrm>
            <a:off x="3703888" y="1810300"/>
            <a:ext cx="1736226" cy="329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2" name="Google Shape;6392;p27" title="PXL_20250506_104359368.jpg"/>
          <p:cNvPicPr preferRelativeResize="0"/>
          <p:nvPr/>
        </p:nvPicPr>
        <p:blipFill rotWithShape="1">
          <a:blip r:embed="rId7">
            <a:alphaModFix/>
          </a:blip>
          <a:srcRect b="0" l="29249" r="37254" t="24482"/>
          <a:stretch/>
        </p:blipFill>
        <p:spPr>
          <a:xfrm rot="3462777">
            <a:off x="7156350" y="-132096"/>
            <a:ext cx="480777" cy="1439644"/>
          </a:xfrm>
          <a:prstGeom prst="rect">
            <a:avLst/>
          </a:prstGeom>
          <a:noFill/>
          <a:ln>
            <a:noFill/>
          </a:ln>
        </p:spPr>
      </p:pic>
      <p:sp>
        <p:nvSpPr>
          <p:cNvPr id="6393" name="Google Shape;6393;p27"/>
          <p:cNvSpPr txBox="1"/>
          <p:nvPr/>
        </p:nvSpPr>
        <p:spPr>
          <a:xfrm>
            <a:off x="6661875" y="749950"/>
            <a:ext cx="14697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2"/>
                </a:solidFill>
              </a:rPr>
              <a:t>USB to UART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6394" name="Google Shape;6394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15026" y="3643688"/>
            <a:ext cx="2781075" cy="640375"/>
          </a:xfrm>
          <a:prstGeom prst="rect">
            <a:avLst/>
          </a:prstGeom>
          <a:noFill/>
          <a:ln>
            <a:noFill/>
          </a:ln>
        </p:spPr>
      </p:pic>
      <p:sp>
        <p:nvSpPr>
          <p:cNvPr id="6395" name="Google Shape;6395;p27"/>
          <p:cNvSpPr/>
          <p:nvPr/>
        </p:nvSpPr>
        <p:spPr>
          <a:xfrm>
            <a:off x="3153425" y="3773000"/>
            <a:ext cx="444600" cy="44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6" name="Google Shape;6396;p27"/>
          <p:cNvSpPr/>
          <p:nvPr/>
        </p:nvSpPr>
        <p:spPr>
          <a:xfrm>
            <a:off x="8495275" y="3385225"/>
            <a:ext cx="77100" cy="147900"/>
          </a:xfrm>
          <a:prstGeom prst="rect">
            <a:avLst/>
          </a:prstGeom>
          <a:solidFill>
            <a:srgbClr val="E0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6397" name="Google Shape;6397;p27"/>
          <p:cNvSpPr txBox="1"/>
          <p:nvPr/>
        </p:nvSpPr>
        <p:spPr>
          <a:xfrm>
            <a:off x="8412300" y="3297675"/>
            <a:ext cx="57600" cy="1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2"/>
              </a:solidFill>
            </a:endParaRPr>
          </a:p>
        </p:txBody>
      </p:sp>
      <p:pic>
        <p:nvPicPr>
          <p:cNvPr id="6398" name="Google Shape;6398;p27"/>
          <p:cNvPicPr preferRelativeResize="0"/>
          <p:nvPr/>
        </p:nvPicPr>
        <p:blipFill rotWithShape="1">
          <a:blip r:embed="rId9">
            <a:alphaModFix/>
          </a:blip>
          <a:srcRect b="39241" l="77412" r="17288" t="47962"/>
          <a:stretch/>
        </p:blipFill>
        <p:spPr>
          <a:xfrm>
            <a:off x="8503050" y="3397275"/>
            <a:ext cx="66200" cy="99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2" name="Shape 6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3" name="Google Shape;6403;p28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404" name="Google Shape;6404;p28"/>
          <p:cNvSpPr txBox="1"/>
          <p:nvPr>
            <p:ph type="title"/>
          </p:nvPr>
        </p:nvSpPr>
        <p:spPr>
          <a:xfrm>
            <a:off x="1200972" y="216762"/>
            <a:ext cx="56091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V. Conclusion et Perspectives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6405" name="Google Shape;640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406" name="Google Shape;6406;p28"/>
          <p:cNvSpPr txBox="1"/>
          <p:nvPr>
            <p:ph idx="1" type="body"/>
          </p:nvPr>
        </p:nvSpPr>
        <p:spPr>
          <a:xfrm>
            <a:off x="1237879" y="1008800"/>
            <a:ext cx="40488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3A1B0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fr-FR" sz="1400">
                <a:solidFill>
                  <a:srgbClr val="3A1B0B"/>
                </a:solidFill>
              </a:rPr>
              <a:t>La conception détaillée est terminée.</a:t>
            </a:r>
            <a:endParaRPr b="0" sz="1400">
              <a:solidFill>
                <a:srgbClr val="3A1B0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3A1B0B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rgbClr val="3A1B0B"/>
                </a:solidFill>
              </a:rPr>
              <a:t>Toutes les exigences</a:t>
            </a:r>
            <a:r>
              <a:rPr b="0" lang="fr-FR" sz="1400">
                <a:solidFill>
                  <a:srgbClr val="3A1B0B"/>
                </a:solidFill>
              </a:rPr>
              <a:t> du client “Toy Corporation” sont </a:t>
            </a:r>
            <a:r>
              <a:rPr lang="fr-FR" sz="1400">
                <a:solidFill>
                  <a:srgbClr val="3A1B0B"/>
                </a:solidFill>
              </a:rPr>
              <a:t>prises en compte et respectées</a:t>
            </a:r>
            <a:r>
              <a:rPr b="0" lang="fr-FR" sz="1400">
                <a:solidFill>
                  <a:srgbClr val="3A1B0B"/>
                </a:solidFill>
              </a:rPr>
              <a:t>.</a:t>
            </a:r>
            <a:br>
              <a:rPr b="0" lang="fr-FR" sz="1400">
                <a:solidFill>
                  <a:srgbClr val="3A1B0B"/>
                </a:solidFill>
              </a:rPr>
            </a:br>
            <a:r>
              <a:rPr b="0" lang="fr-FR" sz="1400">
                <a:solidFill>
                  <a:srgbClr val="3A1B0B"/>
                </a:solidFill>
              </a:rPr>
              <a:t>Les solutions retenues sont </a:t>
            </a:r>
            <a:r>
              <a:rPr lang="fr-FR" sz="1400">
                <a:solidFill>
                  <a:srgbClr val="3A1B0B"/>
                </a:solidFill>
              </a:rPr>
              <a:t>conformes</a:t>
            </a:r>
            <a:r>
              <a:rPr b="0" lang="fr-FR" sz="1400">
                <a:solidFill>
                  <a:srgbClr val="3A1B0B"/>
                </a:solidFill>
              </a:rPr>
              <a:t> aux exigences et </a:t>
            </a:r>
            <a:r>
              <a:rPr lang="fr-FR" sz="1400">
                <a:solidFill>
                  <a:srgbClr val="3A1B0B"/>
                </a:solidFill>
              </a:rPr>
              <a:t>dé-risquées</a:t>
            </a:r>
            <a:r>
              <a:rPr b="0" lang="fr-FR" sz="1400">
                <a:solidFill>
                  <a:srgbClr val="3A1B0B"/>
                </a:solidFill>
              </a:rPr>
              <a:t> à l’aide de simulation.</a:t>
            </a:r>
            <a:endParaRPr b="0" sz="1400">
              <a:solidFill>
                <a:srgbClr val="3A1B0B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3A1B0B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fr-FR" sz="1400">
                <a:solidFill>
                  <a:srgbClr val="3A1B0B"/>
                </a:solidFill>
              </a:rPr>
              <a:t>Nous sommes donc sereins concernant la faisabilité et la continuité du projet.</a:t>
            </a:r>
            <a:endParaRPr b="0" sz="1400">
              <a:solidFill>
                <a:srgbClr val="3A1B0B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3A1B0B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fr-FR" sz="1400">
                <a:solidFill>
                  <a:srgbClr val="3A1B0B"/>
                </a:solidFill>
              </a:rPr>
              <a:t>Nous pouvons commencer la </a:t>
            </a:r>
            <a:r>
              <a:rPr lang="fr-FR" sz="1400">
                <a:solidFill>
                  <a:srgbClr val="3A1B0B"/>
                </a:solidFill>
              </a:rPr>
              <a:t>phase de fabrication et de vérification</a:t>
            </a:r>
            <a:r>
              <a:rPr b="0" lang="fr-FR" sz="1400">
                <a:solidFill>
                  <a:srgbClr val="3A1B0B"/>
                </a:solidFill>
              </a:rPr>
              <a:t> du prototype.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6407" name="Google Shape;640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5151" y="666452"/>
            <a:ext cx="3014275" cy="3676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plate Université de Bordeaux 16/9">
  <a:themeElements>
    <a:clrScheme name="Université de Bordeaux">
      <a:dk1>
        <a:srgbClr val="3A1B0B"/>
      </a:dk1>
      <a:lt1>
        <a:srgbClr val="FFFFFF"/>
      </a:lt1>
      <a:dk2>
        <a:srgbClr val="009DE0"/>
      </a:dk2>
      <a:lt2>
        <a:srgbClr val="000000"/>
      </a:lt2>
      <a:accent1>
        <a:srgbClr val="EC6C43"/>
      </a:accent1>
      <a:accent2>
        <a:srgbClr val="57BC71"/>
      </a:accent2>
      <a:accent3>
        <a:srgbClr val="9F3E91"/>
      </a:accent3>
      <a:accent4>
        <a:srgbClr val="34B1A9"/>
      </a:accent4>
      <a:accent5>
        <a:srgbClr val="E53C43"/>
      </a:accent5>
      <a:accent6>
        <a:srgbClr val="BEAD8A"/>
      </a:accent6>
      <a:hlink>
        <a:srgbClr val="3A1B0B"/>
      </a:hlink>
      <a:folHlink>
        <a:srgbClr val="009DE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2019-03-15T07:57:19Z</dcterms:created>
  <dc:creator>Jason</dc:creator>
</cp:coreProperties>
</file>